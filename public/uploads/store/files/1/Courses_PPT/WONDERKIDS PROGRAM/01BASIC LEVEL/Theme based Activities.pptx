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65" r:id="rId6"/>
    <p:sldId id="257" r:id="rId7"/>
    <p:sldId id="258" r:id="rId8"/>
    <p:sldId id="259" r:id="rId9"/>
    <p:sldId id="260" r:id="rId10"/>
    <p:sldId id="261" r:id="rId11"/>
    <p:sldId id="262" r:id="rId12"/>
    <p:sldId id="263" r:id="rId13"/>
    <p:sldId id="267" r:id="rId14"/>
  </p:sldIdLst>
  <p:sldSz cx="9144000" cy="5143500"/>
  <p:notesSz cx="6858000" cy="9144000"/>
  <p:embeddedFontLst>
    <p:embeddedFont>
      <p:font typeface="Lexend"/>
      <p:regular r:id="rId18"/>
    </p:embeddedFont>
    <p:embeddedFont>
      <p:font typeface="Inter" panose="02000503000000020004"/>
      <p:regular r:id="rId19"/>
    </p:embeddedFont>
    <p:embeddedFont>
      <p:font typeface="DM Serif Display"/>
      <p:regular r:id="rId20"/>
    </p:embeddedFont>
    <p:embeddedFont>
      <p:font typeface="Inter Medium"/>
      <p:regular r:id="rId21"/>
    </p:embeddedFont>
    <p:embeddedFont>
      <p:font typeface="Hanken Grotesk"/>
      <p:regular r:id="rId22"/>
    </p:embeddedFont>
    <p:embeddedFont>
      <p:font typeface="Helvetica Neue" panose="02000503000000020004"/>
      <p:regular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595" userDrawn="1">
          <p15:clr>
            <a:srgbClr val="747775"/>
          </p15:clr>
        </p15:guide>
        <p15:guide id="2" pos="2899"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95"/>
        <p:guide pos="2899"/>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font" Target="fonts/font6.fntdata"/><Relationship Id="rId22" Type="http://schemas.openxmlformats.org/officeDocument/2006/relationships/font" Target="fonts/font5.fntdata"/><Relationship Id="rId21" Type="http://schemas.openxmlformats.org/officeDocument/2006/relationships/font" Target="fonts/font4.fntdata"/><Relationship Id="rId20" Type="http://schemas.openxmlformats.org/officeDocument/2006/relationships/font" Target="fonts/font3.fntdata"/><Relationship Id="rId2" Type="http://schemas.openxmlformats.org/officeDocument/2006/relationships/theme" Target="theme/theme1.xml"/><Relationship Id="rId19" Type="http://schemas.openxmlformats.org/officeDocument/2006/relationships/font" Target="fonts/font2.fntdata"/><Relationship Id="rId18" Type="http://schemas.openxmlformats.org/officeDocument/2006/relationships/font" Target="fonts/font1.fntdata"/><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2" name="Shape 172"/>
        <p:cNvGrpSpPr/>
        <p:nvPr/>
      </p:nvGrpSpPr>
      <p:grpSpPr>
        <a:xfrm>
          <a:off x="0" y="0"/>
          <a:ext cx="0" cy="0"/>
          <a:chOff x="0" y="0"/>
          <a:chExt cx="0" cy="0"/>
        </a:xfrm>
      </p:grpSpPr>
      <p:sp>
        <p:nvSpPr>
          <p:cNvPr id="173" name="Google Shape;173;SLIDES_API204368719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SLIDES_API204368719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SLIDES_API618050623_27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8" name="Google Shape;118;SLIDES_API618050623_277: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8" name="Shape 178"/>
        <p:cNvGrpSpPr/>
        <p:nvPr/>
      </p:nvGrpSpPr>
      <p:grpSpPr>
        <a:xfrm>
          <a:off x="0" y="0"/>
          <a:ext cx="0" cy="0"/>
          <a:chOff x="0" y="0"/>
          <a:chExt cx="0" cy="0"/>
        </a:xfrm>
      </p:grpSpPr>
      <p:sp>
        <p:nvSpPr>
          <p:cNvPr id="179" name="Google Shape;179;SLIDES_API204368719_12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SLIDES_API204368719_12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SLIDES_API204368719_25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SLIDES_API204368719_25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9" name="Shape 199"/>
        <p:cNvGrpSpPr/>
        <p:nvPr/>
      </p:nvGrpSpPr>
      <p:grpSpPr>
        <a:xfrm>
          <a:off x="0" y="0"/>
          <a:ext cx="0" cy="0"/>
          <a:chOff x="0" y="0"/>
          <a:chExt cx="0" cy="0"/>
        </a:xfrm>
      </p:grpSpPr>
      <p:sp>
        <p:nvSpPr>
          <p:cNvPr id="200" name="Google Shape;200;SLIDES_API204368719_39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SLIDES_API204368719_39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6" name="Shape 216"/>
        <p:cNvGrpSpPr/>
        <p:nvPr/>
      </p:nvGrpSpPr>
      <p:grpSpPr>
        <a:xfrm>
          <a:off x="0" y="0"/>
          <a:ext cx="0" cy="0"/>
          <a:chOff x="0" y="0"/>
          <a:chExt cx="0" cy="0"/>
        </a:xfrm>
      </p:grpSpPr>
      <p:sp>
        <p:nvSpPr>
          <p:cNvPr id="217" name="Google Shape;217;SLIDES_API204368719_52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SLIDES_API204368719_52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9" name="Shape 239"/>
        <p:cNvGrpSpPr/>
        <p:nvPr/>
      </p:nvGrpSpPr>
      <p:grpSpPr>
        <a:xfrm>
          <a:off x="0" y="0"/>
          <a:ext cx="0" cy="0"/>
          <a:chOff x="0" y="0"/>
          <a:chExt cx="0" cy="0"/>
        </a:xfrm>
      </p:grpSpPr>
      <p:sp>
        <p:nvSpPr>
          <p:cNvPr id="240" name="Google Shape;240;SLIDES_API204368719_67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SLIDES_API204368719_67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6" name="Shape 266"/>
        <p:cNvGrpSpPr/>
        <p:nvPr/>
      </p:nvGrpSpPr>
      <p:grpSpPr>
        <a:xfrm>
          <a:off x="0" y="0"/>
          <a:ext cx="0" cy="0"/>
          <a:chOff x="0" y="0"/>
          <a:chExt cx="0" cy="0"/>
        </a:xfrm>
      </p:grpSpPr>
      <p:sp>
        <p:nvSpPr>
          <p:cNvPr id="267" name="Google Shape;267;SLIDES_API204368719_82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SLIDES_API204368719_8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6" name="Shape 286"/>
        <p:cNvGrpSpPr/>
        <p:nvPr/>
      </p:nvGrpSpPr>
      <p:grpSpPr>
        <a:xfrm>
          <a:off x="0" y="0"/>
          <a:ext cx="0" cy="0"/>
          <a:chOff x="0" y="0"/>
          <a:chExt cx="0" cy="0"/>
        </a:xfrm>
      </p:grpSpPr>
      <p:sp>
        <p:nvSpPr>
          <p:cNvPr id="287" name="Google Shape;287;SLIDES_API204368719_96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SLIDES_API204368719_96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Graphic Sans">
  <p:cSld name="TITLE">
    <p:bg>
      <p:bgPr>
        <a:solidFill>
          <a:schemeClr val="dk2"/>
        </a:solidFill>
        <a:effectLst/>
      </p:bgPr>
    </p:bg>
    <p:spTree>
      <p:nvGrpSpPr>
        <p:cNvPr id="54" name="Shape 54"/>
        <p:cNvGrpSpPr/>
        <p:nvPr/>
      </p:nvGrpSpPr>
      <p:grpSpPr>
        <a:xfrm>
          <a:off x="0" y="0"/>
          <a:ext cx="0" cy="0"/>
          <a:chOff x="0" y="0"/>
          <a:chExt cx="0" cy="0"/>
        </a:xfrm>
      </p:grpSpPr>
      <p:pic>
        <p:nvPicPr>
          <p:cNvPr id="55" name="Google Shape;55;p14"/>
          <p:cNvPicPr preferRelativeResize="0"/>
          <p:nvPr/>
        </p:nvPicPr>
        <p:blipFill>
          <a:blip r:embed="rId2"/>
          <a:stretch>
            <a:fillRect/>
          </a:stretch>
        </p:blipFill>
        <p:spPr>
          <a:xfrm>
            <a:off x="-56237" y="75"/>
            <a:ext cx="9256479" cy="5143501"/>
          </a:xfrm>
          <a:prstGeom prst="rect">
            <a:avLst/>
          </a:prstGeom>
          <a:noFill/>
          <a:ln>
            <a:noFill/>
          </a:ln>
        </p:spPr>
      </p:pic>
      <p:sp>
        <p:nvSpPr>
          <p:cNvPr id="56" name="Google Shape;56;p14"/>
          <p:cNvSpPr/>
          <p:nvPr/>
        </p:nvSpPr>
        <p:spPr>
          <a:xfrm>
            <a:off x="1308538" y="4120200"/>
            <a:ext cx="6577200" cy="523800"/>
          </a:xfrm>
          <a:prstGeom prst="roundRect">
            <a:avLst>
              <a:gd name="adj" fmla="val 50000"/>
            </a:avLst>
          </a:prstGeom>
          <a:solidFill>
            <a:schemeClr val="dk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7" name="Google Shape;57;p14"/>
          <p:cNvSpPr/>
          <p:nvPr/>
        </p:nvSpPr>
        <p:spPr>
          <a:xfrm>
            <a:off x="1258263" y="1034925"/>
            <a:ext cx="6577200" cy="2934600"/>
          </a:xfrm>
          <a:prstGeom prst="roundRect">
            <a:avLst>
              <a:gd name="adj" fmla="val 17401"/>
            </a:avLst>
          </a:prstGeom>
          <a:solidFill>
            <a:schemeClr val="dk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8" name="Google Shape;58;p14"/>
          <p:cNvSpPr txBox="1"/>
          <p:nvPr>
            <p:ph type="ctrTitle"/>
          </p:nvPr>
        </p:nvSpPr>
        <p:spPr>
          <a:xfrm>
            <a:off x="1574250" y="1545525"/>
            <a:ext cx="5995500" cy="2052600"/>
          </a:xfrm>
          <a:prstGeom prst="rect">
            <a:avLst/>
          </a:prstGeom>
        </p:spPr>
        <p:txBody>
          <a:bodyPr spcFirstLastPara="1" wrap="square" lIns="0" tIns="91425" rIns="0" bIns="91425" anchor="ctr" anchorCtr="0">
            <a:normAutofit/>
          </a:bodyPr>
          <a:lstStyle>
            <a:lvl1pPr lvl="0" algn="ctr">
              <a:lnSpc>
                <a:spcPct val="75000"/>
              </a:lnSpc>
              <a:spcBef>
                <a:spcPts val="0"/>
              </a:spcBef>
              <a:spcAft>
                <a:spcPts val="0"/>
              </a:spcAft>
              <a:buClr>
                <a:schemeClr val="lt1"/>
              </a:buClr>
              <a:buSzPts val="6800"/>
              <a:buNone/>
              <a:defRPr sz="6800">
                <a:solidFill>
                  <a:schemeClr val="lt1"/>
                </a:solidFill>
              </a:defRPr>
            </a:lvl1pPr>
            <a:lvl2pPr lvl="1">
              <a:lnSpc>
                <a:spcPct val="75000"/>
              </a:lnSpc>
              <a:spcBef>
                <a:spcPts val="0"/>
              </a:spcBef>
              <a:spcAft>
                <a:spcPts val="0"/>
              </a:spcAft>
              <a:buClr>
                <a:schemeClr val="accent5"/>
              </a:buClr>
              <a:buSzPts val="6800"/>
              <a:buNone/>
              <a:defRPr sz="6800">
                <a:solidFill>
                  <a:schemeClr val="accent5"/>
                </a:solidFill>
              </a:defRPr>
            </a:lvl2pPr>
            <a:lvl3pPr lvl="2">
              <a:lnSpc>
                <a:spcPct val="75000"/>
              </a:lnSpc>
              <a:spcBef>
                <a:spcPts val="0"/>
              </a:spcBef>
              <a:spcAft>
                <a:spcPts val="0"/>
              </a:spcAft>
              <a:buClr>
                <a:schemeClr val="accent5"/>
              </a:buClr>
              <a:buSzPts val="6800"/>
              <a:buNone/>
              <a:defRPr sz="6800">
                <a:solidFill>
                  <a:schemeClr val="accent5"/>
                </a:solidFill>
              </a:defRPr>
            </a:lvl3pPr>
            <a:lvl4pPr lvl="3">
              <a:lnSpc>
                <a:spcPct val="75000"/>
              </a:lnSpc>
              <a:spcBef>
                <a:spcPts val="0"/>
              </a:spcBef>
              <a:spcAft>
                <a:spcPts val="0"/>
              </a:spcAft>
              <a:buClr>
                <a:schemeClr val="accent5"/>
              </a:buClr>
              <a:buSzPts val="6800"/>
              <a:buNone/>
              <a:defRPr sz="6800">
                <a:solidFill>
                  <a:schemeClr val="accent5"/>
                </a:solidFill>
              </a:defRPr>
            </a:lvl4pPr>
            <a:lvl5pPr lvl="4">
              <a:lnSpc>
                <a:spcPct val="75000"/>
              </a:lnSpc>
              <a:spcBef>
                <a:spcPts val="0"/>
              </a:spcBef>
              <a:spcAft>
                <a:spcPts val="0"/>
              </a:spcAft>
              <a:buClr>
                <a:schemeClr val="accent5"/>
              </a:buClr>
              <a:buSzPts val="6800"/>
              <a:buNone/>
              <a:defRPr sz="6800">
                <a:solidFill>
                  <a:schemeClr val="accent5"/>
                </a:solidFill>
              </a:defRPr>
            </a:lvl5pPr>
            <a:lvl6pPr lvl="5">
              <a:lnSpc>
                <a:spcPct val="75000"/>
              </a:lnSpc>
              <a:spcBef>
                <a:spcPts val="0"/>
              </a:spcBef>
              <a:spcAft>
                <a:spcPts val="0"/>
              </a:spcAft>
              <a:buClr>
                <a:schemeClr val="accent5"/>
              </a:buClr>
              <a:buSzPts val="6800"/>
              <a:buNone/>
              <a:defRPr sz="6800">
                <a:solidFill>
                  <a:schemeClr val="accent5"/>
                </a:solidFill>
              </a:defRPr>
            </a:lvl6pPr>
            <a:lvl7pPr lvl="6">
              <a:lnSpc>
                <a:spcPct val="75000"/>
              </a:lnSpc>
              <a:spcBef>
                <a:spcPts val="0"/>
              </a:spcBef>
              <a:spcAft>
                <a:spcPts val="0"/>
              </a:spcAft>
              <a:buClr>
                <a:schemeClr val="accent5"/>
              </a:buClr>
              <a:buSzPts val="6800"/>
              <a:buNone/>
              <a:defRPr sz="6800">
                <a:solidFill>
                  <a:schemeClr val="accent5"/>
                </a:solidFill>
              </a:defRPr>
            </a:lvl7pPr>
            <a:lvl8pPr lvl="7">
              <a:lnSpc>
                <a:spcPct val="75000"/>
              </a:lnSpc>
              <a:spcBef>
                <a:spcPts val="0"/>
              </a:spcBef>
              <a:spcAft>
                <a:spcPts val="0"/>
              </a:spcAft>
              <a:buClr>
                <a:schemeClr val="accent5"/>
              </a:buClr>
              <a:buSzPts val="6800"/>
              <a:buNone/>
              <a:defRPr sz="6800">
                <a:solidFill>
                  <a:schemeClr val="accent5"/>
                </a:solidFill>
              </a:defRPr>
            </a:lvl8pPr>
            <a:lvl9pPr lvl="8">
              <a:lnSpc>
                <a:spcPct val="75000"/>
              </a:lnSpc>
              <a:spcBef>
                <a:spcPts val="0"/>
              </a:spcBef>
              <a:spcAft>
                <a:spcPts val="0"/>
              </a:spcAft>
              <a:buClr>
                <a:schemeClr val="accent5"/>
              </a:buClr>
              <a:buSzPts val="6800"/>
              <a:buNone/>
              <a:defRPr sz="6800">
                <a:solidFill>
                  <a:schemeClr val="accent5"/>
                </a:solidFill>
              </a:defRPr>
            </a:lvl9pPr>
          </a:lstStyle>
          <a:p/>
        </p:txBody>
      </p:sp>
      <p:sp>
        <p:nvSpPr>
          <p:cNvPr id="59" name="Google Shape;59;p14"/>
          <p:cNvSpPr txBox="1"/>
          <p:nvPr>
            <p:ph type="subTitle" idx="1"/>
          </p:nvPr>
        </p:nvSpPr>
        <p:spPr>
          <a:xfrm>
            <a:off x="2175313" y="4120200"/>
            <a:ext cx="4680900" cy="451800"/>
          </a:xfrm>
          <a:prstGeom prst="rect">
            <a:avLst/>
          </a:prstGeom>
        </p:spPr>
        <p:txBody>
          <a:bodyPr spcFirstLastPara="1" wrap="square" lIns="91425" tIns="91425" rIns="91425" bIns="91425" anchor="b" anchorCtr="0">
            <a:norm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0"/>
              </a:spcBef>
              <a:spcAft>
                <a:spcPts val="0"/>
              </a:spcAft>
              <a:buClr>
                <a:schemeClr val="dk1"/>
              </a:buClr>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0" name="Google Shape;60;p1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61" name="Shape 61"/>
        <p:cNvGrpSpPr/>
        <p:nvPr/>
      </p:nvGrpSpPr>
      <p:grpSpPr>
        <a:xfrm>
          <a:off x="0" y="0"/>
          <a:ext cx="0" cy="0"/>
          <a:chOff x="0" y="0"/>
          <a:chExt cx="0" cy="0"/>
        </a:xfrm>
      </p:grpSpPr>
      <p:sp>
        <p:nvSpPr>
          <p:cNvPr id="62" name="Google Shape;62;p15"/>
          <p:cNvSpPr txBox="1"/>
          <p:nvPr>
            <p:ph type="title"/>
          </p:nvPr>
        </p:nvSpPr>
        <p:spPr>
          <a:xfrm>
            <a:off x="311700" y="2150850"/>
            <a:ext cx="8520600" cy="841800"/>
          </a:xfrm>
          <a:prstGeom prst="rect">
            <a:avLst/>
          </a:prstGeom>
        </p:spPr>
        <p:txBody>
          <a:bodyPr spcFirstLastPara="1" wrap="square" lIns="0" tIns="91425" rIns="0"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3" name="Google Shape;63;p1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4" name="Shape 64"/>
        <p:cNvGrpSpPr/>
        <p:nvPr/>
      </p:nvGrpSpPr>
      <p:grpSpPr>
        <a:xfrm>
          <a:off x="0" y="0"/>
          <a:ext cx="0" cy="0"/>
          <a:chOff x="0" y="0"/>
          <a:chExt cx="0" cy="0"/>
        </a:xfrm>
      </p:grpSpPr>
      <p:sp>
        <p:nvSpPr>
          <p:cNvPr id="65" name="Google Shape;65;p16"/>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6" name="Google Shape;66;p16"/>
          <p:cNvSpPr txBox="1"/>
          <p:nvPr>
            <p:ph type="body" idx="1"/>
          </p:nvPr>
        </p:nvSpPr>
        <p:spPr>
          <a:xfrm>
            <a:off x="457200" y="915600"/>
            <a:ext cx="5709600" cy="3653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67" name="Google Shape;67;p1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1">
  <p:cSld name="TITLE_AND_BODY_2">
    <p:spTree>
      <p:nvGrpSpPr>
        <p:cNvPr id="68" name="Shape 68"/>
        <p:cNvGrpSpPr/>
        <p:nvPr/>
      </p:nvGrpSpPr>
      <p:grpSpPr>
        <a:xfrm>
          <a:off x="0" y="0"/>
          <a:ext cx="0" cy="0"/>
          <a:chOff x="0" y="0"/>
          <a:chExt cx="0" cy="0"/>
        </a:xfrm>
      </p:grpSpPr>
      <p:sp>
        <p:nvSpPr>
          <p:cNvPr id="69" name="Google Shape;69;p17"/>
          <p:cNvSpPr txBox="1"/>
          <p:nvPr>
            <p:ph type="title"/>
          </p:nvPr>
        </p:nvSpPr>
        <p:spPr>
          <a:xfrm>
            <a:off x="457200" y="356200"/>
            <a:ext cx="5259000" cy="572700"/>
          </a:xfrm>
          <a:prstGeom prst="rect">
            <a:avLst/>
          </a:prstGeom>
        </p:spPr>
        <p:txBody>
          <a:bodyPr spcFirstLastPara="1" wrap="square" lIns="0" tIns="91425" rIns="0" bIns="91425" anchor="b"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 name="Google Shape;70;p17"/>
          <p:cNvSpPr txBox="1"/>
          <p:nvPr>
            <p:ph type="body" idx="1"/>
          </p:nvPr>
        </p:nvSpPr>
        <p:spPr>
          <a:xfrm>
            <a:off x="457200" y="928900"/>
            <a:ext cx="5259000" cy="36534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71" name="Google Shape;71;p1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72" name="Google Shape;72;p17"/>
          <p:cNvSpPr/>
          <p:nvPr>
            <p:ph type="pic" idx="2"/>
          </p:nvPr>
        </p:nvSpPr>
        <p:spPr>
          <a:xfrm>
            <a:off x="6178850" y="598400"/>
            <a:ext cx="2511900" cy="2514600"/>
          </a:xfrm>
          <a:prstGeom prst="ellipse">
            <a:avLst/>
          </a:prstGeom>
          <a:noFill/>
          <a:ln w="9525" cap="flat" cmpd="sng">
            <a:solidFill>
              <a:schemeClr val="accent5"/>
            </a:solidFill>
            <a:prstDash val="solid"/>
            <a:round/>
            <a:headEnd type="none" w="sm" len="sm"/>
            <a:tailEnd type="none" w="sm" len="sm"/>
          </a:ln>
        </p:spPr>
      </p:sp>
      <p:sp>
        <p:nvSpPr>
          <p:cNvPr id="73" name="Google Shape;73;p17"/>
          <p:cNvSpPr/>
          <p:nvPr>
            <p:ph type="pic" idx="3"/>
          </p:nvPr>
        </p:nvSpPr>
        <p:spPr>
          <a:xfrm>
            <a:off x="5108950" y="2148625"/>
            <a:ext cx="2511900" cy="2514600"/>
          </a:xfrm>
          <a:prstGeom prst="ellipse">
            <a:avLst/>
          </a:prstGeom>
          <a:noFill/>
          <a:ln w="9525" cap="flat" cmpd="sng">
            <a:solidFill>
              <a:schemeClr val="accent5"/>
            </a:solidFill>
            <a:prstDash val="solid"/>
            <a:round/>
            <a:headEnd type="none" w="sm" len="sm"/>
            <a:tailEnd type="none" w="sm" len="sm"/>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1 2">
  <p:cSld name="TITLE_AND_BODY_2_2">
    <p:spTree>
      <p:nvGrpSpPr>
        <p:cNvPr id="74" name="Shape 74"/>
        <p:cNvGrpSpPr/>
        <p:nvPr/>
      </p:nvGrpSpPr>
      <p:grpSpPr>
        <a:xfrm>
          <a:off x="0" y="0"/>
          <a:ext cx="0" cy="0"/>
          <a:chOff x="0" y="0"/>
          <a:chExt cx="0" cy="0"/>
        </a:xfrm>
      </p:grpSpPr>
      <p:sp>
        <p:nvSpPr>
          <p:cNvPr id="75" name="Google Shape;75;p18"/>
          <p:cNvSpPr txBox="1"/>
          <p:nvPr>
            <p:ph type="body" idx="1"/>
          </p:nvPr>
        </p:nvSpPr>
        <p:spPr>
          <a:xfrm>
            <a:off x="457200" y="1293450"/>
            <a:ext cx="5259000" cy="32889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76" name="Google Shape;76;p1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77" name="Google Shape;77;p18"/>
          <p:cNvSpPr/>
          <p:nvPr>
            <p:ph type="pic" idx="2"/>
          </p:nvPr>
        </p:nvSpPr>
        <p:spPr>
          <a:xfrm>
            <a:off x="6173525" y="-13300"/>
            <a:ext cx="2970600" cy="5156700"/>
          </a:xfrm>
          <a:prstGeom prst="rect">
            <a:avLst/>
          </a:prstGeom>
          <a:noFill/>
          <a:ln>
            <a:noFill/>
          </a:ln>
        </p:spPr>
      </p:sp>
      <p:sp>
        <p:nvSpPr>
          <p:cNvPr id="78" name="Google Shape;78;p18"/>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1 1">
  <p:cSld name="TITLE_AND_BODY_2_1">
    <p:spTree>
      <p:nvGrpSpPr>
        <p:cNvPr id="79" name="Shape 79"/>
        <p:cNvGrpSpPr/>
        <p:nvPr/>
      </p:nvGrpSpPr>
      <p:grpSpPr>
        <a:xfrm>
          <a:off x="0" y="0"/>
          <a:ext cx="0" cy="0"/>
          <a:chOff x="0" y="0"/>
          <a:chExt cx="0" cy="0"/>
        </a:xfrm>
      </p:grpSpPr>
      <p:sp>
        <p:nvSpPr>
          <p:cNvPr id="80" name="Google Shape;80;p19"/>
          <p:cNvSpPr txBox="1"/>
          <p:nvPr>
            <p:ph type="body" idx="1"/>
          </p:nvPr>
        </p:nvSpPr>
        <p:spPr>
          <a:xfrm>
            <a:off x="4572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1" name="Google Shape;81;p1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82" name="Google Shape;82;p19"/>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3" name="Google Shape;83;p19"/>
          <p:cNvSpPr txBox="1"/>
          <p:nvPr>
            <p:ph type="body" idx="2"/>
          </p:nvPr>
        </p:nvSpPr>
        <p:spPr>
          <a:xfrm>
            <a:off x="31951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4" name="Google Shape;84;p19"/>
          <p:cNvSpPr txBox="1"/>
          <p:nvPr>
            <p:ph type="body" idx="3"/>
          </p:nvPr>
        </p:nvSpPr>
        <p:spPr>
          <a:xfrm>
            <a:off x="59330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5" name="Google Shape;85;p19"/>
          <p:cNvSpPr txBox="1"/>
          <p:nvPr>
            <p:ph type="subTitle" idx="4"/>
          </p:nvPr>
        </p:nvSpPr>
        <p:spPr>
          <a:xfrm>
            <a:off x="45852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86" name="Google Shape;86;p19"/>
          <p:cNvSpPr txBox="1"/>
          <p:nvPr>
            <p:ph type="subTitle" idx="5"/>
          </p:nvPr>
        </p:nvSpPr>
        <p:spPr>
          <a:xfrm>
            <a:off x="3195100"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87" name="Google Shape;87;p19"/>
          <p:cNvSpPr txBox="1"/>
          <p:nvPr>
            <p:ph type="subTitle" idx="6"/>
          </p:nvPr>
        </p:nvSpPr>
        <p:spPr>
          <a:xfrm>
            <a:off x="593167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genda">
  <p:cSld name="TITLE_AND_BODY_1">
    <p:bg>
      <p:bgPr>
        <a:solidFill>
          <a:schemeClr val="accent1"/>
        </a:solidFill>
        <a:effectLst/>
      </p:bgPr>
    </p:bg>
    <p:spTree>
      <p:nvGrpSpPr>
        <p:cNvPr id="88" name="Shape 88"/>
        <p:cNvGrpSpPr/>
        <p:nvPr/>
      </p:nvGrpSpPr>
      <p:grpSpPr>
        <a:xfrm>
          <a:off x="0" y="0"/>
          <a:ext cx="0" cy="0"/>
          <a:chOff x="0" y="0"/>
          <a:chExt cx="0" cy="0"/>
        </a:xfrm>
      </p:grpSpPr>
      <p:sp>
        <p:nvSpPr>
          <p:cNvPr id="89" name="Google Shape;89;p20"/>
          <p:cNvSpPr txBox="1"/>
          <p:nvPr>
            <p:ph type="body" idx="1"/>
          </p:nvPr>
        </p:nvSpPr>
        <p:spPr>
          <a:xfrm>
            <a:off x="910425" y="342900"/>
            <a:ext cx="7921800" cy="4226100"/>
          </a:xfrm>
          <a:prstGeom prst="rect">
            <a:avLst/>
          </a:prstGeom>
        </p:spPr>
        <p:txBody>
          <a:bodyPr spcFirstLastPara="1" wrap="square" lIns="91425" tIns="91425" rIns="91425" bIns="91425" anchor="ctr" anchorCtr="0">
            <a:normAutofit/>
          </a:bodyPr>
          <a:lstStyle>
            <a:lvl1pPr marL="457200" lvl="0" indent="-381000">
              <a:lnSpc>
                <a:spcPct val="200000"/>
              </a:lnSpc>
              <a:spcBef>
                <a:spcPts val="0"/>
              </a:spcBef>
              <a:spcAft>
                <a:spcPts val="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1pPr>
            <a:lvl2pPr marL="914400" lvl="1" indent="-381000">
              <a:lnSpc>
                <a:spcPct val="200000"/>
              </a:lnSpc>
              <a:spcBef>
                <a:spcPts val="800"/>
              </a:spcBef>
              <a:spcAft>
                <a:spcPts val="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2pPr>
            <a:lvl3pPr marL="1371600" lvl="2" indent="-381000">
              <a:lnSpc>
                <a:spcPct val="200000"/>
              </a:lnSpc>
              <a:spcBef>
                <a:spcPts val="800"/>
              </a:spcBef>
              <a:spcAft>
                <a:spcPts val="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3pPr>
            <a:lvl4pPr marL="1828800" lvl="3" indent="-381000">
              <a:lnSpc>
                <a:spcPct val="200000"/>
              </a:lnSpc>
              <a:spcBef>
                <a:spcPts val="800"/>
              </a:spcBef>
              <a:spcAft>
                <a:spcPts val="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4pPr>
            <a:lvl5pPr marL="2286000" lvl="4" indent="-381000">
              <a:lnSpc>
                <a:spcPct val="200000"/>
              </a:lnSpc>
              <a:spcBef>
                <a:spcPts val="800"/>
              </a:spcBef>
              <a:spcAft>
                <a:spcPts val="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5pPr>
            <a:lvl6pPr marL="2743200" lvl="5" indent="-381000">
              <a:lnSpc>
                <a:spcPct val="200000"/>
              </a:lnSpc>
              <a:spcBef>
                <a:spcPts val="800"/>
              </a:spcBef>
              <a:spcAft>
                <a:spcPts val="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6pPr>
            <a:lvl7pPr marL="3200400" lvl="6" indent="-381000">
              <a:lnSpc>
                <a:spcPct val="200000"/>
              </a:lnSpc>
              <a:spcBef>
                <a:spcPts val="800"/>
              </a:spcBef>
              <a:spcAft>
                <a:spcPts val="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7pPr>
            <a:lvl8pPr marL="3657600" lvl="7" indent="-381000">
              <a:lnSpc>
                <a:spcPct val="200000"/>
              </a:lnSpc>
              <a:spcBef>
                <a:spcPts val="800"/>
              </a:spcBef>
              <a:spcAft>
                <a:spcPts val="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8pPr>
            <a:lvl9pPr marL="4114800" lvl="8" indent="-381000">
              <a:lnSpc>
                <a:spcPct val="200000"/>
              </a:lnSpc>
              <a:spcBef>
                <a:spcPts val="800"/>
              </a:spcBef>
              <a:spcAft>
                <a:spcPts val="80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9pPr>
          </a:lstStyle>
          <a:p/>
        </p:txBody>
      </p:sp>
      <p:sp>
        <p:nvSpPr>
          <p:cNvPr id="90" name="Google Shape;90;p2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91" name="Shape 91"/>
        <p:cNvGrpSpPr/>
        <p:nvPr/>
      </p:nvGrpSpPr>
      <p:grpSpPr>
        <a:xfrm>
          <a:off x="0" y="0"/>
          <a:ext cx="0" cy="0"/>
          <a:chOff x="0" y="0"/>
          <a:chExt cx="0" cy="0"/>
        </a:xfrm>
      </p:grpSpPr>
      <p:sp>
        <p:nvSpPr>
          <p:cNvPr id="92" name="Google Shape;92;p21"/>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 name="Google Shape;93;p21"/>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4" name="Google Shape;94;p21"/>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5" name="Google Shape;95;p21"/>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96" name="Shape 96"/>
        <p:cNvGrpSpPr/>
        <p:nvPr/>
      </p:nvGrpSpPr>
      <p:grpSpPr>
        <a:xfrm>
          <a:off x="0" y="0"/>
          <a:ext cx="0" cy="0"/>
          <a:chOff x="0" y="0"/>
          <a:chExt cx="0" cy="0"/>
        </a:xfrm>
      </p:grpSpPr>
      <p:sp>
        <p:nvSpPr>
          <p:cNvPr id="97" name="Google Shape;97;p22"/>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 name="Google Shape;98;p2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99" name="Shape 99"/>
        <p:cNvGrpSpPr/>
        <p:nvPr/>
      </p:nvGrpSpPr>
      <p:grpSpPr>
        <a:xfrm>
          <a:off x="0" y="0"/>
          <a:ext cx="0" cy="0"/>
          <a:chOff x="0" y="0"/>
          <a:chExt cx="0" cy="0"/>
        </a:xfrm>
      </p:grpSpPr>
      <p:sp>
        <p:nvSpPr>
          <p:cNvPr id="100" name="Google Shape;100;p23"/>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1" name="Google Shape;101;p23"/>
          <p:cNvSpPr txBox="1"/>
          <p:nvPr>
            <p:ph type="body" idx="1"/>
          </p:nvPr>
        </p:nvSpPr>
        <p:spPr>
          <a:xfrm>
            <a:off x="457200" y="1389600"/>
            <a:ext cx="56034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1pPr>
            <a:lvl2pPr marL="914400" lvl="1"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2pPr>
            <a:lvl3pPr marL="1371600" lvl="2"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3pPr>
            <a:lvl4pPr marL="1828800" lvl="3"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4pPr>
            <a:lvl5pPr marL="2286000" lvl="4"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5pPr>
            <a:lvl6pPr marL="2743200" lvl="5"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6pPr>
            <a:lvl7pPr marL="3200400" lvl="6"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7pPr>
            <a:lvl8pPr marL="3657600" lvl="7"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8pPr>
            <a:lvl9pPr marL="4114800" lvl="8" indent="-304800">
              <a:spcBef>
                <a:spcPts val="800"/>
              </a:spcBef>
              <a:spcAft>
                <a:spcPts val="80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9pPr>
          </a:lstStyle>
          <a:p/>
        </p:txBody>
      </p:sp>
      <p:sp>
        <p:nvSpPr>
          <p:cNvPr id="102" name="Google Shape;102;p2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1">
  <p:cSld name="ONE_COLUMN_TEXT_1">
    <p:spTree>
      <p:nvGrpSpPr>
        <p:cNvPr id="103" name="Shape 103"/>
        <p:cNvGrpSpPr/>
        <p:nvPr/>
      </p:nvGrpSpPr>
      <p:grpSpPr>
        <a:xfrm>
          <a:off x="0" y="0"/>
          <a:ext cx="0" cy="0"/>
          <a:chOff x="0" y="0"/>
          <a:chExt cx="0" cy="0"/>
        </a:xfrm>
      </p:grpSpPr>
      <p:sp>
        <p:nvSpPr>
          <p:cNvPr id="104" name="Google Shape;104;p24"/>
          <p:cNvSpPr txBox="1"/>
          <p:nvPr>
            <p:ph type="title"/>
          </p:nvPr>
        </p:nvSpPr>
        <p:spPr>
          <a:xfrm>
            <a:off x="457200" y="219390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5" name="Google Shape;105;p2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06" name="Shape 106"/>
        <p:cNvGrpSpPr/>
        <p:nvPr/>
      </p:nvGrpSpPr>
      <p:grpSpPr>
        <a:xfrm>
          <a:off x="0" y="0"/>
          <a:ext cx="0" cy="0"/>
          <a:chOff x="0" y="0"/>
          <a:chExt cx="0" cy="0"/>
        </a:xfrm>
      </p:grpSpPr>
      <p:sp>
        <p:nvSpPr>
          <p:cNvPr id="107" name="Google Shape;107;p25"/>
          <p:cNvSpPr txBox="1"/>
          <p:nvPr>
            <p:ph type="title"/>
          </p:nvPr>
        </p:nvSpPr>
        <p:spPr>
          <a:xfrm>
            <a:off x="917050" y="450150"/>
            <a:ext cx="5249700" cy="4090800"/>
          </a:xfrm>
          <a:prstGeom prst="rect">
            <a:avLst/>
          </a:prstGeom>
        </p:spPr>
        <p:txBody>
          <a:bodyPr spcFirstLastPara="1" wrap="square" lIns="0" tIns="91425" rIns="91425" bIns="91425" anchor="ctr" anchorCtr="0">
            <a:normAutofit/>
          </a:bodyPr>
          <a:lstStyle>
            <a:lvl1pPr lvl="0">
              <a:spcBef>
                <a:spcPts val="0"/>
              </a:spcBef>
              <a:spcAft>
                <a:spcPts val="0"/>
              </a:spcAft>
              <a:buClr>
                <a:schemeClr val="accent6"/>
              </a:buClr>
              <a:buSzPts val="4800"/>
              <a:buNone/>
              <a:defRPr sz="4800">
                <a:solidFill>
                  <a:schemeClr val="accent6"/>
                </a:solidFill>
              </a:defRPr>
            </a:lvl1pPr>
            <a:lvl2pPr lvl="1">
              <a:spcBef>
                <a:spcPts val="0"/>
              </a:spcBef>
              <a:spcAft>
                <a:spcPts val="0"/>
              </a:spcAft>
              <a:buClr>
                <a:schemeClr val="accent6"/>
              </a:buClr>
              <a:buSzPts val="4800"/>
              <a:buNone/>
              <a:defRPr sz="4800">
                <a:solidFill>
                  <a:schemeClr val="accent6"/>
                </a:solidFill>
              </a:defRPr>
            </a:lvl2pPr>
            <a:lvl3pPr lvl="2">
              <a:spcBef>
                <a:spcPts val="0"/>
              </a:spcBef>
              <a:spcAft>
                <a:spcPts val="0"/>
              </a:spcAft>
              <a:buClr>
                <a:schemeClr val="accent6"/>
              </a:buClr>
              <a:buSzPts val="4800"/>
              <a:buNone/>
              <a:defRPr sz="4800">
                <a:solidFill>
                  <a:schemeClr val="accent6"/>
                </a:solidFill>
              </a:defRPr>
            </a:lvl3pPr>
            <a:lvl4pPr lvl="3">
              <a:spcBef>
                <a:spcPts val="0"/>
              </a:spcBef>
              <a:spcAft>
                <a:spcPts val="0"/>
              </a:spcAft>
              <a:buClr>
                <a:schemeClr val="accent6"/>
              </a:buClr>
              <a:buSzPts val="4800"/>
              <a:buNone/>
              <a:defRPr sz="4800">
                <a:solidFill>
                  <a:schemeClr val="accent6"/>
                </a:solidFill>
              </a:defRPr>
            </a:lvl4pPr>
            <a:lvl5pPr lvl="4">
              <a:spcBef>
                <a:spcPts val="0"/>
              </a:spcBef>
              <a:spcAft>
                <a:spcPts val="0"/>
              </a:spcAft>
              <a:buClr>
                <a:schemeClr val="accent6"/>
              </a:buClr>
              <a:buSzPts val="4800"/>
              <a:buNone/>
              <a:defRPr sz="4800">
                <a:solidFill>
                  <a:schemeClr val="accent6"/>
                </a:solidFill>
              </a:defRPr>
            </a:lvl5pPr>
            <a:lvl6pPr lvl="5">
              <a:spcBef>
                <a:spcPts val="0"/>
              </a:spcBef>
              <a:spcAft>
                <a:spcPts val="0"/>
              </a:spcAft>
              <a:buClr>
                <a:schemeClr val="accent6"/>
              </a:buClr>
              <a:buSzPts val="4800"/>
              <a:buNone/>
              <a:defRPr sz="4800">
                <a:solidFill>
                  <a:schemeClr val="accent6"/>
                </a:solidFill>
              </a:defRPr>
            </a:lvl6pPr>
            <a:lvl7pPr lvl="6">
              <a:spcBef>
                <a:spcPts val="0"/>
              </a:spcBef>
              <a:spcAft>
                <a:spcPts val="0"/>
              </a:spcAft>
              <a:buClr>
                <a:schemeClr val="accent6"/>
              </a:buClr>
              <a:buSzPts val="4800"/>
              <a:buNone/>
              <a:defRPr sz="4800">
                <a:solidFill>
                  <a:schemeClr val="accent6"/>
                </a:solidFill>
              </a:defRPr>
            </a:lvl7pPr>
            <a:lvl8pPr lvl="7">
              <a:spcBef>
                <a:spcPts val="0"/>
              </a:spcBef>
              <a:spcAft>
                <a:spcPts val="0"/>
              </a:spcAft>
              <a:buClr>
                <a:schemeClr val="accent6"/>
              </a:buClr>
              <a:buSzPts val="4800"/>
              <a:buNone/>
              <a:defRPr sz="4800">
                <a:solidFill>
                  <a:schemeClr val="accent6"/>
                </a:solidFill>
              </a:defRPr>
            </a:lvl8pPr>
            <a:lvl9pPr lvl="8">
              <a:spcBef>
                <a:spcPts val="0"/>
              </a:spcBef>
              <a:spcAft>
                <a:spcPts val="0"/>
              </a:spcAft>
              <a:buClr>
                <a:schemeClr val="accent6"/>
              </a:buClr>
              <a:buSzPts val="4800"/>
              <a:buNone/>
              <a:defRPr sz="4800">
                <a:solidFill>
                  <a:schemeClr val="accent6"/>
                </a:solidFill>
              </a:defRPr>
            </a:lvl9pPr>
          </a:lstStyle>
          <a:p/>
        </p:txBody>
      </p:sp>
      <p:sp>
        <p:nvSpPr>
          <p:cNvPr id="108" name="Google Shape;108;p2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09" name="Google Shape;109;p25"/>
          <p:cNvSpPr txBox="1"/>
          <p:nvPr>
            <p:ph type="subTitle" idx="1"/>
          </p:nvPr>
        </p:nvSpPr>
        <p:spPr>
          <a:xfrm>
            <a:off x="917050" y="3196425"/>
            <a:ext cx="4714200" cy="451800"/>
          </a:xfrm>
          <a:prstGeom prst="rect">
            <a:avLst/>
          </a:prstGeom>
        </p:spPr>
        <p:txBody>
          <a:bodyPr spcFirstLastPara="1" wrap="square" lIns="0" tIns="91425" rIns="91425" bIns="91425" anchor="t" anchorCtr="0">
            <a:normAutofit/>
          </a:bodyPr>
          <a:lstStyle>
            <a:lvl1pPr lvl="0">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10" name="Shape 110"/>
        <p:cNvGrpSpPr/>
        <p:nvPr/>
      </p:nvGrpSpPr>
      <p:grpSpPr>
        <a:xfrm>
          <a:off x="0" y="0"/>
          <a:ext cx="0" cy="0"/>
          <a:chOff x="0" y="0"/>
          <a:chExt cx="0" cy="0"/>
        </a:xfrm>
      </p:grpSpPr>
      <p:sp>
        <p:nvSpPr>
          <p:cNvPr id="111" name="Google Shape;111;p2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 name="Google Shape;112;p26"/>
          <p:cNvSpPr txBox="1"/>
          <p:nvPr>
            <p:ph type="title"/>
          </p:nvPr>
        </p:nvSpPr>
        <p:spPr>
          <a:xfrm>
            <a:off x="265500" y="1233175"/>
            <a:ext cx="4045200" cy="1482300"/>
          </a:xfrm>
          <a:prstGeom prst="rect">
            <a:avLst/>
          </a:prstGeom>
        </p:spPr>
        <p:txBody>
          <a:bodyPr spcFirstLastPara="1" wrap="square" lIns="0" tIns="91425" rIns="0"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13" name="Google Shape;113;p26"/>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4" name="Google Shape;114;p26"/>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115" name="Google Shape;115;p2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16" name="Shape 116"/>
        <p:cNvGrpSpPr/>
        <p:nvPr/>
      </p:nvGrpSpPr>
      <p:grpSpPr>
        <a:xfrm>
          <a:off x="0" y="0"/>
          <a:ext cx="0" cy="0"/>
          <a:chOff x="0" y="0"/>
          <a:chExt cx="0" cy="0"/>
        </a:xfrm>
      </p:grpSpPr>
      <p:sp>
        <p:nvSpPr>
          <p:cNvPr id="117" name="Google Shape;117;p27"/>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p:txBody>
      </p:sp>
      <p:sp>
        <p:nvSpPr>
          <p:cNvPr id="118" name="Google Shape;118;p2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19" name="Shape 119"/>
        <p:cNvGrpSpPr/>
        <p:nvPr/>
      </p:nvGrpSpPr>
      <p:grpSpPr>
        <a:xfrm>
          <a:off x="0" y="0"/>
          <a:ext cx="0" cy="0"/>
          <a:chOff x="0" y="0"/>
          <a:chExt cx="0" cy="0"/>
        </a:xfrm>
      </p:grpSpPr>
      <p:sp>
        <p:nvSpPr>
          <p:cNvPr id="120" name="Google Shape;120;p28"/>
          <p:cNvSpPr txBox="1"/>
          <p:nvPr>
            <p:ph type="title" hasCustomPrompt="1"/>
          </p:nvPr>
        </p:nvSpPr>
        <p:spPr>
          <a:xfrm>
            <a:off x="311700" y="1106125"/>
            <a:ext cx="8520600" cy="1963500"/>
          </a:xfrm>
          <a:prstGeom prst="rect">
            <a:avLst/>
          </a:prstGeom>
        </p:spPr>
        <p:txBody>
          <a:bodyPr spcFirstLastPara="1" wrap="square" lIns="0" tIns="91425" rIns="0"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21" name="Google Shape;121;p28"/>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800"/>
              </a:spcBef>
              <a:spcAft>
                <a:spcPts val="0"/>
              </a:spcAft>
              <a:buSzPts val="1400"/>
              <a:buChar char="•"/>
              <a:defRPr/>
            </a:lvl2pPr>
            <a:lvl3pPr marL="1371600" lvl="2" indent="-317500" algn="ctr">
              <a:spcBef>
                <a:spcPts val="800"/>
              </a:spcBef>
              <a:spcAft>
                <a:spcPts val="0"/>
              </a:spcAft>
              <a:buSzPts val="1400"/>
              <a:buChar char="•"/>
              <a:defRPr/>
            </a:lvl3pPr>
            <a:lvl4pPr marL="1828800" lvl="3" indent="-317500" algn="ctr">
              <a:spcBef>
                <a:spcPts val="800"/>
              </a:spcBef>
              <a:spcAft>
                <a:spcPts val="0"/>
              </a:spcAft>
              <a:buSzPts val="1400"/>
              <a:buChar char="•"/>
              <a:defRPr/>
            </a:lvl4pPr>
            <a:lvl5pPr marL="2286000" lvl="4" indent="-317500" algn="ctr">
              <a:spcBef>
                <a:spcPts val="800"/>
              </a:spcBef>
              <a:spcAft>
                <a:spcPts val="0"/>
              </a:spcAft>
              <a:buSzPts val="1400"/>
              <a:buChar char="•"/>
              <a:defRPr/>
            </a:lvl5pPr>
            <a:lvl6pPr marL="2743200" lvl="5" indent="-317500" algn="ctr">
              <a:spcBef>
                <a:spcPts val="800"/>
              </a:spcBef>
              <a:spcAft>
                <a:spcPts val="0"/>
              </a:spcAft>
              <a:buSzPts val="1400"/>
              <a:buChar char="•"/>
              <a:defRPr/>
            </a:lvl6pPr>
            <a:lvl7pPr marL="3200400" lvl="6" indent="-317500" algn="ctr">
              <a:spcBef>
                <a:spcPts val="800"/>
              </a:spcBef>
              <a:spcAft>
                <a:spcPts val="0"/>
              </a:spcAft>
              <a:buSzPts val="1400"/>
              <a:buChar char="•"/>
              <a:defRPr/>
            </a:lvl7pPr>
            <a:lvl8pPr marL="3657600" lvl="7" indent="-317500" algn="ctr">
              <a:spcBef>
                <a:spcPts val="800"/>
              </a:spcBef>
              <a:spcAft>
                <a:spcPts val="0"/>
              </a:spcAft>
              <a:buSzPts val="1400"/>
              <a:buChar char="•"/>
              <a:defRPr/>
            </a:lvl8pPr>
            <a:lvl9pPr marL="4114800" lvl="8" indent="-317500" algn="ctr">
              <a:spcBef>
                <a:spcPts val="800"/>
              </a:spcBef>
              <a:spcAft>
                <a:spcPts val="800"/>
              </a:spcAft>
              <a:buSzPts val="1400"/>
              <a:buChar char="•"/>
              <a:defRPr/>
            </a:lvl9pPr>
          </a:lstStyle>
          <a:p/>
        </p:txBody>
      </p:sp>
      <p:sp>
        <p:nvSpPr>
          <p:cNvPr id="122" name="Google Shape;122;p2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23" name="Shape 123"/>
        <p:cNvGrpSpPr/>
        <p:nvPr/>
      </p:nvGrpSpPr>
      <p:grpSpPr>
        <a:xfrm>
          <a:off x="0" y="0"/>
          <a:ext cx="0" cy="0"/>
          <a:chOff x="0" y="0"/>
          <a:chExt cx="0" cy="0"/>
        </a:xfrm>
      </p:grpSpPr>
      <p:sp>
        <p:nvSpPr>
          <p:cNvPr id="124" name="Google Shape;124;p2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Yellow Borders">
  <p:cSld name="CUSTOM_2_1">
    <p:bg>
      <p:bgPr>
        <a:solidFill>
          <a:schemeClr val="dk2"/>
        </a:solidFill>
        <a:effectLst/>
      </p:bgPr>
    </p:bg>
    <p:spTree>
      <p:nvGrpSpPr>
        <p:cNvPr id="125" name="Shape 125"/>
        <p:cNvGrpSpPr/>
        <p:nvPr/>
      </p:nvGrpSpPr>
      <p:grpSpPr>
        <a:xfrm>
          <a:off x="0" y="0"/>
          <a:ext cx="0" cy="0"/>
          <a:chOff x="0" y="0"/>
          <a:chExt cx="0" cy="0"/>
        </a:xfrm>
      </p:grpSpPr>
      <p:pic>
        <p:nvPicPr>
          <p:cNvPr id="126" name="Google Shape;126;p30"/>
          <p:cNvPicPr preferRelativeResize="0"/>
          <p:nvPr/>
        </p:nvPicPr>
        <p:blipFill rotWithShape="1">
          <a:blip r:embed="rId2"/>
          <a:srcRect t="3008" b="83085"/>
          <a:stretch>
            <a:fillRect/>
          </a:stretch>
        </p:blipFill>
        <p:spPr>
          <a:xfrm>
            <a:off x="4950" y="0"/>
            <a:ext cx="9144003" cy="706601"/>
          </a:xfrm>
          <a:prstGeom prst="rect">
            <a:avLst/>
          </a:prstGeom>
          <a:noFill/>
          <a:ln w="9525" cap="flat" cmpd="sng">
            <a:solidFill>
              <a:schemeClr val="lt1"/>
            </a:solidFill>
            <a:prstDash val="solid"/>
            <a:round/>
            <a:headEnd type="none" w="sm" len="sm"/>
            <a:tailEnd type="none" w="sm" len="sm"/>
          </a:ln>
        </p:spPr>
      </p:pic>
      <p:pic>
        <p:nvPicPr>
          <p:cNvPr id="127" name="Google Shape;127;p30"/>
          <p:cNvPicPr preferRelativeResize="0"/>
          <p:nvPr/>
        </p:nvPicPr>
        <p:blipFill rotWithShape="1">
          <a:blip r:embed="rId2"/>
          <a:srcRect t="22928" b="63164"/>
          <a:stretch>
            <a:fillRect/>
          </a:stretch>
        </p:blipFill>
        <p:spPr>
          <a:xfrm>
            <a:off x="4950" y="4436900"/>
            <a:ext cx="9144003" cy="706601"/>
          </a:xfrm>
          <a:prstGeom prst="rect">
            <a:avLst/>
          </a:prstGeom>
          <a:noFill/>
          <a:ln w="9525" cap="flat" cmpd="sng">
            <a:solidFill>
              <a:schemeClr val="lt1"/>
            </a:solidFill>
            <a:prstDash val="solid"/>
            <a:round/>
            <a:headEnd type="none" w="sm" len="sm"/>
            <a:tailEnd type="none" w="sm" len="sm"/>
          </a:ln>
        </p:spPr>
      </p:pic>
      <p:sp>
        <p:nvSpPr>
          <p:cNvPr id="128" name="Google Shape;128;p30"/>
          <p:cNvSpPr txBox="1"/>
          <p:nvPr>
            <p:ph type="title"/>
          </p:nvPr>
        </p:nvSpPr>
        <p:spPr>
          <a:xfrm>
            <a:off x="2257500" y="1114000"/>
            <a:ext cx="4629000" cy="706500"/>
          </a:xfrm>
          <a:prstGeom prst="rect">
            <a:avLst/>
          </a:prstGeom>
        </p:spPr>
        <p:txBody>
          <a:bodyPr spcFirstLastPara="1" wrap="square" lIns="0" tIns="91425" rIns="0" bIns="91425" anchor="ctr" anchorCtr="0">
            <a:noAutofit/>
          </a:bodyPr>
          <a:lstStyle>
            <a:lvl1pPr lvl="0" algn="ctr">
              <a:spcBef>
                <a:spcPts val="0"/>
              </a:spcBef>
              <a:spcAft>
                <a:spcPts val="0"/>
              </a:spcAft>
              <a:buClr>
                <a:schemeClr val="lt1"/>
              </a:buClr>
              <a:buSzPts val="2600"/>
              <a:buNone/>
              <a:defRPr sz="2600">
                <a:solidFill>
                  <a:schemeClr val="lt1"/>
                </a:solidFill>
              </a:defRPr>
            </a:lvl1pPr>
            <a:lvl2pPr lvl="1" algn="ctr">
              <a:spcBef>
                <a:spcPts val="0"/>
              </a:spcBef>
              <a:spcAft>
                <a:spcPts val="0"/>
              </a:spcAft>
              <a:buClr>
                <a:schemeClr val="lt1"/>
              </a:buClr>
              <a:buSzPts val="2800"/>
              <a:buFont typeface="Hanken Grotesk"/>
              <a:buNone/>
              <a:defRPr b="1">
                <a:solidFill>
                  <a:schemeClr val="lt1"/>
                </a:solidFill>
                <a:latin typeface="Hanken Grotesk"/>
                <a:ea typeface="Hanken Grotesk"/>
                <a:cs typeface="Hanken Grotesk"/>
                <a:sym typeface="Hanken Grotesk"/>
              </a:defRPr>
            </a:lvl2pPr>
            <a:lvl3pPr lvl="2" algn="ctr">
              <a:spcBef>
                <a:spcPts val="0"/>
              </a:spcBef>
              <a:spcAft>
                <a:spcPts val="0"/>
              </a:spcAft>
              <a:buClr>
                <a:schemeClr val="lt1"/>
              </a:buClr>
              <a:buSzPts val="2800"/>
              <a:buFont typeface="Hanken Grotesk"/>
              <a:buNone/>
              <a:defRPr b="1">
                <a:solidFill>
                  <a:schemeClr val="lt1"/>
                </a:solidFill>
                <a:latin typeface="Hanken Grotesk"/>
                <a:ea typeface="Hanken Grotesk"/>
                <a:cs typeface="Hanken Grotesk"/>
                <a:sym typeface="Hanken Grotesk"/>
              </a:defRPr>
            </a:lvl3pPr>
            <a:lvl4pPr lvl="3" algn="ctr">
              <a:spcBef>
                <a:spcPts val="0"/>
              </a:spcBef>
              <a:spcAft>
                <a:spcPts val="0"/>
              </a:spcAft>
              <a:buClr>
                <a:schemeClr val="lt1"/>
              </a:buClr>
              <a:buSzPts val="2800"/>
              <a:buFont typeface="Hanken Grotesk"/>
              <a:buNone/>
              <a:defRPr b="1">
                <a:solidFill>
                  <a:schemeClr val="lt1"/>
                </a:solidFill>
                <a:latin typeface="Hanken Grotesk"/>
                <a:ea typeface="Hanken Grotesk"/>
                <a:cs typeface="Hanken Grotesk"/>
                <a:sym typeface="Hanken Grotesk"/>
              </a:defRPr>
            </a:lvl4pPr>
            <a:lvl5pPr lvl="4" algn="ctr">
              <a:spcBef>
                <a:spcPts val="0"/>
              </a:spcBef>
              <a:spcAft>
                <a:spcPts val="0"/>
              </a:spcAft>
              <a:buClr>
                <a:schemeClr val="lt1"/>
              </a:buClr>
              <a:buSzPts val="2800"/>
              <a:buFont typeface="Hanken Grotesk"/>
              <a:buNone/>
              <a:defRPr b="1">
                <a:solidFill>
                  <a:schemeClr val="lt1"/>
                </a:solidFill>
                <a:latin typeface="Hanken Grotesk"/>
                <a:ea typeface="Hanken Grotesk"/>
                <a:cs typeface="Hanken Grotesk"/>
                <a:sym typeface="Hanken Grotesk"/>
              </a:defRPr>
            </a:lvl5pPr>
            <a:lvl6pPr lvl="5" algn="ctr">
              <a:spcBef>
                <a:spcPts val="0"/>
              </a:spcBef>
              <a:spcAft>
                <a:spcPts val="0"/>
              </a:spcAft>
              <a:buClr>
                <a:schemeClr val="lt1"/>
              </a:buClr>
              <a:buSzPts val="2800"/>
              <a:buFont typeface="Hanken Grotesk"/>
              <a:buNone/>
              <a:defRPr b="1">
                <a:solidFill>
                  <a:schemeClr val="lt1"/>
                </a:solidFill>
                <a:latin typeface="Hanken Grotesk"/>
                <a:ea typeface="Hanken Grotesk"/>
                <a:cs typeface="Hanken Grotesk"/>
                <a:sym typeface="Hanken Grotesk"/>
              </a:defRPr>
            </a:lvl6pPr>
            <a:lvl7pPr lvl="6" algn="ctr">
              <a:spcBef>
                <a:spcPts val="0"/>
              </a:spcBef>
              <a:spcAft>
                <a:spcPts val="0"/>
              </a:spcAft>
              <a:buClr>
                <a:schemeClr val="lt1"/>
              </a:buClr>
              <a:buSzPts val="2800"/>
              <a:buFont typeface="Hanken Grotesk"/>
              <a:buNone/>
              <a:defRPr b="1">
                <a:solidFill>
                  <a:schemeClr val="lt1"/>
                </a:solidFill>
                <a:latin typeface="Hanken Grotesk"/>
                <a:ea typeface="Hanken Grotesk"/>
                <a:cs typeface="Hanken Grotesk"/>
                <a:sym typeface="Hanken Grotesk"/>
              </a:defRPr>
            </a:lvl7pPr>
            <a:lvl8pPr lvl="7" algn="ctr">
              <a:spcBef>
                <a:spcPts val="0"/>
              </a:spcBef>
              <a:spcAft>
                <a:spcPts val="0"/>
              </a:spcAft>
              <a:buClr>
                <a:schemeClr val="lt1"/>
              </a:buClr>
              <a:buSzPts val="2800"/>
              <a:buFont typeface="Hanken Grotesk"/>
              <a:buNone/>
              <a:defRPr b="1">
                <a:solidFill>
                  <a:schemeClr val="lt1"/>
                </a:solidFill>
                <a:latin typeface="Hanken Grotesk"/>
                <a:ea typeface="Hanken Grotesk"/>
                <a:cs typeface="Hanken Grotesk"/>
                <a:sym typeface="Hanken Grotesk"/>
              </a:defRPr>
            </a:lvl8pPr>
            <a:lvl9pPr lvl="8" algn="ctr">
              <a:spcBef>
                <a:spcPts val="0"/>
              </a:spcBef>
              <a:spcAft>
                <a:spcPts val="0"/>
              </a:spcAft>
              <a:buClr>
                <a:schemeClr val="lt1"/>
              </a:buClr>
              <a:buSzPts val="2800"/>
              <a:buFont typeface="Hanken Grotesk"/>
              <a:buNone/>
              <a:defRPr b="1">
                <a:solidFill>
                  <a:schemeClr val="lt1"/>
                </a:solidFill>
                <a:latin typeface="Hanken Grotesk"/>
                <a:ea typeface="Hanken Grotesk"/>
                <a:cs typeface="Hanken Grotesk"/>
                <a:sym typeface="Hanken Grotesk"/>
              </a:defRPr>
            </a:lvl9pPr>
          </a:lstStyle>
          <a:p/>
        </p:txBody>
      </p:sp>
      <p:sp>
        <p:nvSpPr>
          <p:cNvPr id="129" name="Google Shape;129;p30"/>
          <p:cNvSpPr txBox="1"/>
          <p:nvPr>
            <p:ph type="body" idx="1"/>
          </p:nvPr>
        </p:nvSpPr>
        <p:spPr>
          <a:xfrm>
            <a:off x="1822050" y="1974550"/>
            <a:ext cx="5499900" cy="176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Pattern Pill Wide">
  <p:cSld name="CUSTOM">
    <p:bg>
      <p:bgPr>
        <a:solidFill>
          <a:schemeClr val="accent2"/>
        </a:solidFill>
        <a:effectLst/>
      </p:bgPr>
    </p:bg>
    <p:spTree>
      <p:nvGrpSpPr>
        <p:cNvPr id="130" name="Shape 130"/>
        <p:cNvGrpSpPr/>
        <p:nvPr/>
      </p:nvGrpSpPr>
      <p:grpSpPr>
        <a:xfrm>
          <a:off x="0" y="0"/>
          <a:ext cx="0" cy="0"/>
          <a:chOff x="0" y="0"/>
          <a:chExt cx="0" cy="0"/>
        </a:xfrm>
      </p:grpSpPr>
      <p:pic>
        <p:nvPicPr>
          <p:cNvPr id="131" name="Google Shape;131;p31"/>
          <p:cNvPicPr preferRelativeResize="0"/>
          <p:nvPr/>
        </p:nvPicPr>
        <p:blipFill>
          <a:blip r:embed="rId2"/>
          <a:stretch>
            <a:fillRect/>
          </a:stretch>
        </p:blipFill>
        <p:spPr>
          <a:xfrm>
            <a:off x="0" y="31254"/>
            <a:ext cx="9144003" cy="5080994"/>
          </a:xfrm>
          <a:prstGeom prst="rect">
            <a:avLst/>
          </a:prstGeom>
          <a:noFill/>
          <a:ln>
            <a:noFill/>
          </a:ln>
        </p:spPr>
      </p:pic>
      <p:sp>
        <p:nvSpPr>
          <p:cNvPr id="132" name="Google Shape;132;p31"/>
          <p:cNvSpPr/>
          <p:nvPr/>
        </p:nvSpPr>
        <p:spPr>
          <a:xfrm>
            <a:off x="534350" y="1079225"/>
            <a:ext cx="8135400" cy="2905800"/>
          </a:xfrm>
          <a:prstGeom prst="roundRect">
            <a:avLst>
              <a:gd name="adj" fmla="val 27720"/>
            </a:avLst>
          </a:prstGeom>
          <a:solidFill>
            <a:schemeClr val="dk2"/>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sp>
        <p:nvSpPr>
          <p:cNvPr id="133" name="Google Shape;133;p31"/>
          <p:cNvSpPr txBox="1"/>
          <p:nvPr>
            <p:ph type="title"/>
          </p:nvPr>
        </p:nvSpPr>
        <p:spPr>
          <a:xfrm>
            <a:off x="1011575" y="1928400"/>
            <a:ext cx="2196900" cy="1286700"/>
          </a:xfrm>
          <a:prstGeom prst="rect">
            <a:avLst/>
          </a:prstGeom>
        </p:spPr>
        <p:txBody>
          <a:bodyPr spcFirstLastPara="1" wrap="square" lIns="0" tIns="91425" rIns="0" bIns="91425" anchor="ctr" anchorCtr="0">
            <a:normAutofit/>
          </a:bodyPr>
          <a:lstStyle>
            <a:lvl1pPr lvl="0" algn="ctr">
              <a:spcBef>
                <a:spcPts val="0"/>
              </a:spcBef>
              <a:spcAft>
                <a:spcPts val="0"/>
              </a:spcAft>
              <a:buClr>
                <a:schemeClr val="lt1"/>
              </a:buClr>
              <a:buSzPts val="2600"/>
              <a:buNone/>
              <a:defRPr sz="2600">
                <a:solidFill>
                  <a:schemeClr val="lt1"/>
                </a:solidFill>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Pattern Pill Large">
  <p:cSld name="CUSTOM_3">
    <p:bg>
      <p:bgPr>
        <a:solidFill>
          <a:schemeClr val="accent2"/>
        </a:solidFill>
        <a:effectLst/>
      </p:bgPr>
    </p:bg>
    <p:spTree>
      <p:nvGrpSpPr>
        <p:cNvPr id="134" name="Shape 134"/>
        <p:cNvGrpSpPr/>
        <p:nvPr/>
      </p:nvGrpSpPr>
      <p:grpSpPr>
        <a:xfrm>
          <a:off x="0" y="0"/>
          <a:ext cx="0" cy="0"/>
          <a:chOff x="0" y="0"/>
          <a:chExt cx="0" cy="0"/>
        </a:xfrm>
      </p:grpSpPr>
      <p:pic>
        <p:nvPicPr>
          <p:cNvPr id="135" name="Google Shape;135;p32"/>
          <p:cNvPicPr preferRelativeResize="0"/>
          <p:nvPr/>
        </p:nvPicPr>
        <p:blipFill>
          <a:blip r:embed="rId2"/>
          <a:stretch>
            <a:fillRect/>
          </a:stretch>
        </p:blipFill>
        <p:spPr>
          <a:xfrm>
            <a:off x="0" y="31254"/>
            <a:ext cx="9144003" cy="5080994"/>
          </a:xfrm>
          <a:prstGeom prst="rect">
            <a:avLst/>
          </a:prstGeom>
          <a:noFill/>
          <a:ln>
            <a:noFill/>
          </a:ln>
        </p:spPr>
      </p:pic>
      <p:sp>
        <p:nvSpPr>
          <p:cNvPr id="136" name="Google Shape;136;p32"/>
          <p:cNvSpPr/>
          <p:nvPr/>
        </p:nvSpPr>
        <p:spPr>
          <a:xfrm>
            <a:off x="534350" y="462975"/>
            <a:ext cx="8135400" cy="4105500"/>
          </a:xfrm>
          <a:prstGeom prst="roundRect">
            <a:avLst>
              <a:gd name="adj" fmla="val 27720"/>
            </a:avLst>
          </a:prstGeom>
          <a:solidFill>
            <a:schemeClr val="dk2"/>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sp>
        <p:nvSpPr>
          <p:cNvPr id="137" name="Google Shape;137;p32"/>
          <p:cNvSpPr txBox="1"/>
          <p:nvPr>
            <p:ph type="title"/>
          </p:nvPr>
        </p:nvSpPr>
        <p:spPr>
          <a:xfrm>
            <a:off x="1011575" y="1928400"/>
            <a:ext cx="2196900" cy="1286700"/>
          </a:xfrm>
          <a:prstGeom prst="rect">
            <a:avLst/>
          </a:prstGeom>
        </p:spPr>
        <p:txBody>
          <a:bodyPr spcFirstLastPara="1" wrap="square" lIns="0" tIns="91425" rIns="0" bIns="91425" anchor="ctr" anchorCtr="0">
            <a:normAutofit/>
          </a:bodyPr>
          <a:lstStyle>
            <a:lvl1pPr lvl="0" algn="ctr">
              <a:spcBef>
                <a:spcPts val="0"/>
              </a:spcBef>
              <a:spcAft>
                <a:spcPts val="0"/>
              </a:spcAft>
              <a:buClr>
                <a:schemeClr val="lt1"/>
              </a:buClr>
              <a:buSzPts val="2600"/>
              <a:buNone/>
              <a:defRPr sz="2600">
                <a:solidFill>
                  <a:schemeClr val="lt1"/>
                </a:solidFill>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Left Border Brown">
  <p:cSld name="CUSTOM_1">
    <p:spTree>
      <p:nvGrpSpPr>
        <p:cNvPr id="138" name="Shape 138"/>
        <p:cNvGrpSpPr/>
        <p:nvPr/>
      </p:nvGrpSpPr>
      <p:grpSpPr>
        <a:xfrm>
          <a:off x="0" y="0"/>
          <a:ext cx="0" cy="0"/>
          <a:chOff x="0" y="0"/>
          <a:chExt cx="0" cy="0"/>
        </a:xfrm>
      </p:grpSpPr>
      <p:sp>
        <p:nvSpPr>
          <p:cNvPr id="139" name="Google Shape;139;p33"/>
          <p:cNvSpPr/>
          <p:nvPr/>
        </p:nvSpPr>
        <p:spPr>
          <a:xfrm>
            <a:off x="0" y="0"/>
            <a:ext cx="2170800" cy="5143500"/>
          </a:xfrm>
          <a:prstGeom prst="rect">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140" name="Google Shape;140;p33"/>
          <p:cNvPicPr preferRelativeResize="0"/>
          <p:nvPr/>
        </p:nvPicPr>
        <p:blipFill rotWithShape="1">
          <a:blip r:embed="rId2"/>
          <a:srcRect r="77026"/>
          <a:stretch>
            <a:fillRect/>
          </a:stretch>
        </p:blipFill>
        <p:spPr>
          <a:xfrm>
            <a:off x="0" y="31250"/>
            <a:ext cx="2100675" cy="5080999"/>
          </a:xfrm>
          <a:prstGeom prst="rect">
            <a:avLst/>
          </a:prstGeom>
          <a:noFill/>
          <a:ln>
            <a:noFill/>
          </a:ln>
        </p:spPr>
      </p:pic>
      <p:sp>
        <p:nvSpPr>
          <p:cNvPr id="141" name="Google Shape;141;p33"/>
          <p:cNvSpPr txBox="1"/>
          <p:nvPr>
            <p:ph type="title"/>
          </p:nvPr>
        </p:nvSpPr>
        <p:spPr>
          <a:xfrm>
            <a:off x="2743875" y="915600"/>
            <a:ext cx="5516700" cy="572700"/>
          </a:xfrm>
          <a:prstGeom prst="rect">
            <a:avLst/>
          </a:prstGeom>
        </p:spPr>
        <p:txBody>
          <a:bodyPr spcFirstLastPara="1" wrap="square" lIns="0" tIns="91425" rIns="0" bIns="91425" anchor="t" anchorCtr="0">
            <a:noAutofit/>
          </a:bodyPr>
          <a:lstStyle>
            <a:lvl1pPr lvl="0">
              <a:spcBef>
                <a:spcPts val="0"/>
              </a:spcBef>
              <a:spcAft>
                <a:spcPts val="0"/>
              </a:spcAft>
              <a:buClr>
                <a:schemeClr val="lt2"/>
              </a:buClr>
              <a:buSzPts val="2600"/>
              <a:buNone/>
              <a:defRPr sz="2600">
                <a:solidFill>
                  <a:schemeClr val="lt2"/>
                </a:solidFill>
              </a:defRPr>
            </a:lvl1pPr>
            <a:lvl2pPr lvl="1">
              <a:spcBef>
                <a:spcPts val="0"/>
              </a:spcBef>
              <a:spcAft>
                <a:spcPts val="0"/>
              </a:spcAft>
              <a:buClr>
                <a:schemeClr val="lt2"/>
              </a:buClr>
              <a:buSzPts val="2600"/>
              <a:buNone/>
              <a:defRPr sz="2600">
                <a:solidFill>
                  <a:schemeClr val="lt2"/>
                </a:solidFill>
              </a:defRPr>
            </a:lvl2pPr>
            <a:lvl3pPr lvl="2">
              <a:spcBef>
                <a:spcPts val="0"/>
              </a:spcBef>
              <a:spcAft>
                <a:spcPts val="0"/>
              </a:spcAft>
              <a:buClr>
                <a:schemeClr val="lt2"/>
              </a:buClr>
              <a:buSzPts val="2600"/>
              <a:buNone/>
              <a:defRPr sz="2600">
                <a:solidFill>
                  <a:schemeClr val="lt2"/>
                </a:solidFill>
              </a:defRPr>
            </a:lvl3pPr>
            <a:lvl4pPr lvl="3">
              <a:spcBef>
                <a:spcPts val="0"/>
              </a:spcBef>
              <a:spcAft>
                <a:spcPts val="0"/>
              </a:spcAft>
              <a:buClr>
                <a:schemeClr val="lt2"/>
              </a:buClr>
              <a:buSzPts val="2600"/>
              <a:buNone/>
              <a:defRPr sz="2600">
                <a:solidFill>
                  <a:schemeClr val="lt2"/>
                </a:solidFill>
              </a:defRPr>
            </a:lvl4pPr>
            <a:lvl5pPr lvl="4">
              <a:spcBef>
                <a:spcPts val="0"/>
              </a:spcBef>
              <a:spcAft>
                <a:spcPts val="0"/>
              </a:spcAft>
              <a:buClr>
                <a:schemeClr val="lt2"/>
              </a:buClr>
              <a:buSzPts val="2600"/>
              <a:buNone/>
              <a:defRPr sz="2600">
                <a:solidFill>
                  <a:schemeClr val="lt2"/>
                </a:solidFill>
              </a:defRPr>
            </a:lvl5pPr>
            <a:lvl6pPr lvl="5">
              <a:spcBef>
                <a:spcPts val="0"/>
              </a:spcBef>
              <a:spcAft>
                <a:spcPts val="0"/>
              </a:spcAft>
              <a:buClr>
                <a:schemeClr val="lt2"/>
              </a:buClr>
              <a:buSzPts val="2600"/>
              <a:buNone/>
              <a:defRPr sz="2600">
                <a:solidFill>
                  <a:schemeClr val="lt2"/>
                </a:solidFill>
              </a:defRPr>
            </a:lvl6pPr>
            <a:lvl7pPr lvl="6">
              <a:spcBef>
                <a:spcPts val="0"/>
              </a:spcBef>
              <a:spcAft>
                <a:spcPts val="0"/>
              </a:spcAft>
              <a:buClr>
                <a:schemeClr val="lt2"/>
              </a:buClr>
              <a:buSzPts val="2600"/>
              <a:buNone/>
              <a:defRPr sz="2600">
                <a:solidFill>
                  <a:schemeClr val="lt2"/>
                </a:solidFill>
              </a:defRPr>
            </a:lvl7pPr>
            <a:lvl8pPr lvl="7">
              <a:spcBef>
                <a:spcPts val="0"/>
              </a:spcBef>
              <a:spcAft>
                <a:spcPts val="0"/>
              </a:spcAft>
              <a:buClr>
                <a:schemeClr val="lt2"/>
              </a:buClr>
              <a:buSzPts val="2600"/>
              <a:buNone/>
              <a:defRPr sz="2600">
                <a:solidFill>
                  <a:schemeClr val="lt2"/>
                </a:solidFill>
              </a:defRPr>
            </a:lvl8pPr>
            <a:lvl9pPr lvl="8">
              <a:spcBef>
                <a:spcPts val="0"/>
              </a:spcBef>
              <a:spcAft>
                <a:spcPts val="0"/>
              </a:spcAft>
              <a:buClr>
                <a:schemeClr val="lt2"/>
              </a:buClr>
              <a:buSzPts val="2600"/>
              <a:buNone/>
              <a:defRPr sz="2600">
                <a:solidFill>
                  <a:schemeClr val="lt2"/>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Left Border Purple Bright">
  <p:cSld name="CUSTOM_1_1">
    <p:spTree>
      <p:nvGrpSpPr>
        <p:cNvPr id="142" name="Shape 142"/>
        <p:cNvGrpSpPr/>
        <p:nvPr/>
      </p:nvGrpSpPr>
      <p:grpSpPr>
        <a:xfrm>
          <a:off x="0" y="0"/>
          <a:ext cx="0" cy="0"/>
          <a:chOff x="0" y="0"/>
          <a:chExt cx="0" cy="0"/>
        </a:xfrm>
      </p:grpSpPr>
      <p:sp>
        <p:nvSpPr>
          <p:cNvPr id="143" name="Google Shape;143;p34"/>
          <p:cNvSpPr/>
          <p:nvPr/>
        </p:nvSpPr>
        <p:spPr>
          <a:xfrm>
            <a:off x="0" y="0"/>
            <a:ext cx="2170800" cy="5143500"/>
          </a:xfrm>
          <a:prstGeom prst="rect">
            <a:avLst/>
          </a:prstGeom>
          <a:solidFill>
            <a:schemeClr val="accent5"/>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144" name="Google Shape;144;p34"/>
          <p:cNvPicPr preferRelativeResize="0"/>
          <p:nvPr/>
        </p:nvPicPr>
        <p:blipFill rotWithShape="1">
          <a:blip r:embed="rId2"/>
          <a:srcRect l="77026"/>
          <a:stretch>
            <a:fillRect/>
          </a:stretch>
        </p:blipFill>
        <p:spPr>
          <a:xfrm>
            <a:off x="0" y="31250"/>
            <a:ext cx="2100675" cy="5080999"/>
          </a:xfrm>
          <a:prstGeom prst="rect">
            <a:avLst/>
          </a:prstGeom>
          <a:noFill/>
          <a:ln>
            <a:noFill/>
          </a:ln>
        </p:spPr>
      </p:pic>
      <p:sp>
        <p:nvSpPr>
          <p:cNvPr id="145" name="Google Shape;145;p34"/>
          <p:cNvSpPr txBox="1"/>
          <p:nvPr>
            <p:ph type="title"/>
          </p:nvPr>
        </p:nvSpPr>
        <p:spPr>
          <a:xfrm>
            <a:off x="2743875" y="915600"/>
            <a:ext cx="5721000" cy="572700"/>
          </a:xfrm>
          <a:prstGeom prst="rect">
            <a:avLst/>
          </a:prstGeom>
        </p:spPr>
        <p:txBody>
          <a:bodyPr spcFirstLastPara="1" wrap="square" lIns="0" tIns="91425" rIns="0" bIns="91425" anchor="t" anchorCtr="0">
            <a:noAutofit/>
          </a:bodyPr>
          <a:lstStyle>
            <a:lvl1pPr lvl="0">
              <a:spcBef>
                <a:spcPts val="0"/>
              </a:spcBef>
              <a:spcAft>
                <a:spcPts val="0"/>
              </a:spcAft>
              <a:buClr>
                <a:schemeClr val="lt2"/>
              </a:buClr>
              <a:buSzPts val="2600"/>
              <a:buNone/>
              <a:defRPr sz="2600">
                <a:solidFill>
                  <a:schemeClr val="lt2"/>
                </a:solidFill>
              </a:defRPr>
            </a:lvl1pPr>
            <a:lvl2pPr lvl="1">
              <a:spcBef>
                <a:spcPts val="0"/>
              </a:spcBef>
              <a:spcAft>
                <a:spcPts val="0"/>
              </a:spcAft>
              <a:buClr>
                <a:schemeClr val="lt2"/>
              </a:buClr>
              <a:buSzPts val="2600"/>
              <a:buNone/>
              <a:defRPr sz="2600">
                <a:solidFill>
                  <a:schemeClr val="lt2"/>
                </a:solidFill>
              </a:defRPr>
            </a:lvl2pPr>
            <a:lvl3pPr lvl="2">
              <a:spcBef>
                <a:spcPts val="0"/>
              </a:spcBef>
              <a:spcAft>
                <a:spcPts val="0"/>
              </a:spcAft>
              <a:buClr>
                <a:schemeClr val="lt2"/>
              </a:buClr>
              <a:buSzPts val="2600"/>
              <a:buNone/>
              <a:defRPr sz="2600">
                <a:solidFill>
                  <a:schemeClr val="lt2"/>
                </a:solidFill>
              </a:defRPr>
            </a:lvl3pPr>
            <a:lvl4pPr lvl="3">
              <a:spcBef>
                <a:spcPts val="0"/>
              </a:spcBef>
              <a:spcAft>
                <a:spcPts val="0"/>
              </a:spcAft>
              <a:buClr>
                <a:schemeClr val="lt2"/>
              </a:buClr>
              <a:buSzPts val="2600"/>
              <a:buNone/>
              <a:defRPr sz="2600">
                <a:solidFill>
                  <a:schemeClr val="lt2"/>
                </a:solidFill>
              </a:defRPr>
            </a:lvl4pPr>
            <a:lvl5pPr lvl="4">
              <a:spcBef>
                <a:spcPts val="0"/>
              </a:spcBef>
              <a:spcAft>
                <a:spcPts val="0"/>
              </a:spcAft>
              <a:buClr>
                <a:schemeClr val="lt2"/>
              </a:buClr>
              <a:buSzPts val="2600"/>
              <a:buNone/>
              <a:defRPr sz="2600">
                <a:solidFill>
                  <a:schemeClr val="lt2"/>
                </a:solidFill>
              </a:defRPr>
            </a:lvl5pPr>
            <a:lvl6pPr lvl="5">
              <a:spcBef>
                <a:spcPts val="0"/>
              </a:spcBef>
              <a:spcAft>
                <a:spcPts val="0"/>
              </a:spcAft>
              <a:buClr>
                <a:schemeClr val="lt2"/>
              </a:buClr>
              <a:buSzPts val="2600"/>
              <a:buNone/>
              <a:defRPr sz="2600">
                <a:solidFill>
                  <a:schemeClr val="lt2"/>
                </a:solidFill>
              </a:defRPr>
            </a:lvl6pPr>
            <a:lvl7pPr lvl="6">
              <a:spcBef>
                <a:spcPts val="0"/>
              </a:spcBef>
              <a:spcAft>
                <a:spcPts val="0"/>
              </a:spcAft>
              <a:buClr>
                <a:schemeClr val="lt2"/>
              </a:buClr>
              <a:buSzPts val="2600"/>
              <a:buNone/>
              <a:defRPr sz="2600">
                <a:solidFill>
                  <a:schemeClr val="lt2"/>
                </a:solidFill>
              </a:defRPr>
            </a:lvl7pPr>
            <a:lvl8pPr lvl="7">
              <a:spcBef>
                <a:spcPts val="0"/>
              </a:spcBef>
              <a:spcAft>
                <a:spcPts val="0"/>
              </a:spcAft>
              <a:buClr>
                <a:schemeClr val="lt2"/>
              </a:buClr>
              <a:buSzPts val="2600"/>
              <a:buNone/>
              <a:defRPr sz="2600">
                <a:solidFill>
                  <a:schemeClr val="lt2"/>
                </a:solidFill>
              </a:defRPr>
            </a:lvl8pPr>
            <a:lvl9pPr lvl="8">
              <a:spcBef>
                <a:spcPts val="0"/>
              </a:spcBef>
              <a:spcAft>
                <a:spcPts val="0"/>
              </a:spcAft>
              <a:buClr>
                <a:schemeClr val="lt2"/>
              </a:buClr>
              <a:buSzPts val="2600"/>
              <a:buNone/>
              <a:defRPr sz="2600">
                <a:solidFill>
                  <a:schemeClr val="lt2"/>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order Left Yellow">
  <p:cSld name="CUSTOM_2">
    <p:spTree>
      <p:nvGrpSpPr>
        <p:cNvPr id="146" name="Shape 146"/>
        <p:cNvGrpSpPr/>
        <p:nvPr/>
      </p:nvGrpSpPr>
      <p:grpSpPr>
        <a:xfrm>
          <a:off x="0" y="0"/>
          <a:ext cx="0" cy="0"/>
          <a:chOff x="0" y="0"/>
          <a:chExt cx="0" cy="0"/>
        </a:xfrm>
      </p:grpSpPr>
      <p:pic>
        <p:nvPicPr>
          <p:cNvPr id="147" name="Google Shape;147;p35"/>
          <p:cNvPicPr preferRelativeResize="0"/>
          <p:nvPr/>
        </p:nvPicPr>
        <p:blipFill rotWithShape="1">
          <a:blip r:embed="rId2"/>
          <a:srcRect r="77785"/>
          <a:stretch>
            <a:fillRect/>
          </a:stretch>
        </p:blipFill>
        <p:spPr>
          <a:xfrm>
            <a:off x="0" y="0"/>
            <a:ext cx="2056202" cy="5143501"/>
          </a:xfrm>
          <a:prstGeom prst="rect">
            <a:avLst/>
          </a:prstGeom>
          <a:noFill/>
          <a:ln w="9525" cap="flat" cmpd="sng">
            <a:solidFill>
              <a:schemeClr val="lt1"/>
            </a:solidFill>
            <a:prstDash val="solid"/>
            <a:round/>
            <a:headEnd type="none" w="sm" len="sm"/>
            <a:tailEnd type="none" w="sm" len="sm"/>
          </a:ln>
        </p:spPr>
      </p:pic>
      <p:sp>
        <p:nvSpPr>
          <p:cNvPr id="148" name="Google Shape;148;p35"/>
          <p:cNvSpPr txBox="1"/>
          <p:nvPr>
            <p:ph type="title"/>
          </p:nvPr>
        </p:nvSpPr>
        <p:spPr>
          <a:xfrm>
            <a:off x="457200" y="342900"/>
            <a:ext cx="7782900" cy="572700"/>
          </a:xfrm>
          <a:prstGeom prst="rect">
            <a:avLst/>
          </a:prstGeom>
        </p:spPr>
        <p:txBody>
          <a:bodyPr spcFirstLastPara="1" wrap="square" lIns="0" tIns="91425" rIns="0"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3-section-2">
  <p:cSld name="CUSTOM_3_2_1_1_1_1_1">
    <p:bg>
      <p:bgPr>
        <a:solidFill>
          <a:schemeClr val="lt1"/>
        </a:solidFill>
        <a:effectLst/>
      </p:bgPr>
    </p:bg>
    <p:spTree>
      <p:nvGrpSpPr>
        <p:cNvPr id="149" name="Shape 149"/>
        <p:cNvGrpSpPr/>
        <p:nvPr/>
      </p:nvGrpSpPr>
      <p:grpSpPr>
        <a:xfrm>
          <a:off x="0" y="0"/>
          <a:ext cx="0" cy="0"/>
          <a:chOff x="0" y="0"/>
          <a:chExt cx="0" cy="0"/>
        </a:xfrm>
      </p:grpSpPr>
      <p:sp>
        <p:nvSpPr>
          <p:cNvPr id="150" name="Google Shape;150;p36"/>
          <p:cNvSpPr txBox="1"/>
          <p:nvPr>
            <p:ph type="body" idx="1"/>
          </p:nvPr>
        </p:nvSpPr>
        <p:spPr>
          <a:xfrm>
            <a:off x="45720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51" name="Google Shape;151;p36"/>
          <p:cNvSpPr txBox="1"/>
          <p:nvPr>
            <p:ph type="subTitle" idx="2"/>
          </p:nvPr>
        </p:nvSpPr>
        <p:spPr>
          <a:xfrm>
            <a:off x="45720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52" name="Google Shape;152;p36"/>
          <p:cNvSpPr txBox="1"/>
          <p:nvPr>
            <p:ph type="body" idx="3"/>
          </p:nvPr>
        </p:nvSpPr>
        <p:spPr>
          <a:xfrm>
            <a:off x="326895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53" name="Google Shape;153;p36"/>
          <p:cNvSpPr txBox="1"/>
          <p:nvPr>
            <p:ph type="subTitle" idx="4"/>
          </p:nvPr>
        </p:nvSpPr>
        <p:spPr>
          <a:xfrm>
            <a:off x="326895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54" name="Google Shape;154;p36"/>
          <p:cNvSpPr txBox="1"/>
          <p:nvPr>
            <p:ph type="body" idx="5"/>
          </p:nvPr>
        </p:nvSpPr>
        <p:spPr>
          <a:xfrm>
            <a:off x="608070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55" name="Google Shape;155;p36"/>
          <p:cNvSpPr txBox="1"/>
          <p:nvPr>
            <p:ph type="subTitle" idx="6"/>
          </p:nvPr>
        </p:nvSpPr>
        <p:spPr>
          <a:xfrm>
            <a:off x="608070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56" name="Google Shape;156;p36"/>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body 2">
  <p:cSld name="TITLE_AND_BODY_3">
    <p:spTree>
      <p:nvGrpSpPr>
        <p:cNvPr id="157" name="Shape 157"/>
        <p:cNvGrpSpPr/>
        <p:nvPr/>
      </p:nvGrpSpPr>
      <p:grpSpPr>
        <a:xfrm>
          <a:off x="0" y="0"/>
          <a:ext cx="0" cy="0"/>
          <a:chOff x="0" y="0"/>
          <a:chExt cx="0" cy="0"/>
        </a:xfrm>
      </p:grpSpPr>
      <p:sp>
        <p:nvSpPr>
          <p:cNvPr id="158" name="Google Shape;158;p37"/>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SzPts val="1400"/>
              <a:buNone/>
              <a:defRPr sz="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37"/>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0" name="Google Shape;160;p37"/>
          <p:cNvSpPr txBox="1"/>
          <p:nvPr>
            <p:ph type="body" idx="2"/>
          </p:nvPr>
        </p:nvSpPr>
        <p:spPr>
          <a:xfrm>
            <a:off x="457200" y="915600"/>
            <a:ext cx="5709600" cy="3653400"/>
          </a:xfrm>
          <a:prstGeom prst="rect">
            <a:avLst/>
          </a:prstGeom>
        </p:spPr>
        <p:txBody>
          <a:bodyPr spcFirstLastPara="1" wrap="square" lIns="91425" tIns="91425" rIns="91425" bIns="91425" anchor="t" anchorCtr="0">
            <a:normAutofit/>
          </a:bodyPr>
          <a:lstStyle>
            <a:lvl1pPr marL="457200" lvl="0" indent="-368300">
              <a:spcBef>
                <a:spcPts val="0"/>
              </a:spcBef>
              <a:spcAft>
                <a:spcPts val="0"/>
              </a:spcAft>
              <a:buSzPts val="2200"/>
              <a:buFont typeface="Helvetica Neue" panose="02000503000000020004"/>
              <a:buChar char="•"/>
              <a:defRPr sz="2200"/>
            </a:lvl1pPr>
            <a:lvl2pPr marL="914400" lvl="1" indent="-368300">
              <a:spcBef>
                <a:spcPts val="2000"/>
              </a:spcBef>
              <a:spcAft>
                <a:spcPts val="0"/>
              </a:spcAft>
              <a:buSzPts val="2200"/>
              <a:buChar char="•"/>
              <a:defRPr sz="2200"/>
            </a:lvl2pPr>
            <a:lvl3pPr marL="1371600" lvl="2" indent="-368300">
              <a:spcBef>
                <a:spcPts val="2000"/>
              </a:spcBef>
              <a:spcAft>
                <a:spcPts val="0"/>
              </a:spcAft>
              <a:buSzPts val="2200"/>
              <a:buChar char="•"/>
              <a:defRPr sz="2200"/>
            </a:lvl3pPr>
            <a:lvl4pPr marL="1828800" lvl="3" indent="-368300">
              <a:spcBef>
                <a:spcPts val="2000"/>
              </a:spcBef>
              <a:spcAft>
                <a:spcPts val="0"/>
              </a:spcAft>
              <a:buSzPts val="2200"/>
              <a:buChar char="•"/>
              <a:defRPr sz="2200"/>
            </a:lvl4pPr>
            <a:lvl5pPr marL="2286000" lvl="4" indent="-368300">
              <a:spcBef>
                <a:spcPts val="2000"/>
              </a:spcBef>
              <a:spcAft>
                <a:spcPts val="0"/>
              </a:spcAft>
              <a:buSzPts val="2200"/>
              <a:buChar char="•"/>
              <a:defRPr sz="2200"/>
            </a:lvl5pPr>
            <a:lvl6pPr marL="2743200" lvl="5" indent="-368300">
              <a:spcBef>
                <a:spcPts val="2000"/>
              </a:spcBef>
              <a:spcAft>
                <a:spcPts val="0"/>
              </a:spcAft>
              <a:buSzPts val="2200"/>
              <a:buChar char="•"/>
              <a:defRPr sz="2200"/>
            </a:lvl6pPr>
            <a:lvl7pPr marL="3200400" lvl="6" indent="-368300">
              <a:spcBef>
                <a:spcPts val="2000"/>
              </a:spcBef>
              <a:spcAft>
                <a:spcPts val="0"/>
              </a:spcAft>
              <a:buSzPts val="2200"/>
              <a:buChar char="•"/>
              <a:defRPr sz="2200"/>
            </a:lvl7pPr>
            <a:lvl8pPr marL="3657600" lvl="7" indent="-368300">
              <a:spcBef>
                <a:spcPts val="2000"/>
              </a:spcBef>
              <a:spcAft>
                <a:spcPts val="0"/>
              </a:spcAft>
              <a:buSzPts val="2200"/>
              <a:buChar char="•"/>
              <a:defRPr sz="2200"/>
            </a:lvl8pPr>
            <a:lvl9pPr marL="4114800" lvl="8" indent="-368300">
              <a:spcBef>
                <a:spcPts val="2000"/>
              </a:spcBef>
              <a:spcAft>
                <a:spcPts val="2000"/>
              </a:spcAft>
              <a:buSzPts val="2200"/>
              <a:buChar char="•"/>
              <a:defRPr sz="2200"/>
            </a:lvl9pPr>
          </a:lstStyle>
          <a:p/>
        </p:txBody>
      </p:sp>
      <p:sp>
        <p:nvSpPr>
          <p:cNvPr id="161" name="Google Shape;161;p3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body 3">
  <p:cSld name="TITLE_AND_BODY_4">
    <p:spTree>
      <p:nvGrpSpPr>
        <p:cNvPr id="162" name="Shape 162"/>
        <p:cNvGrpSpPr/>
        <p:nvPr/>
      </p:nvGrpSpPr>
      <p:grpSpPr>
        <a:xfrm>
          <a:off x="0" y="0"/>
          <a:ext cx="0" cy="0"/>
          <a:chOff x="0" y="0"/>
          <a:chExt cx="0" cy="0"/>
        </a:xfrm>
      </p:grpSpPr>
      <p:sp>
        <p:nvSpPr>
          <p:cNvPr id="163" name="Google Shape;163;p38"/>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38"/>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Clr>
                <a:schemeClr val="dk1"/>
              </a:buClr>
              <a:buSzPts val="2800"/>
              <a:buNone/>
              <a:defRPr>
                <a:solidFill>
                  <a:schemeClr val="dk1"/>
                </a:solidFill>
              </a:defRPr>
            </a:lvl1pPr>
            <a:lvl2pPr lvl="1">
              <a:spcBef>
                <a:spcPts val="0"/>
              </a:spcBef>
              <a:spcAft>
                <a:spcPts val="0"/>
              </a:spcAft>
              <a:buClr>
                <a:schemeClr val="dk1"/>
              </a:buClr>
              <a:buSzPts val="2800"/>
              <a:buNone/>
              <a:defRPr>
                <a:solidFill>
                  <a:schemeClr val="dk1"/>
                </a:solidFill>
              </a:defRPr>
            </a:lvl2pPr>
            <a:lvl3pPr lvl="2">
              <a:spcBef>
                <a:spcPts val="0"/>
              </a:spcBef>
              <a:spcAft>
                <a:spcPts val="0"/>
              </a:spcAft>
              <a:buClr>
                <a:schemeClr val="dk1"/>
              </a:buClr>
              <a:buSzPts val="2800"/>
              <a:buNone/>
              <a:defRPr>
                <a:solidFill>
                  <a:schemeClr val="dk1"/>
                </a:solidFill>
              </a:defRPr>
            </a:lvl3pPr>
            <a:lvl4pPr lvl="3">
              <a:spcBef>
                <a:spcPts val="0"/>
              </a:spcBef>
              <a:spcAft>
                <a:spcPts val="0"/>
              </a:spcAft>
              <a:buClr>
                <a:schemeClr val="dk1"/>
              </a:buClr>
              <a:buSzPts val="2800"/>
              <a:buNone/>
              <a:defRPr>
                <a:solidFill>
                  <a:schemeClr val="dk1"/>
                </a:solidFill>
              </a:defRPr>
            </a:lvl4pPr>
            <a:lvl5pPr lvl="4">
              <a:spcBef>
                <a:spcPts val="0"/>
              </a:spcBef>
              <a:spcAft>
                <a:spcPts val="0"/>
              </a:spcAft>
              <a:buClr>
                <a:schemeClr val="dk1"/>
              </a:buClr>
              <a:buSzPts val="2800"/>
              <a:buNone/>
              <a:defRPr>
                <a:solidFill>
                  <a:schemeClr val="dk1"/>
                </a:solidFill>
              </a:defRPr>
            </a:lvl5pPr>
            <a:lvl6pPr lvl="5">
              <a:spcBef>
                <a:spcPts val="0"/>
              </a:spcBef>
              <a:spcAft>
                <a:spcPts val="0"/>
              </a:spcAft>
              <a:buClr>
                <a:schemeClr val="dk1"/>
              </a:buClr>
              <a:buSzPts val="2800"/>
              <a:buNone/>
              <a:defRPr>
                <a:solidFill>
                  <a:schemeClr val="dk1"/>
                </a:solidFill>
              </a:defRPr>
            </a:lvl6pPr>
            <a:lvl7pPr lvl="6">
              <a:spcBef>
                <a:spcPts val="0"/>
              </a:spcBef>
              <a:spcAft>
                <a:spcPts val="0"/>
              </a:spcAft>
              <a:buClr>
                <a:schemeClr val="dk1"/>
              </a:buClr>
              <a:buSzPts val="2800"/>
              <a:buNone/>
              <a:defRPr>
                <a:solidFill>
                  <a:schemeClr val="dk1"/>
                </a:solidFill>
              </a:defRPr>
            </a:lvl7pPr>
            <a:lvl8pPr lvl="7">
              <a:spcBef>
                <a:spcPts val="0"/>
              </a:spcBef>
              <a:spcAft>
                <a:spcPts val="0"/>
              </a:spcAft>
              <a:buClr>
                <a:schemeClr val="dk1"/>
              </a:buClr>
              <a:buSzPts val="2800"/>
              <a:buNone/>
              <a:defRPr>
                <a:solidFill>
                  <a:schemeClr val="dk1"/>
                </a:solidFill>
              </a:defRPr>
            </a:lvl8pPr>
            <a:lvl9pPr lvl="8">
              <a:spcBef>
                <a:spcPts val="0"/>
              </a:spcBef>
              <a:spcAft>
                <a:spcPts val="0"/>
              </a:spcAft>
              <a:buClr>
                <a:schemeClr val="dk1"/>
              </a:buClr>
              <a:buSzPts val="2800"/>
              <a:buNone/>
              <a:defRPr>
                <a:solidFill>
                  <a:schemeClr val="dk1"/>
                </a:solidFill>
              </a:defRPr>
            </a:lvl9pPr>
          </a:lstStyle>
          <a:p/>
        </p:txBody>
      </p:sp>
      <p:sp>
        <p:nvSpPr>
          <p:cNvPr id="165" name="Google Shape;165;p38"/>
          <p:cNvSpPr txBox="1"/>
          <p:nvPr>
            <p:ph type="body" idx="2"/>
          </p:nvPr>
        </p:nvSpPr>
        <p:spPr>
          <a:xfrm>
            <a:off x="457200" y="915600"/>
            <a:ext cx="5709600" cy="3653400"/>
          </a:xfrm>
          <a:prstGeom prst="rect">
            <a:avLst/>
          </a:prstGeom>
        </p:spPr>
        <p:txBody>
          <a:bodyPr spcFirstLastPara="1" wrap="square" lIns="91425" tIns="91425" rIns="91425" bIns="91425" anchor="t" anchorCtr="0">
            <a:normAutofit/>
          </a:bodyPr>
          <a:lstStyle>
            <a:lvl1pPr marL="457200" lvl="0" indent="-368300">
              <a:spcBef>
                <a:spcPts val="0"/>
              </a:spcBef>
              <a:spcAft>
                <a:spcPts val="0"/>
              </a:spcAft>
              <a:buSzPts val="2200"/>
              <a:buFont typeface="Helvetica Neue" panose="02000503000000020004"/>
              <a:buChar char="•"/>
              <a:defRPr sz="2200"/>
            </a:lvl1pPr>
            <a:lvl2pPr marL="914400" lvl="1" indent="-368300">
              <a:spcBef>
                <a:spcPts val="2000"/>
              </a:spcBef>
              <a:spcAft>
                <a:spcPts val="0"/>
              </a:spcAft>
              <a:buSzPts val="2200"/>
              <a:buChar char="•"/>
              <a:defRPr sz="2200"/>
            </a:lvl2pPr>
            <a:lvl3pPr marL="1371600" lvl="2" indent="-368300">
              <a:spcBef>
                <a:spcPts val="2000"/>
              </a:spcBef>
              <a:spcAft>
                <a:spcPts val="0"/>
              </a:spcAft>
              <a:buSzPts val="2200"/>
              <a:buChar char="•"/>
              <a:defRPr sz="2200"/>
            </a:lvl3pPr>
            <a:lvl4pPr marL="1828800" lvl="3" indent="-368300">
              <a:spcBef>
                <a:spcPts val="2000"/>
              </a:spcBef>
              <a:spcAft>
                <a:spcPts val="0"/>
              </a:spcAft>
              <a:buSzPts val="2200"/>
              <a:buChar char="•"/>
              <a:defRPr sz="2200"/>
            </a:lvl4pPr>
            <a:lvl5pPr marL="2286000" lvl="4" indent="-368300">
              <a:spcBef>
                <a:spcPts val="2000"/>
              </a:spcBef>
              <a:spcAft>
                <a:spcPts val="0"/>
              </a:spcAft>
              <a:buSzPts val="2200"/>
              <a:buChar char="•"/>
              <a:defRPr sz="2200"/>
            </a:lvl5pPr>
            <a:lvl6pPr marL="2743200" lvl="5" indent="-368300">
              <a:spcBef>
                <a:spcPts val="2000"/>
              </a:spcBef>
              <a:spcAft>
                <a:spcPts val="0"/>
              </a:spcAft>
              <a:buSzPts val="2200"/>
              <a:buChar char="•"/>
              <a:defRPr sz="2200"/>
            </a:lvl6pPr>
            <a:lvl7pPr marL="3200400" lvl="6" indent="-368300">
              <a:spcBef>
                <a:spcPts val="2000"/>
              </a:spcBef>
              <a:spcAft>
                <a:spcPts val="0"/>
              </a:spcAft>
              <a:buSzPts val="2200"/>
              <a:buChar char="•"/>
              <a:defRPr sz="2200"/>
            </a:lvl7pPr>
            <a:lvl8pPr marL="3657600" lvl="7" indent="-368300">
              <a:spcBef>
                <a:spcPts val="2000"/>
              </a:spcBef>
              <a:spcAft>
                <a:spcPts val="0"/>
              </a:spcAft>
              <a:buSzPts val="2200"/>
              <a:buChar char="•"/>
              <a:defRPr sz="2200"/>
            </a:lvl8pPr>
            <a:lvl9pPr marL="4114800" lvl="8" indent="-368300">
              <a:spcBef>
                <a:spcPts val="2000"/>
              </a:spcBef>
              <a:spcAft>
                <a:spcPts val="2000"/>
              </a:spcAft>
              <a:buSzPts val="2200"/>
              <a:buChar char="•"/>
              <a:defRPr sz="2200"/>
            </a:lvl9pPr>
          </a:lstStyle>
          <a:p/>
        </p:txBody>
      </p:sp>
      <p:sp>
        <p:nvSpPr>
          <p:cNvPr id="166" name="Google Shape;166;p3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body 1 3">
  <p:cSld name="TITLE_AND_BODY_2_3">
    <p:spTree>
      <p:nvGrpSpPr>
        <p:cNvPr id="167" name="Shape 167"/>
        <p:cNvGrpSpPr/>
        <p:nvPr/>
      </p:nvGrpSpPr>
      <p:grpSpPr>
        <a:xfrm>
          <a:off x="0" y="0"/>
          <a:ext cx="0" cy="0"/>
          <a:chOff x="0" y="0"/>
          <a:chExt cx="0" cy="0"/>
        </a:xfrm>
      </p:grpSpPr>
      <p:sp>
        <p:nvSpPr>
          <p:cNvPr id="168" name="Google Shape;168;p39"/>
          <p:cNvSpPr txBox="1"/>
          <p:nvPr>
            <p:ph type="title"/>
          </p:nvPr>
        </p:nvSpPr>
        <p:spPr>
          <a:xfrm>
            <a:off x="457200" y="356200"/>
            <a:ext cx="5259000" cy="572700"/>
          </a:xfrm>
          <a:prstGeom prst="rect">
            <a:avLst/>
          </a:prstGeom>
        </p:spPr>
        <p:txBody>
          <a:bodyPr spcFirstLastPara="1" wrap="square" lIns="0" tIns="91425" rIns="0" bIns="91425" anchor="b"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9" name="Google Shape;169;p39"/>
          <p:cNvSpPr txBox="1"/>
          <p:nvPr>
            <p:ph type="body" idx="1"/>
          </p:nvPr>
        </p:nvSpPr>
        <p:spPr>
          <a:xfrm>
            <a:off x="457200" y="928900"/>
            <a:ext cx="5259000" cy="36534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70" name="Google Shape;170;p3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71" name="Google Shape;171;p39"/>
          <p:cNvSpPr/>
          <p:nvPr>
            <p:ph type="pic" idx="2"/>
          </p:nvPr>
        </p:nvSpPr>
        <p:spPr>
          <a:xfrm>
            <a:off x="6173525" y="-13300"/>
            <a:ext cx="2970600" cy="51567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4-Sections">
  <p:cSld name="4-Sections">
    <p:spTree>
      <p:nvGrpSpPr>
        <p:cNvPr id="128" name="Shape 128"/>
        <p:cNvGrpSpPr/>
        <p:nvPr/>
      </p:nvGrpSpPr>
      <p:grpSpPr>
        <a:xfrm>
          <a:off x="0" y="0"/>
          <a:ext cx="0" cy="0"/>
          <a:chOff x="0" y="0"/>
          <a:chExt cx="0" cy="0"/>
        </a:xfrm>
      </p:grpSpPr>
      <p:sp>
        <p:nvSpPr>
          <p:cNvPr id="129" name="Google Shape;129;p19"/>
          <p:cNvSpPr txBox="1"/>
          <p:nvPr>
            <p:ph type="title"/>
          </p:nvPr>
        </p:nvSpPr>
        <p:spPr>
          <a:xfrm>
            <a:off x="457200" y="342900"/>
            <a:ext cx="8229600" cy="5943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 name="Google Shape;130;p19"/>
          <p:cNvSpPr txBox="1"/>
          <p:nvPr>
            <p:ph type="body" idx="1"/>
          </p:nvPr>
        </p:nvSpPr>
        <p:spPr>
          <a:xfrm>
            <a:off x="457200"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1" name="Google Shape;131;p19"/>
          <p:cNvSpPr txBox="1"/>
          <p:nvPr>
            <p:ph type="body" idx="2"/>
          </p:nvPr>
        </p:nvSpPr>
        <p:spPr>
          <a:xfrm>
            <a:off x="2539746"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2" name="Google Shape;132;p19"/>
          <p:cNvSpPr txBox="1"/>
          <p:nvPr>
            <p:ph type="dt" idx="10"/>
          </p:nvPr>
        </p:nvSpPr>
        <p:spPr>
          <a:xfrm>
            <a:off x="457200" y="4800600"/>
            <a:ext cx="2229000" cy="2406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9"/>
          <p:cNvSpPr txBox="1"/>
          <p:nvPr>
            <p:ph type="ftr" idx="11"/>
          </p:nvPr>
        </p:nvSpPr>
        <p:spPr>
          <a:xfrm>
            <a:off x="2775585" y="4800600"/>
            <a:ext cx="3592800" cy="2406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9"/>
          <p:cNvSpPr txBox="1"/>
          <p:nvPr>
            <p:ph type="sldNum" idx="12"/>
          </p:nvPr>
        </p:nvSpPr>
        <p:spPr>
          <a:xfrm>
            <a:off x="6865620" y="4800600"/>
            <a:ext cx="1821300" cy="240600"/>
          </a:xfrm>
          <a:prstGeom prst="rect">
            <a:avLst/>
          </a:prstGeom>
          <a:noFill/>
          <a:ln>
            <a:noFill/>
          </a:ln>
        </p:spPr>
        <p:txBody>
          <a:bodyPr spcFirstLastPara="1" wrap="square" lIns="68575" tIns="34275" rIns="68575" bIns="34275"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
        <p:nvSpPr>
          <p:cNvPr id="135" name="Google Shape;135;p19"/>
          <p:cNvSpPr txBox="1"/>
          <p:nvPr>
            <p:ph type="body" idx="3"/>
          </p:nvPr>
        </p:nvSpPr>
        <p:spPr>
          <a:xfrm>
            <a:off x="457200"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36" name="Google Shape;136;p19"/>
          <p:cNvSpPr txBox="1"/>
          <p:nvPr>
            <p:ph type="body" idx="4"/>
          </p:nvPr>
        </p:nvSpPr>
        <p:spPr>
          <a:xfrm>
            <a:off x="2539746"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37" name="Google Shape;137;p19"/>
          <p:cNvSpPr txBox="1"/>
          <p:nvPr>
            <p:ph type="body" idx="5"/>
          </p:nvPr>
        </p:nvSpPr>
        <p:spPr>
          <a:xfrm>
            <a:off x="4622292"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8" name="Google Shape;138;p19"/>
          <p:cNvSpPr txBox="1"/>
          <p:nvPr>
            <p:ph type="body" idx="6"/>
          </p:nvPr>
        </p:nvSpPr>
        <p:spPr>
          <a:xfrm>
            <a:off x="6704838" y="1877673"/>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9" name="Google Shape;139;p19"/>
          <p:cNvSpPr txBox="1"/>
          <p:nvPr>
            <p:ph type="body" idx="7"/>
          </p:nvPr>
        </p:nvSpPr>
        <p:spPr>
          <a:xfrm>
            <a:off x="4622292"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40" name="Google Shape;140;p19"/>
          <p:cNvSpPr txBox="1"/>
          <p:nvPr>
            <p:ph type="body" idx="8"/>
          </p:nvPr>
        </p:nvSpPr>
        <p:spPr>
          <a:xfrm>
            <a:off x="6704838"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628650" y="4767263"/>
            <a:ext cx="2057400" cy="273844"/>
          </a:xfrm>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a:xfrm>
            <a:off x="3028950" y="4767263"/>
            <a:ext cx="3086100" cy="273844"/>
          </a:xfrm>
        </p:spPr>
        <p:txBody>
          <a:bodyPr/>
          <a:lstStyle/>
          <a:p>
            <a:endParaRPr lang="en-US"/>
          </a:p>
        </p:txBody>
      </p:sp>
      <p:sp>
        <p:nvSpPr>
          <p:cNvPr id="6" name="Slide Number Placeholder 5"/>
          <p:cNvSpPr>
            <a:spLocks noGrp="1"/>
          </p:cNvSpPr>
          <p:nvPr>
            <p:ph type="sldNum" sz="quarter" idx="12"/>
          </p:nvPr>
        </p:nvSpPr>
        <p:spPr>
          <a:xfrm>
            <a:off x="8536302" y="4749851"/>
            <a:ext cx="548700" cy="393600"/>
          </a:xfrm>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9" Type="http://schemas.openxmlformats.org/officeDocument/2006/relationships/theme" Target="../theme/theme2.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342900"/>
            <a:ext cx="7782900" cy="572700"/>
          </a:xfrm>
          <a:prstGeom prst="rect">
            <a:avLst/>
          </a:prstGeom>
          <a:noFill/>
          <a:ln>
            <a:noFill/>
          </a:ln>
        </p:spPr>
        <p:txBody>
          <a:bodyPr spcFirstLastPara="1" wrap="square" lIns="0" tIns="91425" rIns="0" bIns="91425" anchor="b" anchorCtr="0">
            <a:normAutofit/>
          </a:bodyPr>
          <a:lstStyle>
            <a:lvl1pPr lvl="0">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1pPr>
            <a:lvl2pPr lvl="1">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2pPr>
            <a:lvl3pPr lvl="2">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3pPr>
            <a:lvl4pPr lvl="3">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4pPr>
            <a:lvl5pPr lvl="4">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5pPr>
            <a:lvl6pPr lvl="5">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6pPr>
            <a:lvl7pPr lvl="6">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7pPr>
            <a:lvl8pPr lvl="7">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8pPr>
            <a:lvl9pPr lvl="8">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9pPr>
          </a:lstStyle>
          <a:p/>
        </p:txBody>
      </p:sp>
      <p:sp>
        <p:nvSpPr>
          <p:cNvPr id="52" name="Google Shape;52;p13"/>
          <p:cNvSpPr txBox="1"/>
          <p:nvPr>
            <p:ph type="body" idx="1"/>
          </p:nvPr>
        </p:nvSpPr>
        <p:spPr>
          <a:xfrm>
            <a:off x="457200" y="915600"/>
            <a:ext cx="5709600" cy="36534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lt1"/>
              </a:buClr>
              <a:buSzPts val="1400"/>
              <a:buFont typeface="Lexend"/>
              <a:buChar char="•"/>
              <a:defRPr>
                <a:solidFill>
                  <a:schemeClr val="lt1"/>
                </a:solidFill>
                <a:latin typeface="Lexend"/>
                <a:ea typeface="Lexend"/>
                <a:cs typeface="Lexend"/>
                <a:sym typeface="Lexend"/>
              </a:defRPr>
            </a:lvl1pPr>
            <a:lvl2pPr marL="914400" lvl="1" indent="-317500">
              <a:lnSpc>
                <a:spcPct val="100000"/>
              </a:lnSpc>
              <a:spcBef>
                <a:spcPts val="800"/>
              </a:spcBef>
              <a:spcAft>
                <a:spcPts val="0"/>
              </a:spcAft>
              <a:buClr>
                <a:schemeClr val="lt1"/>
              </a:buClr>
              <a:buSzPts val="1400"/>
              <a:buFont typeface="Lexend"/>
              <a:buChar char="•"/>
              <a:defRPr>
                <a:solidFill>
                  <a:schemeClr val="lt1"/>
                </a:solidFill>
                <a:latin typeface="Lexend"/>
                <a:ea typeface="Lexend"/>
                <a:cs typeface="Lexend"/>
                <a:sym typeface="Lexend"/>
              </a:defRPr>
            </a:lvl2pPr>
            <a:lvl3pPr marL="1371600" lvl="2" indent="-317500">
              <a:lnSpc>
                <a:spcPct val="100000"/>
              </a:lnSpc>
              <a:spcBef>
                <a:spcPts val="800"/>
              </a:spcBef>
              <a:spcAft>
                <a:spcPts val="0"/>
              </a:spcAft>
              <a:buClr>
                <a:schemeClr val="lt1"/>
              </a:buClr>
              <a:buSzPts val="1400"/>
              <a:buFont typeface="Lexend"/>
              <a:buChar char="•"/>
              <a:defRPr>
                <a:solidFill>
                  <a:schemeClr val="lt1"/>
                </a:solidFill>
                <a:latin typeface="Lexend"/>
                <a:ea typeface="Lexend"/>
                <a:cs typeface="Lexend"/>
                <a:sym typeface="Lexend"/>
              </a:defRPr>
            </a:lvl3pPr>
            <a:lvl4pPr marL="1828800" lvl="3" indent="-317500">
              <a:lnSpc>
                <a:spcPct val="100000"/>
              </a:lnSpc>
              <a:spcBef>
                <a:spcPts val="800"/>
              </a:spcBef>
              <a:spcAft>
                <a:spcPts val="0"/>
              </a:spcAft>
              <a:buClr>
                <a:schemeClr val="lt1"/>
              </a:buClr>
              <a:buSzPts val="1400"/>
              <a:buFont typeface="Lexend"/>
              <a:buChar char="•"/>
              <a:defRPr>
                <a:solidFill>
                  <a:schemeClr val="lt1"/>
                </a:solidFill>
                <a:latin typeface="Lexend"/>
                <a:ea typeface="Lexend"/>
                <a:cs typeface="Lexend"/>
                <a:sym typeface="Lexend"/>
              </a:defRPr>
            </a:lvl4pPr>
            <a:lvl5pPr marL="2286000" lvl="4" indent="-317500">
              <a:lnSpc>
                <a:spcPct val="100000"/>
              </a:lnSpc>
              <a:spcBef>
                <a:spcPts val="800"/>
              </a:spcBef>
              <a:spcAft>
                <a:spcPts val="0"/>
              </a:spcAft>
              <a:buClr>
                <a:schemeClr val="lt1"/>
              </a:buClr>
              <a:buSzPts val="1400"/>
              <a:buFont typeface="Lexend"/>
              <a:buChar char="•"/>
              <a:defRPr>
                <a:solidFill>
                  <a:schemeClr val="lt1"/>
                </a:solidFill>
                <a:latin typeface="Lexend"/>
                <a:ea typeface="Lexend"/>
                <a:cs typeface="Lexend"/>
                <a:sym typeface="Lexend"/>
              </a:defRPr>
            </a:lvl5pPr>
            <a:lvl6pPr marL="2743200" lvl="5" indent="-317500">
              <a:lnSpc>
                <a:spcPct val="100000"/>
              </a:lnSpc>
              <a:spcBef>
                <a:spcPts val="800"/>
              </a:spcBef>
              <a:spcAft>
                <a:spcPts val="0"/>
              </a:spcAft>
              <a:buClr>
                <a:schemeClr val="lt1"/>
              </a:buClr>
              <a:buSzPts val="1400"/>
              <a:buFont typeface="Lexend"/>
              <a:buChar char="•"/>
              <a:defRPr>
                <a:solidFill>
                  <a:schemeClr val="lt1"/>
                </a:solidFill>
                <a:latin typeface="Lexend"/>
                <a:ea typeface="Lexend"/>
                <a:cs typeface="Lexend"/>
                <a:sym typeface="Lexend"/>
              </a:defRPr>
            </a:lvl6pPr>
            <a:lvl7pPr marL="3200400" lvl="6" indent="-317500">
              <a:lnSpc>
                <a:spcPct val="100000"/>
              </a:lnSpc>
              <a:spcBef>
                <a:spcPts val="800"/>
              </a:spcBef>
              <a:spcAft>
                <a:spcPts val="0"/>
              </a:spcAft>
              <a:buClr>
                <a:schemeClr val="lt1"/>
              </a:buClr>
              <a:buSzPts val="1400"/>
              <a:buFont typeface="Lexend"/>
              <a:buChar char="•"/>
              <a:defRPr>
                <a:solidFill>
                  <a:schemeClr val="lt1"/>
                </a:solidFill>
                <a:latin typeface="Lexend"/>
                <a:ea typeface="Lexend"/>
                <a:cs typeface="Lexend"/>
                <a:sym typeface="Lexend"/>
              </a:defRPr>
            </a:lvl7pPr>
            <a:lvl8pPr marL="3657600" lvl="7" indent="-317500">
              <a:lnSpc>
                <a:spcPct val="100000"/>
              </a:lnSpc>
              <a:spcBef>
                <a:spcPts val="800"/>
              </a:spcBef>
              <a:spcAft>
                <a:spcPts val="0"/>
              </a:spcAft>
              <a:buClr>
                <a:schemeClr val="lt1"/>
              </a:buClr>
              <a:buSzPts val="1400"/>
              <a:buFont typeface="Lexend"/>
              <a:buChar char="•"/>
              <a:defRPr>
                <a:solidFill>
                  <a:schemeClr val="lt1"/>
                </a:solidFill>
                <a:latin typeface="Lexend"/>
                <a:ea typeface="Lexend"/>
                <a:cs typeface="Lexend"/>
                <a:sym typeface="Lexend"/>
              </a:defRPr>
            </a:lvl8pPr>
            <a:lvl9pPr marL="4114800" lvl="8" indent="-317500">
              <a:lnSpc>
                <a:spcPct val="100000"/>
              </a:lnSpc>
              <a:spcBef>
                <a:spcPts val="800"/>
              </a:spcBef>
              <a:spcAft>
                <a:spcPts val="800"/>
              </a:spcAft>
              <a:buClr>
                <a:schemeClr val="lt1"/>
              </a:buClr>
              <a:buSzPts val="1400"/>
              <a:buFont typeface="Lexend"/>
              <a:buChar char="•"/>
              <a:defRPr>
                <a:solidFill>
                  <a:schemeClr val="lt1"/>
                </a:solidFill>
                <a:latin typeface="Lexend"/>
                <a:ea typeface="Lexend"/>
                <a:cs typeface="Lexend"/>
                <a:sym typeface="Lexend"/>
              </a:defRPr>
            </a:lvl9pPr>
          </a:lstStyle>
          <a:p/>
        </p:txBody>
      </p:sp>
      <p:sp>
        <p:nvSpPr>
          <p:cNvPr id="53" name="Google Shape;53;p1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38.xml"/><Relationship Id="rId3" Type="http://schemas.openxmlformats.org/officeDocument/2006/relationships/image" Target="../media/image7.jpeg"/><Relationship Id="rId2" Type="http://schemas.openxmlformats.org/officeDocument/2006/relationships/image" Target="../media/image5.png"/><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0.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9.xml"/><Relationship Id="rId2" Type="http://schemas.openxmlformats.org/officeDocument/2006/relationships/image" Target="../media/image5.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0.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0.xml"/><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0.xml"/><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7.xml"/><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image" Target="../media/image5.png"/><Relationship Id="rId1"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75" name="Shape 175"/>
        <p:cNvGrpSpPr/>
        <p:nvPr/>
      </p:nvGrpSpPr>
      <p:grpSpPr>
        <a:xfrm>
          <a:off x="0" y="0"/>
          <a:ext cx="0" cy="0"/>
          <a:chOff x="0" y="0"/>
          <a:chExt cx="0" cy="0"/>
        </a:xfrm>
      </p:grpSpPr>
      <p:sp>
        <p:nvSpPr>
          <p:cNvPr id="5" name="Text Box 4"/>
          <p:cNvSpPr txBox="1"/>
          <p:nvPr/>
        </p:nvSpPr>
        <p:spPr>
          <a:xfrm>
            <a:off x="1590040" y="4117340"/>
            <a:ext cx="6148070" cy="468630"/>
          </a:xfrm>
          <a:prstGeom prst="rect">
            <a:avLst/>
          </a:prstGeom>
          <a:noFill/>
        </p:spPr>
        <p:txBody>
          <a:bodyPr wrap="square" rtlCol="0">
            <a:noAutofit/>
          </a:bodyPr>
          <a:p>
            <a:r>
              <a:rPr lang="en-US" sz="2800"/>
              <a:t>Theam Based Activity for wonder kids</a:t>
            </a:r>
            <a:endParaRPr lang="en-US" sz="2800"/>
          </a:p>
        </p:txBody>
      </p:sp>
      <p:pic>
        <p:nvPicPr>
          <p:cNvPr id="7" name="Picture 6" descr="pixelcut-export (1)"/>
          <p:cNvPicPr>
            <a:picLocks noChangeAspect="1"/>
          </p:cNvPicPr>
          <p:nvPr/>
        </p:nvPicPr>
        <p:blipFill>
          <a:blip r:embed="rId1"/>
          <a:srcRect t="22967" b="48563"/>
          <a:stretch>
            <a:fillRect/>
          </a:stretch>
        </p:blipFill>
        <p:spPr>
          <a:xfrm>
            <a:off x="2510790" y="1776095"/>
            <a:ext cx="4306570" cy="12268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19" name="Shape 119"/>
        <p:cNvGrpSpPr/>
        <p:nvPr/>
      </p:nvGrpSpPr>
      <p:grpSpPr>
        <a:xfrm>
          <a:off x="0" y="0"/>
          <a:ext cx="0" cy="0"/>
          <a:chOff x="0" y="0"/>
          <a:chExt cx="0" cy="0"/>
        </a:xfrm>
      </p:grpSpPr>
      <p:pic>
        <p:nvPicPr>
          <p:cNvPr id="120" name="Google Shape;120;p21" descr="logo"/>
          <p:cNvPicPr preferRelativeResize="0"/>
          <p:nvPr/>
        </p:nvPicPr>
        <p:blipFill>
          <a:blip r:embed="rId1"/>
          <a:stretch>
            <a:fillRect/>
          </a:stretch>
        </p:blipFill>
        <p:spPr>
          <a:xfrm>
            <a:off x="488050" y="4799275"/>
            <a:ext cx="1371600" cy="146304"/>
          </a:xfrm>
          <a:prstGeom prst="rect">
            <a:avLst/>
          </a:prstGeom>
          <a:noFill/>
          <a:ln>
            <a:noFill/>
          </a:ln>
        </p:spPr>
      </p:pic>
      <p:sp>
        <p:nvSpPr>
          <p:cNvPr id="121" name="Google Shape;121;p21"/>
          <p:cNvSpPr/>
          <p:nvPr/>
        </p:nvSpPr>
        <p:spPr>
          <a:xfrm>
            <a:off x="4567750" y="0"/>
            <a:ext cx="45765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122" name="Google Shape;122;p21" descr="detail_0"/>
          <p:cNvSpPr txBox="1"/>
          <p:nvPr/>
        </p:nvSpPr>
        <p:spPr>
          <a:xfrm>
            <a:off x="4923175" y="347475"/>
            <a:ext cx="3808800" cy="4453200"/>
          </a:xfrm>
          <a:prstGeom prst="rect">
            <a:avLst/>
          </a:prstGeom>
          <a:noFill/>
          <a:ln>
            <a:noFill/>
          </a:ln>
        </p:spPr>
        <p:txBody>
          <a:bodyPr spcFirstLastPara="1" wrap="square" lIns="91425" tIns="91425" rIns="91425" bIns="91425" anchor="ctr" anchorCtr="0">
            <a:noAutofit/>
          </a:bodyPr>
          <a:lstStyle/>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 Empowering womanhood,  is program with a vision to give a platform to all the women for diversifying their existing skills to meet today's challenges. MySkill aims at building actual competencies to achieve their highest desired level of independence and inclusion in their communities.</a:t>
            </a:r>
            <a:endParaRPr sz="1200" b="1" i="0">
              <a:solidFill>
                <a:schemeClr val="tx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 </a:t>
            </a:r>
            <a:endParaRPr sz="1200" b="1" i="0">
              <a:solidFill>
                <a:schemeClr val="tx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has partnered with institutes who have a proven track record of training and empowering women through various educational and experiential learning in the past. </a:t>
            </a:r>
            <a:endParaRPr sz="1200" b="1" i="0">
              <a:solidFill>
                <a:schemeClr val="tx1"/>
              </a:solidFill>
              <a:latin typeface="Heiti SC Medium" panose="02000000000000000000" charset="-122"/>
              <a:ea typeface="Heiti SC Medium" panose="02000000000000000000" charset="-122"/>
            </a:endParaRPr>
          </a:p>
          <a:p>
            <a:pPr marL="0" indent="0" defTabSz="266700">
              <a:spcAft>
                <a:spcPct val="0"/>
              </a:spcAft>
            </a:pPr>
            <a:endParaRPr sz="1200" b="1" i="0">
              <a:solidFill>
                <a:schemeClr val="tx1"/>
              </a:solidFill>
              <a:latin typeface="Calibri"/>
              <a:ea typeface="Arial" panose="020B0604020202090204"/>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offers a platform for all aspiring women who want to have a greater expansion in professional and personal growth which in turn  contribute to structural transformation and economic growth by enhancing employability.</a:t>
            </a:r>
            <a:endParaRPr sz="1200" b="1" i="0">
              <a:solidFill>
                <a:schemeClr val="tx1"/>
              </a:solidFill>
              <a:latin typeface="Heiti SC Medium" panose="02000000000000000000" charset="-122"/>
              <a:ea typeface="Heiti SC Medium" panose="02000000000000000000" charset="-122"/>
            </a:endParaRPr>
          </a:p>
          <a:p>
            <a:pPr marL="0" indent="0" defTabSz="266700">
              <a:spcAft>
                <a:spcPct val="0"/>
              </a:spcAft>
            </a:pPr>
            <a:r>
              <a:rPr sz="1200" b="1">
                <a:solidFill>
                  <a:schemeClr val="tx1"/>
                </a:solidFill>
                <a:latin typeface="Calibri"/>
                <a:sym typeface="+mn-ea"/>
              </a:rPr>
              <a:t> </a:t>
            </a:r>
            <a:endParaRPr sz="1200" b="1" i="0">
              <a:solidFill>
                <a:schemeClr val="tx1"/>
              </a:solidFill>
              <a:latin typeface="Calibri"/>
              <a:ea typeface="Arial" panose="020B0604020202090204"/>
            </a:endParaRPr>
          </a:p>
          <a:p>
            <a:pPr marL="0" lvl="0" indent="0" algn="l" rtl="0">
              <a:lnSpc>
                <a:spcPct val="150000"/>
              </a:lnSpc>
              <a:spcBef>
                <a:spcPts val="0"/>
              </a:spcBef>
              <a:spcAft>
                <a:spcPts val="0"/>
              </a:spcAft>
              <a:buNone/>
            </a:pPr>
            <a:endParaRPr sz="1200" b="1" i="0">
              <a:solidFill>
                <a:schemeClr val="tx1"/>
              </a:solidFill>
              <a:latin typeface="Calibri"/>
              <a:ea typeface="Arial" panose="020B0604020202090204"/>
              <a:cs typeface="Hanken Grotesk"/>
              <a:sym typeface="Hanken Grotesk"/>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pic>
        <p:nvPicPr>
          <p:cNvPr id="2" name="Picture 1" descr="empowering"/>
          <p:cNvPicPr>
            <a:picLocks noChangeAspect="1"/>
          </p:cNvPicPr>
          <p:nvPr/>
        </p:nvPicPr>
        <p:blipFill>
          <a:blip r:embed="rId3"/>
          <a:srcRect t="4666" b="4531"/>
          <a:stretch>
            <a:fillRect/>
          </a:stretch>
        </p:blipFill>
        <p:spPr>
          <a:xfrm>
            <a:off x="224155" y="532765"/>
            <a:ext cx="3892550" cy="3534410"/>
          </a:xfrm>
          <a:prstGeom prst="rect">
            <a:avLst/>
          </a:prstGeom>
        </p:spPr>
      </p:pic>
      <p:sp>
        <p:nvSpPr>
          <p:cNvPr id="4" name="Text Box 3"/>
          <p:cNvSpPr txBox="1"/>
          <p:nvPr/>
        </p:nvSpPr>
        <p:spPr>
          <a:xfrm>
            <a:off x="4923155" y="97790"/>
            <a:ext cx="5490210" cy="460375"/>
          </a:xfrm>
          <a:prstGeom prst="rect">
            <a:avLst/>
          </a:prstGeom>
          <a:noFill/>
        </p:spPr>
        <p:txBody>
          <a:bodyPr wrap="square" rtlCol="0">
            <a:spAutoFit/>
          </a:bodyPr>
          <a:p>
            <a:r>
              <a:rPr lang="en-US" sz="2400" b="1">
                <a:solidFill>
                  <a:schemeClr val="tx1"/>
                </a:solidFill>
                <a:latin typeface="Heiti SC Medium" panose="02000000000000000000" charset="-122"/>
                <a:ea typeface="Heiti SC Medium" panose="02000000000000000000" charset="-122"/>
              </a:rPr>
              <a:t>Empowering Mankind</a:t>
            </a:r>
            <a:endParaRPr lang="en-US" sz="2400" b="1">
              <a:solidFill>
                <a:schemeClr val="tx1"/>
              </a:solidFill>
              <a:latin typeface="Heiti SC Medium" panose="02000000000000000000" charset="-122"/>
              <a:ea typeface="Heiti SC Medium" panose="020000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81" name="Shape 181"/>
        <p:cNvGrpSpPr/>
        <p:nvPr/>
      </p:nvGrpSpPr>
      <p:grpSpPr>
        <a:xfrm>
          <a:off x="0" y="0"/>
          <a:ext cx="0" cy="0"/>
          <a:chOff x="0" y="0"/>
          <a:chExt cx="0" cy="0"/>
        </a:xfrm>
      </p:grpSpPr>
      <p:pic>
        <p:nvPicPr>
          <p:cNvPr id="182" name="Google Shape;182;p41"/>
          <p:cNvPicPr preferRelativeResize="0"/>
          <p:nvPr/>
        </p:nvPicPr>
        <p:blipFill rotWithShape="1">
          <a:blip r:embed="rId1"/>
          <a:srcRect r="75815"/>
          <a:stretch>
            <a:fillRect/>
          </a:stretch>
        </p:blipFill>
        <p:spPr>
          <a:xfrm>
            <a:off x="-1" y="0"/>
            <a:ext cx="2238623" cy="5143501"/>
          </a:xfrm>
          <a:prstGeom prst="rect">
            <a:avLst/>
          </a:prstGeom>
          <a:noFill/>
          <a:ln w="9525" cap="flat" cmpd="sng">
            <a:solidFill>
              <a:schemeClr val="lt1"/>
            </a:solidFill>
            <a:prstDash val="solid"/>
            <a:round/>
            <a:headEnd type="none" w="sm" len="sm"/>
            <a:tailEnd type="none" w="sm" len="sm"/>
          </a:ln>
        </p:spPr>
      </p:pic>
      <p:sp>
        <p:nvSpPr>
          <p:cNvPr id="183" name="Google Shape;183;p41"/>
          <p:cNvSpPr/>
          <p:nvPr/>
        </p:nvSpPr>
        <p:spPr>
          <a:xfrm>
            <a:off x="457201" y="481850"/>
            <a:ext cx="1949100" cy="523800"/>
          </a:xfrm>
          <a:prstGeom prst="roundRect">
            <a:avLst>
              <a:gd name="adj" fmla="val 50000"/>
            </a:avLst>
          </a:prstGeom>
          <a:solidFill>
            <a:schemeClr val="dk2"/>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a:latin typeface="Lexend"/>
                <a:ea typeface="Lexend"/>
                <a:cs typeface="Lexend"/>
                <a:sym typeface="Lexend"/>
              </a:rPr>
              <a:t>Agenda</a:t>
            </a:r>
            <a:endParaRPr>
              <a:latin typeface="Lexend"/>
              <a:ea typeface="Lexend"/>
              <a:cs typeface="Lexend"/>
              <a:sym typeface="Lexend"/>
            </a:endParaRPr>
          </a:p>
        </p:txBody>
      </p:sp>
      <p:sp>
        <p:nvSpPr>
          <p:cNvPr id="184" name="Google Shape;184;p41" descr="agenda_0"/>
          <p:cNvSpPr txBox="1"/>
          <p:nvPr/>
        </p:nvSpPr>
        <p:spPr>
          <a:xfrm>
            <a:off x="2730900" y="1215850"/>
            <a:ext cx="2976000" cy="3362100"/>
          </a:xfrm>
          <a:prstGeom prst="rect">
            <a:avLst/>
          </a:prstGeom>
          <a:noFill/>
          <a:ln>
            <a:noFill/>
          </a:ln>
        </p:spPr>
        <p:txBody>
          <a:bodyPr spcFirstLastPara="1" wrap="square" lIns="0" tIns="91425" rIns="91425" bIns="0" anchor="t" anchorCtr="0">
            <a:noAutofit/>
          </a:bodyPr>
          <a:lstStyle/>
          <a:p>
            <a:pPr marL="457200" lvl="0" indent="-304800" algn="l" rtl="0">
              <a:lnSpc>
                <a:spcPct val="150000"/>
              </a:lnSpc>
              <a:spcBef>
                <a:spcPts val="0"/>
              </a:spcBef>
              <a:spcAft>
                <a:spcPts val="0"/>
              </a:spcAft>
              <a:buClr>
                <a:schemeClr val="lt1"/>
              </a:buClr>
              <a:buSzPts val="1200"/>
              <a:buFont typeface="Lexend"/>
              <a:buChar char="○"/>
            </a:pPr>
            <a:r>
              <a:rPr lang="en-GB" sz="1200">
                <a:solidFill>
                  <a:schemeClr val="lt1"/>
                </a:solidFill>
                <a:latin typeface="Lexend"/>
                <a:ea typeface="Lexend"/>
                <a:cs typeface="Lexend"/>
                <a:sym typeface="Lexend"/>
              </a:rPr>
              <a:t>Understanding Developmental Themes</a:t>
            </a:r>
            <a:endParaRPr sz="1200">
              <a:solidFill>
                <a:schemeClr val="lt1"/>
              </a:solidFill>
              <a:latin typeface="Lexend"/>
              <a:ea typeface="Lexend"/>
              <a:cs typeface="Lexend"/>
              <a:sym typeface="Lexend"/>
            </a:endParaRPr>
          </a:p>
          <a:p>
            <a:pPr marL="457200" lvl="0" indent="-304800" algn="l" rtl="0">
              <a:lnSpc>
                <a:spcPct val="150000"/>
              </a:lnSpc>
              <a:spcBef>
                <a:spcPts val="0"/>
              </a:spcBef>
              <a:spcAft>
                <a:spcPts val="0"/>
              </a:spcAft>
              <a:buClr>
                <a:schemeClr val="lt1"/>
              </a:buClr>
              <a:buSzPts val="1200"/>
              <a:buFont typeface="Lexend"/>
              <a:buChar char="○"/>
            </a:pPr>
            <a:r>
              <a:rPr lang="en-GB" sz="1200">
                <a:solidFill>
                  <a:schemeClr val="lt1"/>
                </a:solidFill>
                <a:latin typeface="Lexend"/>
                <a:ea typeface="Lexend"/>
                <a:cs typeface="Lexend"/>
                <a:sym typeface="Lexend"/>
              </a:rPr>
              <a:t>Nature and the Environment</a:t>
            </a:r>
            <a:endParaRPr sz="1200">
              <a:solidFill>
                <a:schemeClr val="lt1"/>
              </a:solidFill>
              <a:latin typeface="Lexend"/>
              <a:ea typeface="Lexend"/>
              <a:cs typeface="Lexend"/>
              <a:sym typeface="Lexend"/>
            </a:endParaRPr>
          </a:p>
          <a:p>
            <a:pPr marL="457200" lvl="0" indent="-304800" algn="l" rtl="0">
              <a:lnSpc>
                <a:spcPct val="150000"/>
              </a:lnSpc>
              <a:spcBef>
                <a:spcPts val="0"/>
              </a:spcBef>
              <a:spcAft>
                <a:spcPts val="0"/>
              </a:spcAft>
              <a:buClr>
                <a:schemeClr val="lt1"/>
              </a:buClr>
              <a:buSzPts val="1200"/>
              <a:buFont typeface="Lexend"/>
              <a:buChar char="○"/>
            </a:pPr>
            <a:r>
              <a:rPr lang="en-GB" sz="1200">
                <a:solidFill>
                  <a:schemeClr val="lt1"/>
                </a:solidFill>
                <a:latin typeface="Lexend"/>
                <a:ea typeface="Lexend"/>
                <a:cs typeface="Lexend"/>
                <a:sym typeface="Lexend"/>
              </a:rPr>
              <a:t>Designing Age Appropriate Activities</a:t>
            </a:r>
            <a:endParaRPr sz="1200">
              <a:solidFill>
                <a:schemeClr val="lt1"/>
              </a:solidFill>
              <a:latin typeface="Lexend"/>
              <a:ea typeface="Lexend"/>
              <a:cs typeface="Lexend"/>
              <a:sym typeface="Lexend"/>
            </a:endParaRPr>
          </a:p>
          <a:p>
            <a:pPr marL="457200" lvl="0" indent="-304800" algn="l" rtl="0">
              <a:lnSpc>
                <a:spcPct val="150000"/>
              </a:lnSpc>
              <a:spcBef>
                <a:spcPts val="0"/>
              </a:spcBef>
              <a:spcAft>
                <a:spcPts val="0"/>
              </a:spcAft>
              <a:buClr>
                <a:schemeClr val="lt1"/>
              </a:buClr>
              <a:buSzPts val="1200"/>
              <a:buFont typeface="Lexend"/>
              <a:buChar char="○"/>
            </a:pPr>
            <a:r>
              <a:rPr lang="en-GB" sz="1200">
                <a:solidFill>
                  <a:schemeClr val="lt1"/>
                </a:solidFill>
                <a:latin typeface="Lexend"/>
                <a:ea typeface="Lexend"/>
                <a:cs typeface="Lexend"/>
                <a:sym typeface="Lexend"/>
              </a:rPr>
              <a:t>Examples of Thematic Activities</a:t>
            </a:r>
            <a:endParaRPr sz="1200">
              <a:solidFill>
                <a:schemeClr val="lt1"/>
              </a:solidFill>
              <a:latin typeface="Lexend"/>
              <a:ea typeface="Lexend"/>
              <a:cs typeface="Lexend"/>
              <a:sym typeface="Lexend"/>
            </a:endParaRPr>
          </a:p>
          <a:p>
            <a:pPr marL="457200" lvl="0" indent="-304800" algn="l" rtl="0">
              <a:lnSpc>
                <a:spcPct val="150000"/>
              </a:lnSpc>
              <a:spcBef>
                <a:spcPts val="0"/>
              </a:spcBef>
              <a:spcAft>
                <a:spcPts val="0"/>
              </a:spcAft>
              <a:buClr>
                <a:schemeClr val="lt1"/>
              </a:buClr>
              <a:buSzPts val="1200"/>
              <a:buFont typeface="Lexend"/>
              <a:buChar char="○"/>
            </a:pPr>
            <a:r>
              <a:rPr lang="en-GB" sz="1200">
                <a:solidFill>
                  <a:schemeClr val="lt1"/>
                </a:solidFill>
                <a:latin typeface="Lexend"/>
                <a:ea typeface="Lexend"/>
                <a:cs typeface="Lexend"/>
                <a:sym typeface="Lexend"/>
              </a:rPr>
              <a:t>Tips for Successful Implementation</a:t>
            </a:r>
            <a:endParaRPr sz="1200">
              <a:solidFill>
                <a:schemeClr val="lt1"/>
              </a:solidFill>
              <a:latin typeface="Lexend"/>
              <a:ea typeface="Lexend"/>
              <a:cs typeface="Lexend"/>
              <a:sym typeface="Lexend"/>
            </a:endParaRPr>
          </a:p>
          <a:p>
            <a:pPr marL="457200" lvl="0" indent="-304800" algn="l" rtl="0">
              <a:lnSpc>
                <a:spcPct val="150000"/>
              </a:lnSpc>
              <a:spcBef>
                <a:spcPts val="0"/>
              </a:spcBef>
              <a:spcAft>
                <a:spcPts val="0"/>
              </a:spcAft>
              <a:buClr>
                <a:schemeClr val="lt1"/>
              </a:buClr>
              <a:buSzPts val="1200"/>
              <a:buFont typeface="Lexend"/>
              <a:buChar char="○"/>
            </a:pPr>
            <a:r>
              <a:rPr lang="en-GB" sz="1200">
                <a:solidFill>
                  <a:schemeClr val="lt1"/>
                </a:solidFill>
                <a:latin typeface="Lexend"/>
                <a:ea typeface="Lexend"/>
                <a:cs typeface="Lexend"/>
                <a:sym typeface="Lexend"/>
              </a:rPr>
              <a:t>Conclusion</a:t>
            </a:r>
            <a:endParaRPr sz="1200">
              <a:solidFill>
                <a:schemeClr val="lt1"/>
              </a:solidFill>
              <a:latin typeface="Lexend"/>
              <a:ea typeface="Lexend"/>
              <a:cs typeface="Lexend"/>
              <a:sym typeface="Lexend"/>
            </a:endParaRPr>
          </a:p>
        </p:txBody>
      </p:sp>
      <p:pic>
        <p:nvPicPr>
          <p:cNvPr id="7" name="Picture 6" descr="pixelcut-export (1)"/>
          <p:cNvPicPr>
            <a:picLocks noChangeAspect="1"/>
          </p:cNvPicPr>
          <p:nvPr/>
        </p:nvPicPr>
        <p:blipFill>
          <a:blip r:embed="rId2"/>
          <a:srcRect t="22967" b="48563"/>
          <a:stretch>
            <a:fillRect/>
          </a:stretch>
        </p:blipFill>
        <p:spPr>
          <a:xfrm>
            <a:off x="6410960" y="4364990"/>
            <a:ext cx="2733040" cy="7785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88" name="Shape 188"/>
        <p:cNvGrpSpPr/>
        <p:nvPr/>
      </p:nvGrpSpPr>
      <p:grpSpPr>
        <a:xfrm>
          <a:off x="0" y="0"/>
          <a:ext cx="0" cy="0"/>
          <a:chOff x="0" y="0"/>
          <a:chExt cx="0" cy="0"/>
        </a:xfrm>
      </p:grpSpPr>
      <p:pic>
        <p:nvPicPr>
          <p:cNvPr id="189" name="Google Shape;189;p42"/>
          <p:cNvPicPr preferRelativeResize="0"/>
          <p:nvPr/>
        </p:nvPicPr>
        <p:blipFill>
          <a:blip r:embed="rId1"/>
          <a:stretch>
            <a:fillRect/>
          </a:stretch>
        </p:blipFill>
        <p:spPr>
          <a:xfrm>
            <a:off x="0" y="31254"/>
            <a:ext cx="9144003" cy="5080994"/>
          </a:xfrm>
          <a:prstGeom prst="rect">
            <a:avLst/>
          </a:prstGeom>
          <a:noFill/>
          <a:ln>
            <a:noFill/>
          </a:ln>
        </p:spPr>
      </p:pic>
      <p:sp>
        <p:nvSpPr>
          <p:cNvPr id="190" name="Google Shape;190;p42"/>
          <p:cNvSpPr/>
          <p:nvPr/>
        </p:nvSpPr>
        <p:spPr>
          <a:xfrm>
            <a:off x="534035" y="728345"/>
            <a:ext cx="8260715" cy="3855720"/>
          </a:xfrm>
          <a:prstGeom prst="roundRect">
            <a:avLst>
              <a:gd name="adj" fmla="val 27720"/>
            </a:avLst>
          </a:prstGeom>
          <a:solidFill>
            <a:schemeClr val="dk2"/>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sp>
        <p:nvSpPr>
          <p:cNvPr id="191" name="Google Shape;191;p42" descr="title"/>
          <p:cNvSpPr txBox="1"/>
          <p:nvPr>
            <p:ph type="title"/>
          </p:nvPr>
        </p:nvSpPr>
        <p:spPr>
          <a:xfrm>
            <a:off x="763905" y="1079500"/>
            <a:ext cx="2444750" cy="290576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6"/>
                </a:solidFill>
              </a:rPr>
              <a:t>Understanding </a:t>
            </a:r>
            <a:r>
              <a:rPr lang="en-GB" sz="2000">
                <a:solidFill>
                  <a:schemeClr val="accent6"/>
                </a:solidFill>
              </a:rPr>
              <a:t>Developmental Themes</a:t>
            </a:r>
            <a:endParaRPr sz="2000">
              <a:solidFill>
                <a:schemeClr val="accent6"/>
              </a:solidFill>
            </a:endParaRPr>
          </a:p>
        </p:txBody>
      </p:sp>
      <p:sp>
        <p:nvSpPr>
          <p:cNvPr id="192" name="Google Shape;192;p42" descr="detail_0"/>
          <p:cNvSpPr txBox="1"/>
          <p:nvPr>
            <p:ph type="body" idx="4294967295"/>
          </p:nvPr>
        </p:nvSpPr>
        <p:spPr>
          <a:xfrm>
            <a:off x="3550775" y="1079225"/>
            <a:ext cx="4678800" cy="2905800"/>
          </a:xfrm>
          <a:prstGeom prst="rect">
            <a:avLst/>
          </a:prstGeom>
        </p:spPr>
        <p:txBody>
          <a:bodyPr spcFirstLastPara="1" wrap="square" lIns="91425" tIns="91425" rIns="91425" bIns="91425" anchor="ctr" anchorCtr="0">
            <a:noAutofit/>
          </a:bodyPr>
          <a:lstStyle/>
          <a:p>
            <a:pPr marL="0" lvl="0" indent="0" algn="l" rtl="0">
              <a:lnSpc>
                <a:spcPct val="200000"/>
              </a:lnSpc>
              <a:spcBef>
                <a:spcPts val="0"/>
              </a:spcBef>
              <a:spcAft>
                <a:spcPts val="0"/>
              </a:spcAft>
              <a:buNone/>
            </a:pPr>
            <a:r>
              <a:rPr lang="en-GB" sz="900">
                <a:solidFill>
                  <a:schemeClr val="accent6"/>
                </a:solidFill>
              </a:rPr>
              <a:t>Creating activities for young children aged 3 to 6 years requires an understanding of their developmental stages, interests, and the themes you want to explore.</a:t>
            </a:r>
            <a:endParaRPr sz="900">
              <a:solidFill>
                <a:schemeClr val="accent6"/>
              </a:solidFill>
            </a:endParaRPr>
          </a:p>
          <a:p>
            <a:pPr marL="0" lvl="0" indent="0" algn="l" rtl="0">
              <a:lnSpc>
                <a:spcPct val="200000"/>
              </a:lnSpc>
              <a:spcBef>
                <a:spcPts val="800"/>
              </a:spcBef>
              <a:spcAft>
                <a:spcPts val="0"/>
              </a:spcAft>
              <a:buNone/>
            </a:pPr>
            <a:r>
              <a:rPr lang="en-GB" sz="900">
                <a:solidFill>
                  <a:schemeClr val="accent6"/>
                </a:solidFill>
              </a:rPr>
              <a:t>Young children learn best through play and hands-on experiences. Common themes that resonate with this age group include:</a:t>
            </a:r>
            <a:endParaRPr sz="900">
              <a:solidFill>
                <a:schemeClr val="accent6"/>
              </a:solidFill>
            </a:endParaRPr>
          </a:p>
          <a:p>
            <a:pPr marL="0" lvl="0" indent="0" algn="l" rtl="0">
              <a:lnSpc>
                <a:spcPct val="200000"/>
              </a:lnSpc>
              <a:spcBef>
                <a:spcPts val="800"/>
              </a:spcBef>
              <a:spcAft>
                <a:spcPts val="0"/>
              </a:spcAft>
              <a:buNone/>
            </a:pPr>
            <a:r>
              <a:rPr lang="en-GB" sz="900">
                <a:solidFill>
                  <a:schemeClr val="accent6"/>
                </a:solidFill>
              </a:rPr>
              <a:t>- Nature and the Environment: Exploring animals, plants, and the seasons.</a:t>
            </a:r>
            <a:endParaRPr sz="900">
              <a:solidFill>
                <a:schemeClr val="accent6"/>
              </a:solidFill>
            </a:endParaRPr>
          </a:p>
          <a:p>
            <a:pPr marL="0" lvl="0" indent="0" algn="l" rtl="0">
              <a:lnSpc>
                <a:spcPct val="200000"/>
              </a:lnSpc>
              <a:spcBef>
                <a:spcPts val="800"/>
              </a:spcBef>
              <a:spcAft>
                <a:spcPts val="0"/>
              </a:spcAft>
              <a:buNone/>
            </a:pPr>
            <a:r>
              <a:rPr lang="en-GB" sz="900">
                <a:solidFill>
                  <a:schemeClr val="accent6"/>
                </a:solidFill>
              </a:rPr>
              <a:t>- Community Helpers: Learning about roles in the community (e.g., firefighters, doctors).</a:t>
            </a:r>
            <a:endParaRPr sz="900">
              <a:solidFill>
                <a:schemeClr val="accent6"/>
              </a:solidFill>
            </a:endParaRPr>
          </a:p>
          <a:p>
            <a:pPr marL="0" lvl="0" indent="0" algn="l" rtl="0">
              <a:lnSpc>
                <a:spcPct val="200000"/>
              </a:lnSpc>
              <a:spcBef>
                <a:spcPts val="800"/>
              </a:spcBef>
              <a:spcAft>
                <a:spcPts val="0"/>
              </a:spcAft>
              <a:buNone/>
            </a:pPr>
            <a:r>
              <a:rPr lang="en-GB" sz="900">
                <a:solidFill>
                  <a:schemeClr val="accent6"/>
                </a:solidFill>
              </a:rPr>
              <a:t>- Emotions and Feelings: Understanding and expressing emotions.</a:t>
            </a:r>
            <a:endParaRPr sz="900">
              <a:solidFill>
                <a:schemeClr val="accent6"/>
              </a:solidFill>
            </a:endParaRPr>
          </a:p>
          <a:p>
            <a:pPr marL="0" lvl="0" indent="0" algn="l" rtl="0">
              <a:lnSpc>
                <a:spcPct val="200000"/>
              </a:lnSpc>
              <a:spcBef>
                <a:spcPts val="800"/>
              </a:spcBef>
              <a:spcAft>
                <a:spcPts val="0"/>
              </a:spcAft>
              <a:buNone/>
            </a:pPr>
            <a:r>
              <a:rPr lang="en-GB" sz="900">
                <a:solidFill>
                  <a:schemeClr val="accent6"/>
                </a:solidFill>
              </a:rPr>
              <a:t>- Shapes, Colors, and Numbers: Basic concepts in a fun and engaging way.</a:t>
            </a:r>
            <a:endParaRPr sz="900">
              <a:solidFill>
                <a:schemeClr val="accent6"/>
              </a:solidFill>
            </a:endParaRPr>
          </a:p>
          <a:p>
            <a:pPr marL="0" lvl="0" indent="0" algn="l" rtl="0">
              <a:lnSpc>
                <a:spcPct val="200000"/>
              </a:lnSpc>
              <a:spcBef>
                <a:spcPts val="800"/>
              </a:spcBef>
              <a:spcAft>
                <a:spcPts val="800"/>
              </a:spcAft>
              <a:buNone/>
            </a:pPr>
            <a:r>
              <a:rPr lang="en-GB" sz="900">
                <a:solidFill>
                  <a:schemeClr val="accent6"/>
                </a:solidFill>
              </a:rPr>
              <a:t>- Storytelling and Imagination: Encouraging creativity through stories and roleplay.</a:t>
            </a:r>
            <a:endParaRPr sz="900">
              <a:solidFill>
                <a:schemeClr val="accent6"/>
              </a:solidFill>
            </a:endParaRPr>
          </a:p>
        </p:txBody>
      </p:sp>
      <p:pic>
        <p:nvPicPr>
          <p:cNvPr id="7" name="Picture 6" descr="pixelcut-export (1)"/>
          <p:cNvPicPr>
            <a:picLocks noChangeAspect="1"/>
          </p:cNvPicPr>
          <p:nvPr/>
        </p:nvPicPr>
        <p:blipFill>
          <a:blip r:embed="rId2"/>
          <a:srcRect t="22967" b="48563"/>
          <a:stretch>
            <a:fillRect/>
          </a:stretch>
        </p:blipFill>
        <p:spPr>
          <a:xfrm>
            <a:off x="763905" y="3586480"/>
            <a:ext cx="2733040" cy="7785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02" name="Shape 202"/>
        <p:cNvGrpSpPr/>
        <p:nvPr/>
      </p:nvGrpSpPr>
      <p:grpSpPr>
        <a:xfrm>
          <a:off x="0" y="0"/>
          <a:ext cx="0" cy="0"/>
          <a:chOff x="0" y="0"/>
          <a:chExt cx="0" cy="0"/>
        </a:xfrm>
      </p:grpSpPr>
      <p:sp>
        <p:nvSpPr>
          <p:cNvPr id="203" name="Google Shape;203;p43" descr="title"/>
          <p:cNvSpPr txBox="1"/>
          <p:nvPr>
            <p:ph type="title"/>
          </p:nvPr>
        </p:nvSpPr>
        <p:spPr>
          <a:xfrm>
            <a:off x="795725" y="1362275"/>
            <a:ext cx="1941600" cy="2285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GB" sz="1800">
                <a:solidFill>
                  <a:schemeClr val="lt2"/>
                </a:solidFill>
              </a:rPr>
              <a:t>Nature and the Environment</a:t>
            </a:r>
            <a:endParaRPr sz="1800">
              <a:solidFill>
                <a:schemeClr val="lt2"/>
              </a:solidFill>
            </a:endParaRPr>
          </a:p>
        </p:txBody>
      </p:sp>
      <p:sp>
        <p:nvSpPr>
          <p:cNvPr id="204" name="Google Shape;204;p43" descr="header_0"/>
          <p:cNvSpPr txBox="1"/>
          <p:nvPr>
            <p:ph type="subTitle" idx="4294967295"/>
          </p:nvPr>
        </p:nvSpPr>
        <p:spPr>
          <a:xfrm>
            <a:off x="2979150" y="566550"/>
            <a:ext cx="5079900" cy="391200"/>
          </a:xfrm>
          <a:prstGeom prst="rect">
            <a:avLst/>
          </a:prstGeom>
        </p:spPr>
        <p:txBody>
          <a:bodyPr spcFirstLastPara="1" wrap="square" lIns="91425" tIns="91425" rIns="91425" bIns="91425" anchor="ctr" anchorCtr="0">
            <a:noAutofit/>
          </a:bodyPr>
          <a:lstStyle/>
          <a:p>
            <a:pPr marL="0" lvl="0" indent="0" algn="l" rtl="0">
              <a:spcBef>
                <a:spcPts val="0"/>
              </a:spcBef>
              <a:spcAft>
                <a:spcPts val="800"/>
              </a:spcAft>
              <a:buNone/>
            </a:pPr>
            <a:r>
              <a:rPr lang="en-GB" sz="1000" b="1"/>
              <a:t>Exploring Nature</a:t>
            </a:r>
            <a:endParaRPr sz="1000" b="1"/>
          </a:p>
        </p:txBody>
      </p:sp>
      <p:sp>
        <p:nvSpPr>
          <p:cNvPr id="205" name="Google Shape;205;p43" descr="detail_0"/>
          <p:cNvSpPr txBox="1"/>
          <p:nvPr>
            <p:ph type="body" idx="4294967295"/>
          </p:nvPr>
        </p:nvSpPr>
        <p:spPr>
          <a:xfrm>
            <a:off x="3427698" y="957791"/>
            <a:ext cx="4857900" cy="8517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1000"/>
              </a:spcAft>
              <a:buNone/>
            </a:pPr>
            <a:r>
              <a:rPr lang="en-GB" sz="1000"/>
              <a:t>Activities focused on nature allow children to explore animals, plants, and the seasons. These experiences foster curiosity and a sense of wonder about the world.</a:t>
            </a:r>
            <a:endParaRPr sz="1000"/>
          </a:p>
        </p:txBody>
      </p:sp>
      <p:sp>
        <p:nvSpPr>
          <p:cNvPr id="206" name="Google Shape;206;p43" descr="header_1"/>
          <p:cNvSpPr txBox="1"/>
          <p:nvPr>
            <p:ph type="subTitle" idx="4294967295"/>
          </p:nvPr>
        </p:nvSpPr>
        <p:spPr>
          <a:xfrm>
            <a:off x="2979150" y="1889757"/>
            <a:ext cx="5079900" cy="391200"/>
          </a:xfrm>
          <a:prstGeom prst="rect">
            <a:avLst/>
          </a:prstGeom>
        </p:spPr>
        <p:txBody>
          <a:bodyPr spcFirstLastPara="1" wrap="square" lIns="91425" tIns="91425" rIns="91425" bIns="91425" anchor="ctr" anchorCtr="0">
            <a:noAutofit/>
          </a:bodyPr>
          <a:lstStyle/>
          <a:p>
            <a:pPr marL="0" lvl="0" indent="0" algn="l" rtl="0">
              <a:spcBef>
                <a:spcPts val="0"/>
              </a:spcBef>
              <a:spcAft>
                <a:spcPts val="800"/>
              </a:spcAft>
              <a:buNone/>
            </a:pPr>
            <a:r>
              <a:rPr lang="en-GB" sz="1000" b="1"/>
              <a:t>Nature Scavenger Hunt</a:t>
            </a:r>
            <a:endParaRPr sz="1000" b="1"/>
          </a:p>
        </p:txBody>
      </p:sp>
      <p:sp>
        <p:nvSpPr>
          <p:cNvPr id="207" name="Google Shape;207;p43" descr="detail_1"/>
          <p:cNvSpPr txBox="1"/>
          <p:nvPr>
            <p:ph type="body" idx="4294967295"/>
          </p:nvPr>
        </p:nvSpPr>
        <p:spPr>
          <a:xfrm>
            <a:off x="3427698" y="2280996"/>
            <a:ext cx="4857900" cy="8517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1000"/>
              </a:spcAft>
              <a:buNone/>
            </a:pPr>
            <a:r>
              <a:rPr lang="en-GB" sz="1000"/>
              <a:t>Create a simple checklist of items for children to find outside, such as leaves, rocks, and flowers. Use pictures to help nonreaders engage with the activity.</a:t>
            </a:r>
            <a:endParaRPr sz="1000"/>
          </a:p>
        </p:txBody>
      </p:sp>
      <p:sp>
        <p:nvSpPr>
          <p:cNvPr id="208" name="Google Shape;208;p43" descr="header_2"/>
          <p:cNvSpPr txBox="1"/>
          <p:nvPr>
            <p:ph type="subTitle" idx="4294967295"/>
          </p:nvPr>
        </p:nvSpPr>
        <p:spPr>
          <a:xfrm>
            <a:off x="2979150" y="3212963"/>
            <a:ext cx="5079900" cy="391200"/>
          </a:xfrm>
          <a:prstGeom prst="rect">
            <a:avLst/>
          </a:prstGeom>
        </p:spPr>
        <p:txBody>
          <a:bodyPr spcFirstLastPara="1" wrap="square" lIns="91425" tIns="91425" rIns="91425" bIns="91425" anchor="ctr" anchorCtr="0">
            <a:noAutofit/>
          </a:bodyPr>
          <a:lstStyle/>
          <a:p>
            <a:pPr marL="0" lvl="0" indent="0" algn="l" rtl="0">
              <a:spcBef>
                <a:spcPts val="0"/>
              </a:spcBef>
              <a:spcAft>
                <a:spcPts val="800"/>
              </a:spcAft>
              <a:buNone/>
            </a:pPr>
            <a:r>
              <a:rPr lang="en-GB" sz="1000" b="1"/>
              <a:t>Planting Seeds</a:t>
            </a:r>
            <a:endParaRPr sz="1000" b="1"/>
          </a:p>
        </p:txBody>
      </p:sp>
      <p:sp>
        <p:nvSpPr>
          <p:cNvPr id="209" name="Google Shape;209;p43" descr="detail_2"/>
          <p:cNvSpPr txBox="1"/>
          <p:nvPr>
            <p:ph type="body" idx="4294967295"/>
          </p:nvPr>
        </p:nvSpPr>
        <p:spPr>
          <a:xfrm>
            <a:off x="3427698" y="3604201"/>
            <a:ext cx="4857900" cy="8517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1000"/>
              </a:spcAft>
              <a:buNone/>
            </a:pPr>
            <a:r>
              <a:rPr lang="en-GB" sz="1000"/>
              <a:t>Provide small pots, soil, and seeds for children to plant and water. Discuss what plants need to grow, linking hands-on activity to learning.</a:t>
            </a:r>
            <a:endParaRPr sz="1000"/>
          </a:p>
        </p:txBody>
      </p:sp>
      <p:pic>
        <p:nvPicPr>
          <p:cNvPr id="7" name="Picture 6" descr="pixelcut-export (1)"/>
          <p:cNvPicPr>
            <a:picLocks noChangeAspect="1"/>
          </p:cNvPicPr>
          <p:nvPr/>
        </p:nvPicPr>
        <p:blipFill>
          <a:blip r:embed="rId1"/>
          <a:srcRect t="22967" b="48563"/>
          <a:stretch>
            <a:fillRect/>
          </a:stretch>
        </p:blipFill>
        <p:spPr>
          <a:xfrm>
            <a:off x="694690" y="3664585"/>
            <a:ext cx="2733040" cy="7785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219" name="Shape 219"/>
        <p:cNvGrpSpPr/>
        <p:nvPr/>
      </p:nvGrpSpPr>
      <p:grpSpPr>
        <a:xfrm>
          <a:off x="0" y="0"/>
          <a:ext cx="0" cy="0"/>
          <a:chOff x="0" y="0"/>
          <a:chExt cx="0" cy="0"/>
        </a:xfrm>
      </p:grpSpPr>
      <p:sp>
        <p:nvSpPr>
          <p:cNvPr id="220" name="Google Shape;220;p44" descr="title"/>
          <p:cNvSpPr txBox="1"/>
          <p:nvPr>
            <p:ph type="title"/>
          </p:nvPr>
        </p:nvSpPr>
        <p:spPr>
          <a:xfrm>
            <a:off x="457200" y="342900"/>
            <a:ext cx="4102500" cy="7362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GB" sz="1800">
                <a:solidFill>
                  <a:schemeClr val="lt2"/>
                </a:solidFill>
              </a:rPr>
              <a:t>Designing Age Appropriate Activities</a:t>
            </a:r>
            <a:endParaRPr sz="1800">
              <a:solidFill>
                <a:schemeClr val="lt2"/>
              </a:solidFill>
            </a:endParaRPr>
          </a:p>
        </p:txBody>
      </p:sp>
      <p:pic>
        <p:nvPicPr>
          <p:cNvPr id="221" name="Google Shape;221;p44"/>
          <p:cNvPicPr preferRelativeResize="0"/>
          <p:nvPr/>
        </p:nvPicPr>
        <p:blipFill rotWithShape="1">
          <a:blip r:embed="rId1"/>
          <a:srcRect l="5281" t="72051" r="72224" b="4812"/>
          <a:stretch>
            <a:fillRect/>
          </a:stretch>
        </p:blipFill>
        <p:spPr>
          <a:xfrm>
            <a:off x="1037749" y="1206899"/>
            <a:ext cx="566426" cy="582600"/>
          </a:xfrm>
          <a:prstGeom prst="rect">
            <a:avLst/>
          </a:prstGeom>
          <a:noFill/>
          <a:ln>
            <a:noFill/>
          </a:ln>
        </p:spPr>
      </p:pic>
      <p:sp>
        <p:nvSpPr>
          <p:cNvPr id="222" name="Google Shape;222;p44" descr="header_0"/>
          <p:cNvSpPr txBox="1"/>
          <p:nvPr>
            <p:ph type="subTitle" idx="4294967295"/>
          </p:nvPr>
        </p:nvSpPr>
        <p:spPr>
          <a:xfrm>
            <a:off x="1826950" y="1254050"/>
            <a:ext cx="1852500" cy="835200"/>
          </a:xfrm>
          <a:prstGeom prst="rect">
            <a:avLst/>
          </a:prstGeom>
        </p:spPr>
        <p:txBody>
          <a:bodyPr spcFirstLastPara="1" wrap="square" lIns="91425" tIns="91425" rIns="91425" bIns="0" anchor="t" anchorCtr="0">
            <a:noAutofit/>
          </a:bodyPr>
          <a:lstStyle/>
          <a:p>
            <a:pPr marL="0" lvl="0" indent="0" algn="l" rtl="0">
              <a:lnSpc>
                <a:spcPct val="115000"/>
              </a:lnSpc>
              <a:spcBef>
                <a:spcPts val="0"/>
              </a:spcBef>
              <a:spcAft>
                <a:spcPts val="800"/>
              </a:spcAft>
              <a:buNone/>
            </a:pPr>
            <a:r>
              <a:rPr lang="en-GB" sz="1000" b="1"/>
              <a:t>Simplicity</a:t>
            </a:r>
            <a:endParaRPr sz="1000" b="1"/>
          </a:p>
        </p:txBody>
      </p:sp>
      <p:sp>
        <p:nvSpPr>
          <p:cNvPr id="223" name="Google Shape;223;p44" descr="header_1"/>
          <p:cNvSpPr txBox="1"/>
          <p:nvPr>
            <p:ph type="subTitle" idx="4294967295"/>
          </p:nvPr>
        </p:nvSpPr>
        <p:spPr>
          <a:xfrm>
            <a:off x="1826950" y="2180836"/>
            <a:ext cx="1852500" cy="835200"/>
          </a:xfrm>
          <a:prstGeom prst="rect">
            <a:avLst/>
          </a:prstGeom>
        </p:spPr>
        <p:txBody>
          <a:bodyPr spcFirstLastPara="1" wrap="square" lIns="91425" tIns="91425" rIns="91425" bIns="0" anchor="t" anchorCtr="0">
            <a:noAutofit/>
          </a:bodyPr>
          <a:lstStyle/>
          <a:p>
            <a:pPr marL="0" lvl="0" indent="0" algn="l" rtl="0">
              <a:lnSpc>
                <a:spcPct val="115000"/>
              </a:lnSpc>
              <a:spcBef>
                <a:spcPts val="0"/>
              </a:spcBef>
              <a:spcAft>
                <a:spcPts val="800"/>
              </a:spcAft>
              <a:buNone/>
            </a:pPr>
            <a:r>
              <a:rPr lang="en-GB" sz="1000" b="1"/>
              <a:t>Engagement</a:t>
            </a:r>
            <a:endParaRPr sz="1000" b="1"/>
          </a:p>
        </p:txBody>
      </p:sp>
      <p:sp>
        <p:nvSpPr>
          <p:cNvPr id="224" name="Google Shape;224;p44" descr="detail_0"/>
          <p:cNvSpPr txBox="1"/>
          <p:nvPr>
            <p:ph type="body" idx="4294967295"/>
          </p:nvPr>
        </p:nvSpPr>
        <p:spPr>
          <a:xfrm>
            <a:off x="3813075" y="1254050"/>
            <a:ext cx="4881000" cy="8352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1000"/>
              </a:spcAft>
              <a:buNone/>
            </a:pPr>
            <a:r>
              <a:rPr lang="en-GB" sz="1000"/>
              <a:t>Keep instructions clear and simple to ensure young children can easily understand and follow them.</a:t>
            </a:r>
            <a:endParaRPr sz="1000"/>
          </a:p>
        </p:txBody>
      </p:sp>
      <p:sp>
        <p:nvSpPr>
          <p:cNvPr id="225" name="Google Shape;225;p44" descr="detail_1"/>
          <p:cNvSpPr txBox="1"/>
          <p:nvPr>
            <p:ph type="body" idx="4294967295"/>
          </p:nvPr>
        </p:nvSpPr>
        <p:spPr>
          <a:xfrm>
            <a:off x="3813075" y="2180836"/>
            <a:ext cx="4881000" cy="8352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1000"/>
              </a:spcAft>
              <a:buNone/>
            </a:pPr>
            <a:r>
              <a:rPr lang="en-GB" sz="1000"/>
              <a:t>Use materials that are colorful and appealing to capture children's interest and maintain their focus.</a:t>
            </a:r>
            <a:endParaRPr sz="1000"/>
          </a:p>
        </p:txBody>
      </p:sp>
      <p:sp>
        <p:nvSpPr>
          <p:cNvPr id="226" name="Google Shape;226;p44" descr="header_2"/>
          <p:cNvSpPr txBox="1"/>
          <p:nvPr>
            <p:ph type="subTitle" idx="4294967295"/>
          </p:nvPr>
        </p:nvSpPr>
        <p:spPr>
          <a:xfrm>
            <a:off x="1826950" y="3107639"/>
            <a:ext cx="1852500" cy="835200"/>
          </a:xfrm>
          <a:prstGeom prst="rect">
            <a:avLst/>
          </a:prstGeom>
        </p:spPr>
        <p:txBody>
          <a:bodyPr spcFirstLastPara="1" wrap="square" lIns="91425" tIns="91425" rIns="91425" bIns="0" anchor="t" anchorCtr="0">
            <a:noAutofit/>
          </a:bodyPr>
          <a:lstStyle/>
          <a:p>
            <a:pPr marL="0" lvl="0" indent="0" algn="l" rtl="0">
              <a:lnSpc>
                <a:spcPct val="115000"/>
              </a:lnSpc>
              <a:spcBef>
                <a:spcPts val="0"/>
              </a:spcBef>
              <a:spcAft>
                <a:spcPts val="800"/>
              </a:spcAft>
              <a:buNone/>
            </a:pPr>
            <a:r>
              <a:rPr lang="en-GB" sz="1000" b="1"/>
              <a:t>Hands-On Experience</a:t>
            </a:r>
            <a:endParaRPr sz="1000" b="1"/>
          </a:p>
        </p:txBody>
      </p:sp>
      <p:sp>
        <p:nvSpPr>
          <p:cNvPr id="227" name="Google Shape;227;p44" descr="header_3"/>
          <p:cNvSpPr txBox="1"/>
          <p:nvPr>
            <p:ph type="subTitle" idx="4294967295"/>
          </p:nvPr>
        </p:nvSpPr>
        <p:spPr>
          <a:xfrm>
            <a:off x="1826950" y="4034424"/>
            <a:ext cx="1852500" cy="835200"/>
          </a:xfrm>
          <a:prstGeom prst="rect">
            <a:avLst/>
          </a:prstGeom>
        </p:spPr>
        <p:txBody>
          <a:bodyPr spcFirstLastPara="1" wrap="square" lIns="91425" tIns="91425" rIns="91425" bIns="0" anchor="t" anchorCtr="0">
            <a:noAutofit/>
          </a:bodyPr>
          <a:lstStyle/>
          <a:p>
            <a:pPr marL="0" lvl="0" indent="0" algn="l" rtl="0">
              <a:lnSpc>
                <a:spcPct val="115000"/>
              </a:lnSpc>
              <a:spcBef>
                <a:spcPts val="0"/>
              </a:spcBef>
              <a:spcAft>
                <a:spcPts val="800"/>
              </a:spcAft>
              <a:buNone/>
            </a:pPr>
            <a:r>
              <a:rPr lang="en-GB" sz="1000" b="1"/>
              <a:t>Social Interaction</a:t>
            </a:r>
            <a:endParaRPr sz="1000" b="1"/>
          </a:p>
        </p:txBody>
      </p:sp>
      <p:sp>
        <p:nvSpPr>
          <p:cNvPr id="228" name="Google Shape;228;p44" descr="detail_2"/>
          <p:cNvSpPr txBox="1"/>
          <p:nvPr>
            <p:ph type="body" idx="4294967295"/>
          </p:nvPr>
        </p:nvSpPr>
        <p:spPr>
          <a:xfrm>
            <a:off x="3813075" y="3107639"/>
            <a:ext cx="4881000" cy="8352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1000"/>
              </a:spcAft>
              <a:buNone/>
            </a:pPr>
            <a:r>
              <a:rPr lang="en-GB" sz="1000"/>
              <a:t>Incorporate activities that allow for movement and manipulation, as young children learn best through play and hands-on experiences.</a:t>
            </a:r>
            <a:endParaRPr sz="1000"/>
          </a:p>
        </p:txBody>
      </p:sp>
      <p:sp>
        <p:nvSpPr>
          <p:cNvPr id="229" name="Google Shape;229;p44" descr="detail_3"/>
          <p:cNvSpPr txBox="1"/>
          <p:nvPr>
            <p:ph type="body" idx="4294967295"/>
          </p:nvPr>
        </p:nvSpPr>
        <p:spPr>
          <a:xfrm>
            <a:off x="3813075" y="4034424"/>
            <a:ext cx="4881000" cy="8352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1000"/>
              </a:spcAft>
              <a:buNone/>
            </a:pPr>
            <a:r>
              <a:rPr lang="en-GB" sz="1000"/>
              <a:t>Encourage teamwork and sharing among peers to promote social skills and cooperative play.</a:t>
            </a:r>
            <a:endParaRPr sz="1000"/>
          </a:p>
        </p:txBody>
      </p:sp>
      <p:pic>
        <p:nvPicPr>
          <p:cNvPr id="230" name="Google Shape;230;p44"/>
          <p:cNvPicPr preferRelativeResize="0"/>
          <p:nvPr/>
        </p:nvPicPr>
        <p:blipFill rotWithShape="1">
          <a:blip r:embed="rId1"/>
          <a:srcRect l="4777" t="38433" r="72728" b="38430"/>
          <a:stretch>
            <a:fillRect/>
          </a:stretch>
        </p:blipFill>
        <p:spPr>
          <a:xfrm>
            <a:off x="1037749" y="2180824"/>
            <a:ext cx="566426" cy="582600"/>
          </a:xfrm>
          <a:prstGeom prst="rect">
            <a:avLst/>
          </a:prstGeom>
          <a:noFill/>
          <a:ln>
            <a:noFill/>
          </a:ln>
        </p:spPr>
      </p:pic>
      <p:pic>
        <p:nvPicPr>
          <p:cNvPr id="231" name="Google Shape;231;p44"/>
          <p:cNvPicPr preferRelativeResize="0"/>
          <p:nvPr/>
        </p:nvPicPr>
        <p:blipFill rotWithShape="1">
          <a:blip r:embed="rId1"/>
          <a:srcRect l="38754" t="38433" r="38752" b="38430"/>
          <a:stretch>
            <a:fillRect/>
          </a:stretch>
        </p:blipFill>
        <p:spPr>
          <a:xfrm>
            <a:off x="1069574" y="4034424"/>
            <a:ext cx="566426" cy="582600"/>
          </a:xfrm>
          <a:prstGeom prst="rect">
            <a:avLst/>
          </a:prstGeom>
          <a:noFill/>
          <a:ln>
            <a:noFill/>
          </a:ln>
        </p:spPr>
      </p:pic>
      <p:pic>
        <p:nvPicPr>
          <p:cNvPr id="232" name="Google Shape;232;p44"/>
          <p:cNvPicPr preferRelativeResize="0"/>
          <p:nvPr/>
        </p:nvPicPr>
        <p:blipFill rotWithShape="1">
          <a:blip r:embed="rId2"/>
          <a:srcRect l="67894" t="67910" r="4793" b="3997"/>
          <a:stretch>
            <a:fillRect/>
          </a:stretch>
        </p:blipFill>
        <p:spPr>
          <a:xfrm>
            <a:off x="1037750" y="3107625"/>
            <a:ext cx="566425" cy="582600"/>
          </a:xfrm>
          <a:prstGeom prst="rect">
            <a:avLst/>
          </a:prstGeom>
          <a:noFill/>
          <a:ln>
            <a:noFill/>
          </a:ln>
        </p:spPr>
      </p:pic>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242" name="Shape 242"/>
        <p:cNvGrpSpPr/>
        <p:nvPr/>
      </p:nvGrpSpPr>
      <p:grpSpPr>
        <a:xfrm>
          <a:off x="0" y="0"/>
          <a:ext cx="0" cy="0"/>
          <a:chOff x="0" y="0"/>
          <a:chExt cx="0" cy="0"/>
        </a:xfrm>
      </p:grpSpPr>
      <p:pic>
        <p:nvPicPr>
          <p:cNvPr id="243" name="Google Shape;243;p45"/>
          <p:cNvPicPr preferRelativeResize="0"/>
          <p:nvPr/>
        </p:nvPicPr>
        <p:blipFill rotWithShape="1">
          <a:blip r:embed="rId1"/>
          <a:srcRect l="73054" t="71531" r="4451" b="5332"/>
          <a:stretch>
            <a:fillRect/>
          </a:stretch>
        </p:blipFill>
        <p:spPr>
          <a:xfrm rot="10096285">
            <a:off x="703051" y="494274"/>
            <a:ext cx="486748" cy="500652"/>
          </a:xfrm>
          <a:prstGeom prst="rect">
            <a:avLst/>
          </a:prstGeom>
          <a:noFill/>
          <a:ln>
            <a:noFill/>
          </a:ln>
        </p:spPr>
      </p:pic>
      <p:sp>
        <p:nvSpPr>
          <p:cNvPr id="244" name="Google Shape;244;p45" descr="detail_0"/>
          <p:cNvSpPr txBox="1"/>
          <p:nvPr>
            <p:ph type="body" idx="4294967295"/>
          </p:nvPr>
        </p:nvSpPr>
        <p:spPr>
          <a:xfrm>
            <a:off x="457240" y="1708098"/>
            <a:ext cx="2607000" cy="1266600"/>
          </a:xfrm>
          <a:prstGeom prst="rect">
            <a:avLst/>
          </a:prstGeom>
        </p:spPr>
        <p:txBody>
          <a:bodyPr spcFirstLastPara="1" wrap="square" lIns="0" tIns="91425" rIns="91425" bIns="91425" anchor="t" anchorCtr="0">
            <a:noAutofit/>
          </a:bodyPr>
          <a:lstStyle/>
          <a:p>
            <a:pPr marL="0" lvl="0" indent="0" algn="ctr" rtl="0">
              <a:lnSpc>
                <a:spcPct val="130000"/>
              </a:lnSpc>
              <a:spcBef>
                <a:spcPts val="0"/>
              </a:spcBef>
              <a:spcAft>
                <a:spcPts val="800"/>
              </a:spcAft>
              <a:buNone/>
            </a:pPr>
            <a:r>
              <a:rPr lang="en-GB" sz="1000"/>
              <a:t>Create a simple checklist of items for children to find outside (e.g., leaves, rocks, flowers). Use pictures to help nonreaders.</a:t>
            </a:r>
            <a:endParaRPr sz="1000"/>
          </a:p>
        </p:txBody>
      </p:sp>
      <p:sp>
        <p:nvSpPr>
          <p:cNvPr id="245" name="Google Shape;245;p45" descr="detail_1"/>
          <p:cNvSpPr txBox="1"/>
          <p:nvPr>
            <p:ph type="body" idx="4294967295"/>
          </p:nvPr>
        </p:nvSpPr>
        <p:spPr>
          <a:xfrm>
            <a:off x="3269464" y="1708098"/>
            <a:ext cx="2607000" cy="1266600"/>
          </a:xfrm>
          <a:prstGeom prst="rect">
            <a:avLst/>
          </a:prstGeom>
        </p:spPr>
        <p:txBody>
          <a:bodyPr spcFirstLastPara="1" wrap="square" lIns="0" tIns="91425" rIns="91425" bIns="91425" anchor="t" anchorCtr="0">
            <a:noAutofit/>
          </a:bodyPr>
          <a:lstStyle/>
          <a:p>
            <a:pPr marL="0" lvl="0" indent="0" algn="ctr" rtl="0">
              <a:lnSpc>
                <a:spcPct val="130000"/>
              </a:lnSpc>
              <a:spcBef>
                <a:spcPts val="0"/>
              </a:spcBef>
              <a:spcAft>
                <a:spcPts val="2000"/>
              </a:spcAft>
              <a:buNone/>
            </a:pPr>
            <a:r>
              <a:rPr lang="en-GB" sz="1000"/>
              <a:t>Provide small pots, soil, and seeds. Let children plant and water their seeds, discussing what plants need to grow.</a:t>
            </a:r>
            <a:endParaRPr sz="1000"/>
          </a:p>
        </p:txBody>
      </p:sp>
      <p:sp>
        <p:nvSpPr>
          <p:cNvPr id="246" name="Google Shape;246;p45" descr="detail_3"/>
          <p:cNvSpPr txBox="1"/>
          <p:nvPr>
            <p:ph type="body" idx="4294967295"/>
          </p:nvPr>
        </p:nvSpPr>
        <p:spPr>
          <a:xfrm>
            <a:off x="457199" y="3508375"/>
            <a:ext cx="2607000" cy="1266600"/>
          </a:xfrm>
          <a:prstGeom prst="rect">
            <a:avLst/>
          </a:prstGeom>
        </p:spPr>
        <p:txBody>
          <a:bodyPr spcFirstLastPara="1" wrap="square" lIns="0" tIns="91425" rIns="91425" bIns="91425" anchor="t" anchorCtr="0">
            <a:noAutofit/>
          </a:bodyPr>
          <a:lstStyle/>
          <a:p>
            <a:pPr marL="0" lvl="0" indent="0" algn="ctr" rtl="0">
              <a:lnSpc>
                <a:spcPct val="130000"/>
              </a:lnSpc>
              <a:spcBef>
                <a:spcPts val="0"/>
              </a:spcBef>
              <a:spcAft>
                <a:spcPts val="2000"/>
              </a:spcAft>
              <a:buNone/>
            </a:pPr>
            <a:r>
              <a:rPr lang="en-GB" sz="1000"/>
              <a:t>Create a feelings chart with pictures representing different emotions. Have children express how they feel using the chart.</a:t>
            </a:r>
            <a:endParaRPr sz="1000"/>
          </a:p>
        </p:txBody>
      </p:sp>
      <p:sp>
        <p:nvSpPr>
          <p:cNvPr id="247" name="Google Shape;247;p45" descr="header_0"/>
          <p:cNvSpPr txBox="1"/>
          <p:nvPr>
            <p:ph type="subTitle" idx="4294967295"/>
          </p:nvPr>
        </p:nvSpPr>
        <p:spPr>
          <a:xfrm>
            <a:off x="457240" y="1291425"/>
            <a:ext cx="2607000" cy="340500"/>
          </a:xfrm>
          <a:prstGeom prst="rect">
            <a:avLst/>
          </a:prstGeom>
        </p:spPr>
        <p:txBody>
          <a:bodyPr spcFirstLastPara="1" wrap="square" lIns="0" tIns="0" rIns="91425" bIns="0" anchor="b" anchorCtr="0">
            <a:noAutofit/>
          </a:bodyPr>
          <a:lstStyle/>
          <a:p>
            <a:pPr marL="0" lvl="0" indent="0" algn="ctr" rtl="0">
              <a:lnSpc>
                <a:spcPct val="90000"/>
              </a:lnSpc>
              <a:spcBef>
                <a:spcPts val="0"/>
              </a:spcBef>
              <a:spcAft>
                <a:spcPts val="800"/>
              </a:spcAft>
              <a:buNone/>
            </a:pPr>
            <a:r>
              <a:rPr lang="en-GB" sz="1100" b="1">
                <a:solidFill>
                  <a:schemeClr val="accent3"/>
                </a:solidFill>
              </a:rPr>
              <a:t>Nature Scavenger Hunt</a:t>
            </a:r>
            <a:endParaRPr sz="1100" b="1">
              <a:solidFill>
                <a:schemeClr val="accent3"/>
              </a:solidFill>
            </a:endParaRPr>
          </a:p>
        </p:txBody>
      </p:sp>
      <p:sp>
        <p:nvSpPr>
          <p:cNvPr id="248" name="Google Shape;248;p45" descr="header_1"/>
          <p:cNvSpPr txBox="1"/>
          <p:nvPr>
            <p:ph type="subTitle" idx="4294967295"/>
          </p:nvPr>
        </p:nvSpPr>
        <p:spPr>
          <a:xfrm>
            <a:off x="3269462" y="1291425"/>
            <a:ext cx="2607000" cy="340500"/>
          </a:xfrm>
          <a:prstGeom prst="rect">
            <a:avLst/>
          </a:prstGeom>
        </p:spPr>
        <p:txBody>
          <a:bodyPr spcFirstLastPara="1" wrap="square" lIns="0" tIns="0" rIns="91425" bIns="0" anchor="b" anchorCtr="0">
            <a:noAutofit/>
          </a:bodyPr>
          <a:lstStyle/>
          <a:p>
            <a:pPr marL="0" lvl="0" indent="0" algn="ctr" rtl="0">
              <a:lnSpc>
                <a:spcPct val="90000"/>
              </a:lnSpc>
              <a:spcBef>
                <a:spcPts val="0"/>
              </a:spcBef>
              <a:spcAft>
                <a:spcPts val="0"/>
              </a:spcAft>
              <a:buNone/>
            </a:pPr>
            <a:r>
              <a:rPr lang="en-GB" sz="1100" b="1">
                <a:solidFill>
                  <a:schemeClr val="accent3"/>
                </a:solidFill>
              </a:rPr>
              <a:t>Planting Seeds</a:t>
            </a:r>
            <a:endParaRPr sz="1100" b="1">
              <a:solidFill>
                <a:schemeClr val="accent3"/>
              </a:solidFill>
            </a:endParaRPr>
          </a:p>
        </p:txBody>
      </p:sp>
      <p:sp>
        <p:nvSpPr>
          <p:cNvPr id="249" name="Google Shape;249;p45" descr="header_3"/>
          <p:cNvSpPr txBox="1"/>
          <p:nvPr>
            <p:ph type="subTitle" idx="4294967295"/>
          </p:nvPr>
        </p:nvSpPr>
        <p:spPr>
          <a:xfrm>
            <a:off x="457199" y="3091702"/>
            <a:ext cx="2607000" cy="340500"/>
          </a:xfrm>
          <a:prstGeom prst="rect">
            <a:avLst/>
          </a:prstGeom>
        </p:spPr>
        <p:txBody>
          <a:bodyPr spcFirstLastPara="1" wrap="square" lIns="0" tIns="0" rIns="91425" bIns="0" anchor="b" anchorCtr="0">
            <a:noAutofit/>
          </a:bodyPr>
          <a:lstStyle/>
          <a:p>
            <a:pPr marL="0" lvl="0" indent="0" algn="ctr" rtl="0">
              <a:lnSpc>
                <a:spcPct val="90000"/>
              </a:lnSpc>
              <a:spcBef>
                <a:spcPts val="0"/>
              </a:spcBef>
              <a:spcAft>
                <a:spcPts val="0"/>
              </a:spcAft>
              <a:buNone/>
            </a:pPr>
            <a:r>
              <a:rPr lang="en-GB" sz="1100" b="1">
                <a:solidFill>
                  <a:schemeClr val="accent3"/>
                </a:solidFill>
              </a:rPr>
              <a:t>Feelings Chart</a:t>
            </a:r>
            <a:endParaRPr sz="1100" b="1">
              <a:solidFill>
                <a:schemeClr val="accent3"/>
              </a:solidFill>
            </a:endParaRPr>
          </a:p>
        </p:txBody>
      </p:sp>
      <p:sp>
        <p:nvSpPr>
          <p:cNvPr id="250" name="Google Shape;250;p45" descr="detail_4"/>
          <p:cNvSpPr txBox="1"/>
          <p:nvPr>
            <p:ph type="body" idx="4294967295"/>
          </p:nvPr>
        </p:nvSpPr>
        <p:spPr>
          <a:xfrm>
            <a:off x="3269423" y="3508375"/>
            <a:ext cx="2607000" cy="1266600"/>
          </a:xfrm>
          <a:prstGeom prst="rect">
            <a:avLst/>
          </a:prstGeom>
        </p:spPr>
        <p:txBody>
          <a:bodyPr spcFirstLastPara="1" wrap="square" lIns="0" tIns="91425" rIns="91425" bIns="91425" anchor="t" anchorCtr="0">
            <a:noAutofit/>
          </a:bodyPr>
          <a:lstStyle/>
          <a:p>
            <a:pPr marL="0" lvl="0" indent="0" algn="ctr" rtl="0">
              <a:lnSpc>
                <a:spcPct val="130000"/>
              </a:lnSpc>
              <a:spcBef>
                <a:spcPts val="0"/>
              </a:spcBef>
              <a:spcAft>
                <a:spcPts val="2000"/>
              </a:spcAft>
              <a:buNone/>
            </a:pPr>
            <a:r>
              <a:rPr lang="en-GB" sz="1000"/>
              <a:t>Create a shape scavenger hunt in the classroom or outside, where children find objects that match certain shapes.</a:t>
            </a:r>
            <a:endParaRPr sz="1000"/>
          </a:p>
        </p:txBody>
      </p:sp>
      <p:sp>
        <p:nvSpPr>
          <p:cNvPr id="251" name="Google Shape;251;p45" descr="header_4"/>
          <p:cNvSpPr txBox="1"/>
          <p:nvPr>
            <p:ph type="subTitle" idx="4294967295"/>
          </p:nvPr>
        </p:nvSpPr>
        <p:spPr>
          <a:xfrm>
            <a:off x="3269421" y="3091702"/>
            <a:ext cx="2607000" cy="340500"/>
          </a:xfrm>
          <a:prstGeom prst="rect">
            <a:avLst/>
          </a:prstGeom>
        </p:spPr>
        <p:txBody>
          <a:bodyPr spcFirstLastPara="1" wrap="square" lIns="0" tIns="0" rIns="91425" bIns="0" anchor="b" anchorCtr="0">
            <a:noAutofit/>
          </a:bodyPr>
          <a:lstStyle/>
          <a:p>
            <a:pPr marL="0" lvl="0" indent="0" algn="ctr" rtl="0">
              <a:lnSpc>
                <a:spcPct val="90000"/>
              </a:lnSpc>
              <a:spcBef>
                <a:spcPts val="0"/>
              </a:spcBef>
              <a:spcAft>
                <a:spcPts val="0"/>
              </a:spcAft>
              <a:buNone/>
            </a:pPr>
            <a:r>
              <a:rPr lang="en-GB" sz="1100" b="1">
                <a:solidFill>
                  <a:schemeClr val="accent3"/>
                </a:solidFill>
              </a:rPr>
              <a:t>Shape Hunt</a:t>
            </a:r>
            <a:endParaRPr sz="1100" b="1">
              <a:solidFill>
                <a:schemeClr val="accent3"/>
              </a:solidFill>
            </a:endParaRPr>
          </a:p>
        </p:txBody>
      </p:sp>
      <p:sp>
        <p:nvSpPr>
          <p:cNvPr id="252" name="Google Shape;252;p45" descr="detail_2"/>
          <p:cNvSpPr txBox="1"/>
          <p:nvPr>
            <p:ph type="body" idx="4294967295"/>
          </p:nvPr>
        </p:nvSpPr>
        <p:spPr>
          <a:xfrm>
            <a:off x="6081684" y="1708098"/>
            <a:ext cx="2607000" cy="1266600"/>
          </a:xfrm>
          <a:prstGeom prst="rect">
            <a:avLst/>
          </a:prstGeom>
        </p:spPr>
        <p:txBody>
          <a:bodyPr spcFirstLastPara="1" wrap="square" lIns="0" tIns="91425" rIns="91425" bIns="91425" anchor="t" anchorCtr="0">
            <a:noAutofit/>
          </a:bodyPr>
          <a:lstStyle/>
          <a:p>
            <a:pPr marL="0" lvl="0" indent="0" algn="ctr" rtl="0">
              <a:lnSpc>
                <a:spcPct val="130000"/>
              </a:lnSpc>
              <a:spcBef>
                <a:spcPts val="0"/>
              </a:spcBef>
              <a:spcAft>
                <a:spcPts val="2000"/>
              </a:spcAft>
              <a:buNone/>
            </a:pPr>
            <a:r>
              <a:rPr lang="en-GB" sz="1000"/>
              <a:t>Set up a dress up area with costumes related to community helpers (e.g., police officer, doctor). Encourage children to act out different roles.</a:t>
            </a:r>
            <a:endParaRPr sz="1000"/>
          </a:p>
        </p:txBody>
      </p:sp>
      <p:sp>
        <p:nvSpPr>
          <p:cNvPr id="253" name="Google Shape;253;p45" descr="header_2"/>
          <p:cNvSpPr txBox="1"/>
          <p:nvPr>
            <p:ph type="subTitle" idx="4294967295"/>
          </p:nvPr>
        </p:nvSpPr>
        <p:spPr>
          <a:xfrm>
            <a:off x="6081683" y="1291425"/>
            <a:ext cx="2607000" cy="340500"/>
          </a:xfrm>
          <a:prstGeom prst="rect">
            <a:avLst/>
          </a:prstGeom>
        </p:spPr>
        <p:txBody>
          <a:bodyPr spcFirstLastPara="1" wrap="square" lIns="0" tIns="0" rIns="91425" bIns="0" anchor="b" anchorCtr="0">
            <a:noAutofit/>
          </a:bodyPr>
          <a:lstStyle/>
          <a:p>
            <a:pPr marL="0" lvl="0" indent="0" algn="ctr" rtl="0">
              <a:lnSpc>
                <a:spcPct val="90000"/>
              </a:lnSpc>
              <a:spcBef>
                <a:spcPts val="0"/>
              </a:spcBef>
              <a:spcAft>
                <a:spcPts val="0"/>
              </a:spcAft>
              <a:buNone/>
            </a:pPr>
            <a:r>
              <a:rPr lang="en-GB" sz="1100" b="1">
                <a:solidFill>
                  <a:schemeClr val="accent3"/>
                </a:solidFill>
              </a:rPr>
              <a:t>Dress Up and Role Play</a:t>
            </a:r>
            <a:endParaRPr sz="1100" b="1">
              <a:solidFill>
                <a:schemeClr val="accent3"/>
              </a:solidFill>
            </a:endParaRPr>
          </a:p>
        </p:txBody>
      </p:sp>
      <p:sp>
        <p:nvSpPr>
          <p:cNvPr id="254" name="Google Shape;254;p45" descr="detail_5"/>
          <p:cNvSpPr txBox="1"/>
          <p:nvPr>
            <p:ph type="body" idx="4294967295"/>
          </p:nvPr>
        </p:nvSpPr>
        <p:spPr>
          <a:xfrm>
            <a:off x="6081643" y="3508375"/>
            <a:ext cx="2607000" cy="1266600"/>
          </a:xfrm>
          <a:prstGeom prst="rect">
            <a:avLst/>
          </a:prstGeom>
        </p:spPr>
        <p:txBody>
          <a:bodyPr spcFirstLastPara="1" wrap="square" lIns="0" tIns="91425" rIns="91425" bIns="91425" anchor="t" anchorCtr="0">
            <a:noAutofit/>
          </a:bodyPr>
          <a:lstStyle/>
          <a:p>
            <a:pPr marL="0" lvl="0" indent="0" algn="ctr" rtl="0">
              <a:lnSpc>
                <a:spcPct val="130000"/>
              </a:lnSpc>
              <a:spcBef>
                <a:spcPts val="0"/>
              </a:spcBef>
              <a:spcAft>
                <a:spcPts val="2000"/>
              </a:spcAft>
              <a:buNone/>
            </a:pPr>
            <a:r>
              <a:rPr lang="en-GB" sz="1000"/>
              <a:t>Provide puppets and a small stage. Encourage children to create their own stories and perform them.</a:t>
            </a:r>
            <a:endParaRPr sz="1000"/>
          </a:p>
        </p:txBody>
      </p:sp>
      <p:sp>
        <p:nvSpPr>
          <p:cNvPr id="255" name="Google Shape;255;p45" descr="header_5"/>
          <p:cNvSpPr txBox="1"/>
          <p:nvPr>
            <p:ph type="subTitle" idx="4294967295"/>
          </p:nvPr>
        </p:nvSpPr>
        <p:spPr>
          <a:xfrm>
            <a:off x="6081641" y="3091702"/>
            <a:ext cx="2607000" cy="340500"/>
          </a:xfrm>
          <a:prstGeom prst="rect">
            <a:avLst/>
          </a:prstGeom>
        </p:spPr>
        <p:txBody>
          <a:bodyPr spcFirstLastPara="1" wrap="square" lIns="0" tIns="0" rIns="91425" bIns="0" anchor="b" anchorCtr="0">
            <a:noAutofit/>
          </a:bodyPr>
          <a:lstStyle/>
          <a:p>
            <a:pPr marL="0" lvl="0" indent="0" algn="ctr" rtl="0">
              <a:lnSpc>
                <a:spcPct val="90000"/>
              </a:lnSpc>
              <a:spcBef>
                <a:spcPts val="0"/>
              </a:spcBef>
              <a:spcAft>
                <a:spcPts val="0"/>
              </a:spcAft>
              <a:buNone/>
            </a:pPr>
            <a:r>
              <a:rPr lang="en-GB" sz="1100" b="1">
                <a:solidFill>
                  <a:schemeClr val="accent3"/>
                </a:solidFill>
              </a:rPr>
              <a:t>Puppet Show</a:t>
            </a:r>
            <a:endParaRPr sz="1100" b="1">
              <a:solidFill>
                <a:schemeClr val="accent3"/>
              </a:solidFill>
            </a:endParaRPr>
          </a:p>
        </p:txBody>
      </p:sp>
      <p:sp>
        <p:nvSpPr>
          <p:cNvPr id="256" name="Google Shape;256;p45" descr="title"/>
          <p:cNvSpPr txBox="1"/>
          <p:nvPr>
            <p:ph type="title"/>
          </p:nvPr>
        </p:nvSpPr>
        <p:spPr>
          <a:xfrm>
            <a:off x="2037450" y="376500"/>
            <a:ext cx="5069100" cy="736200"/>
          </a:xfrm>
          <a:prstGeom prst="rect">
            <a:avLst/>
          </a:prstGeom>
        </p:spPr>
        <p:txBody>
          <a:bodyPr spcFirstLastPara="1" wrap="square" lIns="91425" tIns="91425" rIns="91425" bIns="91425" anchor="t" anchorCtr="0">
            <a:noAutofit/>
          </a:bodyPr>
          <a:lstStyle/>
          <a:p>
            <a:pPr marL="0" lvl="0" indent="0" algn="ctr" rtl="0">
              <a:lnSpc>
                <a:spcPct val="80000"/>
              </a:lnSpc>
              <a:spcBef>
                <a:spcPts val="0"/>
              </a:spcBef>
              <a:spcAft>
                <a:spcPts val="0"/>
              </a:spcAft>
              <a:buNone/>
            </a:pPr>
            <a:r>
              <a:rPr lang="en-GB" sz="2300">
                <a:solidFill>
                  <a:schemeClr val="lt1"/>
                </a:solidFill>
              </a:rPr>
              <a:t>Examples of Thematic Activities</a:t>
            </a:r>
            <a:endParaRPr sz="2300">
              <a:solidFill>
                <a:schemeClr val="lt1"/>
              </a:solidFill>
            </a:endParaRPr>
          </a:p>
        </p:txBody>
      </p:sp>
      <p:pic>
        <p:nvPicPr>
          <p:cNvPr id="257" name="Google Shape;257;p45"/>
          <p:cNvPicPr preferRelativeResize="0"/>
          <p:nvPr/>
        </p:nvPicPr>
        <p:blipFill rotWithShape="1">
          <a:blip r:embed="rId1"/>
          <a:srcRect l="37640" t="4555" r="39865" b="72308"/>
          <a:stretch>
            <a:fillRect/>
          </a:stretch>
        </p:blipFill>
        <p:spPr>
          <a:xfrm>
            <a:off x="457199" y="453299"/>
            <a:ext cx="566426" cy="582600"/>
          </a:xfrm>
          <a:prstGeom prst="rect">
            <a:avLst/>
          </a:prstGeom>
          <a:noFill/>
          <a:ln>
            <a:noFill/>
          </a:ln>
        </p:spPr>
      </p:pic>
      <p:pic>
        <p:nvPicPr>
          <p:cNvPr id="258" name="Google Shape;258;p45"/>
          <p:cNvPicPr preferRelativeResize="0"/>
          <p:nvPr/>
        </p:nvPicPr>
        <p:blipFill rotWithShape="1">
          <a:blip r:embed="rId2"/>
          <a:srcRect l="67894" t="67910" r="4793" b="3997"/>
          <a:stretch>
            <a:fillRect/>
          </a:stretch>
        </p:blipFill>
        <p:spPr>
          <a:xfrm>
            <a:off x="7953882" y="381425"/>
            <a:ext cx="641095" cy="659400"/>
          </a:xfrm>
          <a:prstGeom prst="rect">
            <a:avLst/>
          </a:prstGeom>
          <a:noFill/>
          <a:ln>
            <a:noFill/>
          </a:ln>
        </p:spPr>
      </p:pic>
      <p:pic>
        <p:nvPicPr>
          <p:cNvPr id="259" name="Google Shape;259;p45"/>
          <p:cNvPicPr preferRelativeResize="0"/>
          <p:nvPr/>
        </p:nvPicPr>
        <p:blipFill rotWithShape="1">
          <a:blip r:embed="rId1"/>
          <a:srcRect l="3462" t="36934" r="71131" b="36934"/>
          <a:stretch>
            <a:fillRect/>
          </a:stretch>
        </p:blipFill>
        <p:spPr>
          <a:xfrm rot="-929651">
            <a:off x="8282957" y="442353"/>
            <a:ext cx="522617" cy="537548"/>
          </a:xfrm>
          <a:prstGeom prst="rect">
            <a:avLst/>
          </a:prstGeom>
          <a:noFill/>
          <a:ln>
            <a:noFill/>
          </a:ln>
        </p:spPr>
      </p:pic>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269" name="Shape 269"/>
        <p:cNvGrpSpPr/>
        <p:nvPr/>
      </p:nvGrpSpPr>
      <p:grpSpPr>
        <a:xfrm>
          <a:off x="0" y="0"/>
          <a:ext cx="0" cy="0"/>
          <a:chOff x="0" y="0"/>
          <a:chExt cx="0" cy="0"/>
        </a:xfrm>
      </p:grpSpPr>
      <p:sp>
        <p:nvSpPr>
          <p:cNvPr id="270" name="Google Shape;270;p46" descr="title"/>
          <p:cNvSpPr txBox="1"/>
          <p:nvPr>
            <p:ph type="title" idx="4294967295"/>
          </p:nvPr>
        </p:nvSpPr>
        <p:spPr>
          <a:xfrm>
            <a:off x="457200" y="572925"/>
            <a:ext cx="1834500" cy="3983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GB" sz="1800">
                <a:solidFill>
                  <a:schemeClr val="lt2"/>
                </a:solidFill>
              </a:rPr>
              <a:t>Tips for Successful Implementation</a:t>
            </a:r>
            <a:endParaRPr sz="1800">
              <a:solidFill>
                <a:schemeClr val="lt2"/>
              </a:solidFill>
            </a:endParaRPr>
          </a:p>
        </p:txBody>
      </p:sp>
      <p:sp>
        <p:nvSpPr>
          <p:cNvPr id="271" name="Google Shape;271;p46" descr="header_0"/>
          <p:cNvSpPr txBox="1"/>
          <p:nvPr>
            <p:ph type="subTitle" idx="4294967295"/>
          </p:nvPr>
        </p:nvSpPr>
        <p:spPr>
          <a:xfrm>
            <a:off x="2584301" y="572925"/>
            <a:ext cx="1603500" cy="1888200"/>
          </a:xfrm>
          <a:prstGeom prst="rect">
            <a:avLst/>
          </a:prstGeom>
        </p:spPr>
        <p:txBody>
          <a:bodyPr spcFirstLastPara="1" wrap="square" lIns="91425" tIns="91425" rIns="91425" bIns="0" anchor="t" anchorCtr="0">
            <a:noAutofit/>
          </a:bodyPr>
          <a:lstStyle/>
          <a:p>
            <a:pPr marL="0" lvl="0" indent="0" algn="l" rtl="0">
              <a:spcBef>
                <a:spcPts val="0"/>
              </a:spcBef>
              <a:spcAft>
                <a:spcPts val="800"/>
              </a:spcAft>
              <a:buNone/>
            </a:pPr>
            <a:r>
              <a:rPr lang="en-GB" sz="1200" b="1">
                <a:solidFill>
                  <a:schemeClr val="accent5"/>
                </a:solidFill>
              </a:rPr>
              <a:t>Key Strategies for Effective Activity Implementation</a:t>
            </a:r>
            <a:endParaRPr sz="1200" b="1">
              <a:solidFill>
                <a:schemeClr val="accent5"/>
              </a:solidFill>
            </a:endParaRPr>
          </a:p>
        </p:txBody>
      </p:sp>
      <p:sp>
        <p:nvSpPr>
          <p:cNvPr id="272" name="Google Shape;272;p46" descr="detail_0"/>
          <p:cNvSpPr txBox="1"/>
          <p:nvPr>
            <p:ph type="body" idx="4294967295"/>
          </p:nvPr>
        </p:nvSpPr>
        <p:spPr>
          <a:xfrm>
            <a:off x="4284874" y="572925"/>
            <a:ext cx="4404000" cy="1888200"/>
          </a:xfrm>
          <a:prstGeom prst="rect">
            <a:avLst/>
          </a:prstGeom>
        </p:spPr>
        <p:txBody>
          <a:bodyPr spcFirstLastPara="1" wrap="square" lIns="91425" tIns="91425" rIns="91425" bIns="91425" anchor="t" anchorCtr="0">
            <a:noAutofit/>
          </a:bodyPr>
          <a:lstStyle/>
          <a:p>
            <a:pPr marL="371475" lvl="0" indent="-228600" algn="l" rtl="0">
              <a:lnSpc>
                <a:spcPct val="100000"/>
              </a:lnSpc>
              <a:spcBef>
                <a:spcPts val="0"/>
              </a:spcBef>
              <a:spcAft>
                <a:spcPts val="0"/>
              </a:spcAft>
              <a:buSzPts val="900"/>
              <a:buChar char="●"/>
            </a:pPr>
            <a:r>
              <a:rPr lang="en-GB" sz="900"/>
              <a:t>Flexibility: Be ready to adapt activities based on children's interests and energy levels.</a:t>
            </a:r>
            <a:endParaRPr sz="900"/>
          </a:p>
          <a:p>
            <a:pPr marL="371475" lvl="0" indent="-228600" algn="l" rtl="0">
              <a:lnSpc>
                <a:spcPct val="100000"/>
              </a:lnSpc>
              <a:spcBef>
                <a:spcPts val="1000"/>
              </a:spcBef>
              <a:spcAft>
                <a:spcPts val="0"/>
              </a:spcAft>
              <a:buSzPts val="900"/>
              <a:buChar char="●"/>
            </a:pPr>
            <a:r>
              <a:rPr lang="en-GB" sz="900"/>
              <a:t>Encouragement: Provide positive reinforcement to build confidence and enthusiasm.</a:t>
            </a:r>
            <a:endParaRPr sz="900"/>
          </a:p>
          <a:p>
            <a:pPr marL="371475" lvl="0" indent="-228600" algn="l" rtl="0">
              <a:lnSpc>
                <a:spcPct val="100000"/>
              </a:lnSpc>
              <a:spcBef>
                <a:spcPts val="1000"/>
              </a:spcBef>
              <a:spcAft>
                <a:spcPts val="0"/>
              </a:spcAft>
              <a:buSzPts val="900"/>
              <a:buChar char="●"/>
            </a:pPr>
            <a:r>
              <a:rPr lang="en-GB" sz="900"/>
              <a:t>Incorporate Movement: Include activities that allow children to move around, as young children often have high energy levels.</a:t>
            </a:r>
            <a:endParaRPr sz="900"/>
          </a:p>
          <a:p>
            <a:pPr marL="371475" lvl="0" indent="-228600" algn="l" rtl="0">
              <a:lnSpc>
                <a:spcPct val="100000"/>
              </a:lnSpc>
              <a:spcBef>
                <a:spcPts val="1000"/>
              </a:spcBef>
              <a:spcAft>
                <a:spcPts val="1000"/>
              </a:spcAft>
              <a:buSzPts val="900"/>
              <a:buChar char="●"/>
            </a:pPr>
            <a:r>
              <a:rPr lang="en-GB" sz="900"/>
              <a:t>Observation: Pay attention to how children engage with activities, and adjust them to enhance learning and enjoyment.</a:t>
            </a:r>
            <a:endParaRPr sz="900"/>
          </a:p>
        </p:txBody>
      </p:sp>
      <p:sp>
        <p:nvSpPr>
          <p:cNvPr id="273" name="Google Shape;273;p46" descr="detail_1"/>
          <p:cNvSpPr txBox="1"/>
          <p:nvPr>
            <p:ph type="body" idx="4294967295"/>
          </p:nvPr>
        </p:nvSpPr>
        <p:spPr>
          <a:xfrm>
            <a:off x="4284874" y="2668323"/>
            <a:ext cx="4404000" cy="1888200"/>
          </a:xfrm>
          <a:prstGeom prst="rect">
            <a:avLst/>
          </a:prstGeom>
        </p:spPr>
        <p:txBody>
          <a:bodyPr spcFirstLastPara="1" wrap="square" lIns="91425" tIns="91425" rIns="91425" bIns="91425" anchor="t" anchorCtr="0">
            <a:noAutofit/>
          </a:bodyPr>
          <a:lstStyle/>
          <a:p>
            <a:pPr marL="371475" lvl="0" indent="-234950" algn="l" rtl="0">
              <a:lnSpc>
                <a:spcPct val="100000"/>
              </a:lnSpc>
              <a:spcBef>
                <a:spcPts val="0"/>
              </a:spcBef>
              <a:spcAft>
                <a:spcPts val="0"/>
              </a:spcAft>
              <a:buSzPts val="1000"/>
              <a:buChar char="●"/>
            </a:pPr>
            <a:r>
              <a:rPr lang="en-GB" sz="1000"/>
              <a:t>Simplicity: Keep instructions clear and simple to ensure understanding.</a:t>
            </a:r>
            <a:endParaRPr sz="1000"/>
          </a:p>
          <a:p>
            <a:pPr marL="371475" lvl="0" indent="-234950" algn="l" rtl="0">
              <a:lnSpc>
                <a:spcPct val="100000"/>
              </a:lnSpc>
              <a:spcBef>
                <a:spcPts val="1000"/>
              </a:spcBef>
              <a:spcAft>
                <a:spcPts val="0"/>
              </a:spcAft>
              <a:buSzPts val="1000"/>
              <a:buChar char="●"/>
            </a:pPr>
            <a:r>
              <a:rPr lang="en-GB" sz="1000"/>
              <a:t>Engagement: Use materials that are colorful and appealing to capture children's interest.</a:t>
            </a:r>
            <a:endParaRPr sz="1000"/>
          </a:p>
          <a:p>
            <a:pPr marL="371475" lvl="0" indent="-234950" algn="l" rtl="0">
              <a:lnSpc>
                <a:spcPct val="100000"/>
              </a:lnSpc>
              <a:spcBef>
                <a:spcPts val="1000"/>
              </a:spcBef>
              <a:spcAft>
                <a:spcPts val="1000"/>
              </a:spcAft>
              <a:buSzPts val="1000"/>
              <a:buChar char="●"/>
            </a:pPr>
            <a:r>
              <a:rPr lang="en-GB" sz="1000"/>
              <a:t>Social Interaction: Encourage teamwork and sharing among peers to foster a sense of community.</a:t>
            </a:r>
            <a:endParaRPr sz="1000"/>
          </a:p>
        </p:txBody>
      </p:sp>
      <p:sp>
        <p:nvSpPr>
          <p:cNvPr id="274" name="Google Shape;274;p46" descr="header_1"/>
          <p:cNvSpPr txBox="1"/>
          <p:nvPr>
            <p:ph type="subTitle" idx="4294967295"/>
          </p:nvPr>
        </p:nvSpPr>
        <p:spPr>
          <a:xfrm>
            <a:off x="2584301" y="2668323"/>
            <a:ext cx="1603500" cy="1888200"/>
          </a:xfrm>
          <a:prstGeom prst="rect">
            <a:avLst/>
          </a:prstGeom>
        </p:spPr>
        <p:txBody>
          <a:bodyPr spcFirstLastPara="1" wrap="square" lIns="91425" tIns="91425" rIns="91425" bIns="0" anchor="t" anchorCtr="0">
            <a:noAutofit/>
          </a:bodyPr>
          <a:lstStyle/>
          <a:p>
            <a:pPr marL="0" lvl="0" indent="0" algn="l" rtl="0">
              <a:spcBef>
                <a:spcPts val="0"/>
              </a:spcBef>
              <a:spcAft>
                <a:spcPts val="800"/>
              </a:spcAft>
              <a:buNone/>
            </a:pPr>
            <a:r>
              <a:rPr lang="en-GB" sz="1200" b="1">
                <a:solidFill>
                  <a:schemeClr val="accent5"/>
                </a:solidFill>
              </a:rPr>
              <a:t>Additional Considerations</a:t>
            </a:r>
            <a:endParaRPr sz="1200" b="1">
              <a:solidFill>
                <a:schemeClr val="accent5"/>
              </a:solidFill>
            </a:endParaRPr>
          </a:p>
        </p:txBody>
      </p:sp>
      <p:grpSp>
        <p:nvGrpSpPr>
          <p:cNvPr id="275" name="Google Shape;275;p46"/>
          <p:cNvGrpSpPr/>
          <p:nvPr/>
        </p:nvGrpSpPr>
        <p:grpSpPr>
          <a:xfrm>
            <a:off x="318692" y="1785655"/>
            <a:ext cx="2090031" cy="2146750"/>
            <a:chOff x="318692" y="1785655"/>
            <a:chExt cx="2090031" cy="2146750"/>
          </a:xfrm>
        </p:grpSpPr>
        <p:grpSp>
          <p:nvGrpSpPr>
            <p:cNvPr id="276" name="Google Shape;276;p46"/>
            <p:cNvGrpSpPr/>
            <p:nvPr/>
          </p:nvGrpSpPr>
          <p:grpSpPr>
            <a:xfrm rot="-9268882">
              <a:off x="599324" y="2034520"/>
              <a:ext cx="1528765" cy="1649017"/>
              <a:chOff x="7912642" y="3919589"/>
              <a:chExt cx="1216924" cy="1312646"/>
            </a:xfrm>
          </p:grpSpPr>
          <p:pic>
            <p:nvPicPr>
              <p:cNvPr id="277" name="Google Shape;277;p46"/>
              <p:cNvPicPr preferRelativeResize="0"/>
              <p:nvPr/>
            </p:nvPicPr>
            <p:blipFill rotWithShape="1">
              <a:blip r:embed="rId1"/>
              <a:srcRect l="71258" t="3637" r="3335" b="70231"/>
              <a:stretch>
                <a:fillRect/>
              </a:stretch>
            </p:blipFill>
            <p:spPr>
              <a:xfrm>
                <a:off x="8620315" y="3919589"/>
                <a:ext cx="509251" cy="523802"/>
              </a:xfrm>
              <a:prstGeom prst="rect">
                <a:avLst/>
              </a:prstGeom>
              <a:noFill/>
              <a:ln>
                <a:noFill/>
              </a:ln>
            </p:spPr>
          </p:pic>
          <p:pic>
            <p:nvPicPr>
              <p:cNvPr id="278" name="Google Shape;278;p46"/>
              <p:cNvPicPr preferRelativeResize="0"/>
              <p:nvPr/>
            </p:nvPicPr>
            <p:blipFill rotWithShape="1">
              <a:blip r:embed="rId1"/>
              <a:srcRect l="3808" t="35732" r="70785" b="38136"/>
              <a:stretch>
                <a:fillRect/>
              </a:stretch>
            </p:blipFill>
            <p:spPr>
              <a:xfrm>
                <a:off x="7912642" y="4511504"/>
                <a:ext cx="700708" cy="720732"/>
              </a:xfrm>
              <a:prstGeom prst="rect">
                <a:avLst/>
              </a:prstGeom>
              <a:noFill/>
              <a:ln>
                <a:noFill/>
              </a:ln>
            </p:spPr>
          </p:pic>
        </p:grpSp>
        <p:pic>
          <p:nvPicPr>
            <p:cNvPr id="279" name="Google Shape;279;p46"/>
            <p:cNvPicPr preferRelativeResize="0"/>
            <p:nvPr/>
          </p:nvPicPr>
          <p:blipFill rotWithShape="1">
            <a:blip r:embed="rId2"/>
            <a:srcRect l="48130" t="2239" b="49183"/>
            <a:stretch>
              <a:fillRect/>
            </a:stretch>
          </p:blipFill>
          <p:spPr>
            <a:xfrm rot="8284879">
              <a:off x="1169398" y="3229199"/>
              <a:ext cx="611100" cy="572305"/>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289" name="Shape 289"/>
        <p:cNvGrpSpPr/>
        <p:nvPr/>
      </p:nvGrpSpPr>
      <p:grpSpPr>
        <a:xfrm>
          <a:off x="0" y="0"/>
          <a:ext cx="0" cy="0"/>
          <a:chOff x="0" y="0"/>
          <a:chExt cx="0" cy="0"/>
        </a:xfrm>
      </p:grpSpPr>
      <p:sp>
        <p:nvSpPr>
          <p:cNvPr id="290" name="Google Shape;290;p47" descr="detail_0"/>
          <p:cNvSpPr txBox="1"/>
          <p:nvPr>
            <p:ph type="body" idx="4294967295"/>
          </p:nvPr>
        </p:nvSpPr>
        <p:spPr>
          <a:xfrm>
            <a:off x="2682775" y="959550"/>
            <a:ext cx="5511900" cy="29058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GB" sz="1200">
                <a:solidFill>
                  <a:schemeClr val="accent6"/>
                </a:solidFill>
              </a:rPr>
              <a:t>Designing thematic activities for young children aged 3 to 6 years fosters a love of learning by providing engaging, hands-on experiences that resonate with their developmental stages and interests.</a:t>
            </a:r>
            <a:endParaRPr sz="1200">
              <a:solidFill>
                <a:schemeClr val="accent6"/>
              </a:solidFill>
            </a:endParaRPr>
          </a:p>
          <a:p>
            <a:pPr marL="0" lvl="0" indent="0" algn="l" rtl="0">
              <a:lnSpc>
                <a:spcPct val="200000"/>
              </a:lnSpc>
              <a:spcBef>
                <a:spcPts val="800"/>
              </a:spcBef>
              <a:spcAft>
                <a:spcPts val="0"/>
              </a:spcAft>
              <a:buNone/>
            </a:pPr>
            <a:r>
              <a:rPr lang="en-GB" sz="1200">
                <a:solidFill>
                  <a:schemeClr val="accent6"/>
                </a:solidFill>
              </a:rPr>
              <a:t>Creative and imaginative activities support children's growth in a fun, playful environment, allowing them to explore important concepts while developing social skills and emotional understanding.</a:t>
            </a:r>
            <a:endParaRPr sz="1200">
              <a:solidFill>
                <a:schemeClr val="accent6"/>
              </a:solidFill>
            </a:endParaRPr>
          </a:p>
          <a:p>
            <a:pPr marL="0" lvl="0" indent="0" algn="l" rtl="0">
              <a:lnSpc>
                <a:spcPct val="200000"/>
              </a:lnSpc>
              <a:spcBef>
                <a:spcPts val="800"/>
              </a:spcBef>
              <a:spcAft>
                <a:spcPts val="800"/>
              </a:spcAft>
              <a:buNone/>
            </a:pPr>
            <a:r>
              <a:rPr lang="en-GB" sz="1200">
                <a:solidFill>
                  <a:schemeClr val="accent6"/>
                </a:solidFill>
              </a:rPr>
              <a:t>By choosing relevant themes and employing creative activities, educators can effectively enhance children's learning experiences and support their overall development.</a:t>
            </a:r>
            <a:endParaRPr sz="1200">
              <a:solidFill>
                <a:schemeClr val="accent6"/>
              </a:solidFill>
            </a:endParaRPr>
          </a:p>
        </p:txBody>
      </p:sp>
      <p:sp>
        <p:nvSpPr>
          <p:cNvPr id="291" name="Google Shape;291;p47" descr="title"/>
          <p:cNvSpPr txBox="1"/>
          <p:nvPr>
            <p:ph type="title"/>
          </p:nvPr>
        </p:nvSpPr>
        <p:spPr>
          <a:xfrm>
            <a:off x="2680375" y="102800"/>
            <a:ext cx="5721000" cy="572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GB"/>
              <a:t>Conclusion</a:t>
            </a:r>
            <a:endParaRPr sz="2600">
              <a:solidFill>
                <a:schemeClr val="lt2"/>
              </a:solidFill>
            </a:endParaRPr>
          </a:p>
        </p:txBody>
      </p:sp>
      <p:pic>
        <p:nvPicPr>
          <p:cNvPr id="7" name="Picture 6" descr="pixelcut-export (1)"/>
          <p:cNvPicPr>
            <a:picLocks noChangeAspect="1"/>
          </p:cNvPicPr>
          <p:nvPr/>
        </p:nvPicPr>
        <p:blipFill>
          <a:blip r:embed="rId1"/>
          <a:srcRect t="22967" b="48563"/>
          <a:stretch>
            <a:fillRect/>
          </a:stretch>
        </p:blipFill>
        <p:spPr>
          <a:xfrm>
            <a:off x="6410960" y="4364990"/>
            <a:ext cx="2733040" cy="7785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Inspiration"/>
          <p:cNvPicPr>
            <a:picLocks noChangeAspect="1"/>
          </p:cNvPicPr>
          <p:nvPr/>
        </p:nvPicPr>
        <p:blipFill>
          <a:blip r:embed="rId1"/>
          <a:stretch>
            <a:fillRect/>
          </a:stretch>
        </p:blipFill>
        <p:spPr>
          <a:xfrm>
            <a:off x="-635" y="-5715"/>
            <a:ext cx="9145270" cy="3766185"/>
          </a:xfrm>
          <a:prstGeom prst="rect">
            <a:avLst/>
          </a:prstGeom>
        </p:spPr>
      </p:pic>
      <p:sp>
        <p:nvSpPr>
          <p:cNvPr id="11" name="Text Box 10"/>
          <p:cNvSpPr txBox="1"/>
          <p:nvPr/>
        </p:nvSpPr>
        <p:spPr>
          <a:xfrm>
            <a:off x="384810" y="3772376"/>
            <a:ext cx="8222456" cy="737235"/>
          </a:xfrm>
          <a:prstGeom prst="rect">
            <a:avLst/>
          </a:prstGeom>
          <a:noFill/>
        </p:spPr>
        <p:txBody>
          <a:bodyPr wrap="square" rtlCol="0">
            <a:spAutoFit/>
          </a:bodyPr>
          <a:p>
            <a:pPr algn="just"/>
            <a:r>
              <a:rPr lang="en-US">
                <a:solidFill>
                  <a:schemeClr val="bg1"/>
                </a:solidFill>
                <a:latin typeface="Outfit" charset="0"/>
                <a:cs typeface="Outfit" charset="0"/>
              </a:rPr>
              <a:t>MySkool is an inspiration for schools, teachers, parents and students to excel in life. It is a message that ‘good is always appreciated.’ It is a push towards self motivation, an opportunity to see how others are growing and a chance to appreciate fellow human beings.</a:t>
            </a:r>
            <a:endParaRPr lang="en-US">
              <a:solidFill>
                <a:schemeClr val="bg1"/>
              </a:solidFill>
              <a:latin typeface="Outfit" charset="0"/>
              <a:cs typeface="Outfit" charset="0"/>
            </a:endParaRPr>
          </a:p>
        </p:txBody>
      </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quishy">
  <a:themeElements>
    <a:clrScheme name="Custom">
      <a:dk1>
        <a:srgbClr val="FFFFFF"/>
      </a:dk1>
      <a:lt1>
        <a:srgbClr val="0D0014"/>
      </a:lt1>
      <a:dk2>
        <a:srgbClr val="FFFFE6"/>
      </a:dk2>
      <a:lt2>
        <a:srgbClr val="31081F"/>
      </a:lt2>
      <a:accent1>
        <a:srgbClr val="624CAB"/>
      </a:accent1>
      <a:accent2>
        <a:srgbClr val="CFC9E5"/>
      </a:accent2>
      <a:accent3>
        <a:srgbClr val="F05D5E"/>
      </a:accent3>
      <a:accent4>
        <a:srgbClr val="FFF689"/>
      </a:accent4>
      <a:accent5>
        <a:srgbClr val="5438DC"/>
      </a:accent5>
      <a:accent6>
        <a:srgbClr val="32311B"/>
      </a:accent6>
      <a:hlink>
        <a:srgbClr val="9AA0A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5133</Words>
  <Application>WPS Writer</Application>
  <PresentationFormat/>
  <Paragraphs>112</Paragraphs>
  <Slides>10</Slides>
  <Notes>0</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10</vt:i4>
      </vt:variant>
    </vt:vector>
  </HeadingPairs>
  <TitlesOfParts>
    <vt:vector size="33" baseType="lpstr">
      <vt:lpstr>Arial</vt:lpstr>
      <vt:lpstr>SimSun</vt:lpstr>
      <vt:lpstr>Wingdings</vt:lpstr>
      <vt:lpstr>Arial</vt:lpstr>
      <vt:lpstr>Lexend</vt:lpstr>
      <vt:lpstr>Inter</vt:lpstr>
      <vt:lpstr>DM Serif Display</vt:lpstr>
      <vt:lpstr>Inter Medium</vt:lpstr>
      <vt:lpstr>Hanken Grotesk</vt:lpstr>
      <vt:lpstr>Helvetica Neue</vt:lpstr>
      <vt:lpstr>Microsoft YaHei</vt:lpstr>
      <vt:lpstr>汉仪旗黑</vt:lpstr>
      <vt:lpstr>Arial Unicode MS</vt:lpstr>
      <vt:lpstr>宋体-简</vt:lpstr>
      <vt:lpstr>Libre Franklin Medium</vt:lpstr>
      <vt:lpstr>Thonburi</vt:lpstr>
      <vt:lpstr>Heiti SC Medium</vt:lpstr>
      <vt:lpstr>Calibri</vt:lpstr>
      <vt:lpstr>Helvetica Neue</vt:lpstr>
      <vt:lpstr>Outfit</vt:lpstr>
      <vt:lpstr>苹方-简</vt:lpstr>
      <vt:lpstr>Simple Light</vt:lpstr>
      <vt:lpstr>Squishy</vt:lpstr>
      <vt:lpstr>Designing Thematic Activities for Kids</vt:lpstr>
      <vt:lpstr>PowerPoint 演示文稿</vt:lpstr>
      <vt:lpstr>PowerPoint 演示文稿</vt:lpstr>
      <vt:lpstr>Understanding Developmental Themes</vt:lpstr>
      <vt:lpstr>Nature and the Environment</vt:lpstr>
      <vt:lpstr>Designing Age Appropriate Activities</vt:lpstr>
      <vt:lpstr>Examples of Thematic Activities</vt:lpstr>
      <vt:lpstr>Tips for Successful Implementation</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Thematic Activities for Kids</dc:title>
  <dc:creator/>
  <cp:lastModifiedBy>apple</cp:lastModifiedBy>
  <cp:revision>2</cp:revision>
  <dcterms:created xsi:type="dcterms:W3CDTF">2024-11-04T07:53:14Z</dcterms:created>
  <dcterms:modified xsi:type="dcterms:W3CDTF">2024-11-04T07:53:14Z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F3A6C6E5823F48E85A7B2867A7B1A53C_43</vt:lpwstr>
  </property>
  <property fmtid="{D5CDD505-2E9C-101B-9397-08002B2CF9AE}" pid="3" name="KSOProductBuildVer">
    <vt:lpwstr>1033-6.10.1.8203</vt:lpwstr>
  </property>
</Properties>
</file>