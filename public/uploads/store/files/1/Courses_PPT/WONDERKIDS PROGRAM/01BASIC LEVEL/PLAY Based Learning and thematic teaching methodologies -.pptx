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76" r:id="rId6"/>
    <p:sldId id="257" r:id="rId7"/>
    <p:sldId id="258" r:id="rId8"/>
    <p:sldId id="259" r:id="rId9"/>
    <p:sldId id="260" r:id="rId10"/>
    <p:sldId id="261" r:id="rId11"/>
    <p:sldId id="262" r:id="rId12"/>
    <p:sldId id="263" r:id="rId13"/>
    <p:sldId id="264" r:id="rId14"/>
    <p:sldId id="277"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p:notesSz cx="6858000" cy="9144000"/>
  <p:embeddedFontLst>
    <p:embeddedFont>
      <p:font typeface="Lexend"/>
      <p:regular r:id="rId30"/>
    </p:embeddedFont>
    <p:embeddedFont>
      <p:font typeface="Inter" panose="02000503000000020004"/>
      <p:regular r:id="rId31"/>
    </p:embeddedFont>
    <p:embeddedFont>
      <p:font typeface="DM Serif Display"/>
      <p:regular r:id="rId32"/>
    </p:embeddedFont>
    <p:embeddedFont>
      <p:font typeface="Inter Medium"/>
      <p:regular r:id="rId33"/>
    </p:embeddedFont>
    <p:embeddedFont>
      <p:font typeface="Hanken Grotesk"/>
      <p:regular r:id="rId34"/>
    </p:embeddedFont>
    <p:embeddedFont>
      <p:font typeface="Helvetica Neue" panose="02000503000000020004"/>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1" userDrawn="1">
          <p15:clr>
            <a:srgbClr val="747775"/>
          </p15:clr>
        </p15:guide>
        <p15:guide id="2" pos="2877"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1"/>
        <p:guide pos="287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SLIDES_API16356541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SLIDES_API1635654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0" name="Shape 420"/>
        <p:cNvGrpSpPr/>
        <p:nvPr/>
      </p:nvGrpSpPr>
      <p:grpSpPr>
        <a:xfrm>
          <a:off x="0" y="0"/>
          <a:ext cx="0" cy="0"/>
          <a:chOff x="0" y="0"/>
          <a:chExt cx="0" cy="0"/>
        </a:xfrm>
      </p:grpSpPr>
      <p:sp>
        <p:nvSpPr>
          <p:cNvPr id="421" name="Google Shape;421;SLIDES_API16356541_25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SLIDES_API16356541_25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SLIDES_API16356541_1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SLIDES_API16356541_1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SLIDES_API16356541_25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SLIDES_API16356541_25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SLIDES_API16356541_39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SLIDES_API16356541_3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SLIDES_API16356541_5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SLIDES_API16356541_5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SLIDES_API16356541_6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SLIDES_API16356541_6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2" name="Shape 242"/>
        <p:cNvGrpSpPr/>
        <p:nvPr/>
      </p:nvGrpSpPr>
      <p:grpSpPr>
        <a:xfrm>
          <a:off x="0" y="0"/>
          <a:ext cx="0" cy="0"/>
          <a:chOff x="0" y="0"/>
          <a:chExt cx="0" cy="0"/>
        </a:xfrm>
      </p:grpSpPr>
      <p:sp>
        <p:nvSpPr>
          <p:cNvPr id="243" name="Google Shape;243;SLIDES_API16356541_8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SLIDES_API16356541_80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3" name="Shape 253"/>
        <p:cNvGrpSpPr/>
        <p:nvPr/>
      </p:nvGrpSpPr>
      <p:grpSpPr>
        <a:xfrm>
          <a:off x="0" y="0"/>
          <a:ext cx="0" cy="0"/>
          <a:chOff x="0" y="0"/>
          <a:chExt cx="0" cy="0"/>
        </a:xfrm>
      </p:grpSpPr>
      <p:sp>
        <p:nvSpPr>
          <p:cNvPr id="254" name="Google Shape;254;SLIDES_API16356541_94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SLIDES_API16356541_94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4" name="Shape 264"/>
        <p:cNvGrpSpPr/>
        <p:nvPr/>
      </p:nvGrpSpPr>
      <p:grpSpPr>
        <a:xfrm>
          <a:off x="0" y="0"/>
          <a:ext cx="0" cy="0"/>
          <a:chOff x="0" y="0"/>
          <a:chExt cx="0" cy="0"/>
        </a:xfrm>
      </p:grpSpPr>
      <p:sp>
        <p:nvSpPr>
          <p:cNvPr id="265" name="Google Shape;265;SLIDES_API16356541_108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SLIDES_API16356541_10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SLIDES_API16356541_67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SLIDES_API16356541_67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1" name="Shape 281"/>
        <p:cNvGrpSpPr/>
        <p:nvPr/>
      </p:nvGrpSpPr>
      <p:grpSpPr>
        <a:xfrm>
          <a:off x="0" y="0"/>
          <a:ext cx="0" cy="0"/>
          <a:chOff x="0" y="0"/>
          <a:chExt cx="0" cy="0"/>
        </a:xfrm>
      </p:grpSpPr>
      <p:sp>
        <p:nvSpPr>
          <p:cNvPr id="282" name="Google Shape;282;SLIDES_API16356541_12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SLIDES_API16356541_12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3" name="Shape 293"/>
        <p:cNvGrpSpPr/>
        <p:nvPr/>
      </p:nvGrpSpPr>
      <p:grpSpPr>
        <a:xfrm>
          <a:off x="0" y="0"/>
          <a:ext cx="0" cy="0"/>
          <a:chOff x="0" y="0"/>
          <a:chExt cx="0" cy="0"/>
        </a:xfrm>
      </p:grpSpPr>
      <p:sp>
        <p:nvSpPr>
          <p:cNvPr id="294" name="Google Shape;294;SLIDES_API16356541_135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SLIDES_API16356541_13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2" name="Shape 312"/>
        <p:cNvGrpSpPr/>
        <p:nvPr/>
      </p:nvGrpSpPr>
      <p:grpSpPr>
        <a:xfrm>
          <a:off x="0" y="0"/>
          <a:ext cx="0" cy="0"/>
          <a:chOff x="0" y="0"/>
          <a:chExt cx="0" cy="0"/>
        </a:xfrm>
      </p:grpSpPr>
      <p:sp>
        <p:nvSpPr>
          <p:cNvPr id="313" name="Google Shape;313;SLIDES_API16356541_14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SLIDES_API16356541_14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SLIDES_API16356541_16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SLIDES_API16356541_16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SLIDES_API16356541_177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SLIDES_API16356541_17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8" name="Shape 358"/>
        <p:cNvGrpSpPr/>
        <p:nvPr/>
      </p:nvGrpSpPr>
      <p:grpSpPr>
        <a:xfrm>
          <a:off x="0" y="0"/>
          <a:ext cx="0" cy="0"/>
          <a:chOff x="0" y="0"/>
          <a:chExt cx="0" cy="0"/>
        </a:xfrm>
      </p:grpSpPr>
      <p:sp>
        <p:nvSpPr>
          <p:cNvPr id="359" name="Google Shape;359;SLIDES_API16356541_19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SLIDES_API16356541_19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7" name="Shape 367"/>
        <p:cNvGrpSpPr/>
        <p:nvPr/>
      </p:nvGrpSpPr>
      <p:grpSpPr>
        <a:xfrm>
          <a:off x="0" y="0"/>
          <a:ext cx="0" cy="0"/>
          <a:chOff x="0" y="0"/>
          <a:chExt cx="0" cy="0"/>
        </a:xfrm>
      </p:grpSpPr>
      <p:sp>
        <p:nvSpPr>
          <p:cNvPr id="368" name="Google Shape;368;SLIDES_API16356541_205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SLIDES_API16356541_20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9" name="Shape 379"/>
        <p:cNvGrpSpPr/>
        <p:nvPr/>
      </p:nvGrpSpPr>
      <p:grpSpPr>
        <a:xfrm>
          <a:off x="0" y="0"/>
          <a:ext cx="0" cy="0"/>
          <a:chOff x="0" y="0"/>
          <a:chExt cx="0" cy="0"/>
        </a:xfrm>
      </p:grpSpPr>
      <p:sp>
        <p:nvSpPr>
          <p:cNvPr id="380" name="Google Shape;380;SLIDES_API16356541_21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SLIDES_API16356541_21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6" name="Shape 396"/>
        <p:cNvGrpSpPr/>
        <p:nvPr/>
      </p:nvGrpSpPr>
      <p:grpSpPr>
        <a:xfrm>
          <a:off x="0" y="0"/>
          <a:ext cx="0" cy="0"/>
          <a:chOff x="0" y="0"/>
          <a:chExt cx="0" cy="0"/>
        </a:xfrm>
      </p:grpSpPr>
      <p:sp>
        <p:nvSpPr>
          <p:cNvPr id="397" name="Google Shape;397;SLIDES_API16356541_23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SLIDES_API16356541_23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8" name="Shape 408"/>
        <p:cNvGrpSpPr/>
        <p:nvPr/>
      </p:nvGrpSpPr>
      <p:grpSpPr>
        <a:xfrm>
          <a:off x="0" y="0"/>
          <a:ext cx="0" cy="0"/>
          <a:chOff x="0" y="0"/>
          <a:chExt cx="0" cy="0"/>
        </a:xfrm>
      </p:grpSpPr>
      <p:sp>
        <p:nvSpPr>
          <p:cNvPr id="409" name="Google Shape;409;SLIDES_API16356541_245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SLIDES_API16356541_245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0" name="Shape 420"/>
        <p:cNvGrpSpPr/>
        <p:nvPr/>
      </p:nvGrpSpPr>
      <p:grpSpPr>
        <a:xfrm>
          <a:off x="0" y="0"/>
          <a:ext cx="0" cy="0"/>
          <a:chOff x="0" y="0"/>
          <a:chExt cx="0" cy="0"/>
        </a:xfrm>
      </p:grpSpPr>
      <p:sp>
        <p:nvSpPr>
          <p:cNvPr id="421" name="Google Shape;421;SLIDES_API16356541_25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SLIDES_API16356541_25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dk2"/>
        </a:solidFill>
        <a:effectLst/>
      </p:bgPr>
    </p:bg>
    <p:spTree>
      <p:nvGrpSpPr>
        <p:cNvPr id="54" name="Shape 54"/>
        <p:cNvGrpSpPr/>
        <p:nvPr/>
      </p:nvGrpSpPr>
      <p:grpSpPr>
        <a:xfrm>
          <a:off x="0" y="0"/>
          <a:ext cx="0" cy="0"/>
          <a:chOff x="0" y="0"/>
          <a:chExt cx="0" cy="0"/>
        </a:xfrm>
      </p:grpSpPr>
      <p:pic>
        <p:nvPicPr>
          <p:cNvPr id="55" name="Google Shape;55;p14"/>
          <p:cNvPicPr preferRelativeResize="0"/>
          <p:nvPr/>
        </p:nvPicPr>
        <p:blipFill>
          <a:blip r:embed="rId2"/>
          <a:stretch>
            <a:fillRect/>
          </a:stretch>
        </p:blipFill>
        <p:spPr>
          <a:xfrm>
            <a:off x="-56237" y="75"/>
            <a:ext cx="9256479" cy="5143501"/>
          </a:xfrm>
          <a:prstGeom prst="rect">
            <a:avLst/>
          </a:prstGeom>
          <a:noFill/>
          <a:ln>
            <a:noFill/>
          </a:ln>
        </p:spPr>
      </p:pic>
      <p:sp>
        <p:nvSpPr>
          <p:cNvPr id="56" name="Google Shape;56;p14"/>
          <p:cNvSpPr/>
          <p:nvPr/>
        </p:nvSpPr>
        <p:spPr>
          <a:xfrm>
            <a:off x="1308538" y="4120200"/>
            <a:ext cx="6577200" cy="523800"/>
          </a:xfrm>
          <a:prstGeom prst="roundRect">
            <a:avLst>
              <a:gd name="adj" fmla="val 50000"/>
            </a:avLst>
          </a:pr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7" name="Google Shape;57;p14"/>
          <p:cNvSpPr/>
          <p:nvPr/>
        </p:nvSpPr>
        <p:spPr>
          <a:xfrm>
            <a:off x="1258263" y="1034925"/>
            <a:ext cx="6577200" cy="2934600"/>
          </a:xfrm>
          <a:prstGeom prst="roundRect">
            <a:avLst>
              <a:gd name="adj" fmla="val 17401"/>
            </a:avLst>
          </a:prstGeom>
          <a:solidFill>
            <a:schemeClr val="dk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8" name="Google Shape;58;p14"/>
          <p:cNvSpPr txBox="1"/>
          <p:nvPr>
            <p:ph type="ctrTitle"/>
          </p:nvPr>
        </p:nvSpPr>
        <p:spPr>
          <a:xfrm>
            <a:off x="1574250" y="1545525"/>
            <a:ext cx="5995500" cy="2052600"/>
          </a:xfrm>
          <a:prstGeom prst="rect">
            <a:avLst/>
          </a:prstGeom>
        </p:spPr>
        <p:txBody>
          <a:bodyPr spcFirstLastPara="1" wrap="square" lIns="0" tIns="91425" rIns="0" bIns="91425" anchor="ctr" anchorCtr="0">
            <a:normAutofit/>
          </a:bodyPr>
          <a:lstStyle>
            <a:lvl1pPr lvl="0" algn="ctr">
              <a:lnSpc>
                <a:spcPct val="75000"/>
              </a:lnSpc>
              <a:spcBef>
                <a:spcPts val="0"/>
              </a:spcBef>
              <a:spcAft>
                <a:spcPts val="0"/>
              </a:spcAft>
              <a:buClr>
                <a:schemeClr val="lt1"/>
              </a:buClr>
              <a:buSzPts val="6800"/>
              <a:buNone/>
              <a:defRPr sz="6800">
                <a:solidFill>
                  <a:schemeClr val="lt1"/>
                </a:solidFill>
              </a:defRPr>
            </a:lvl1pPr>
            <a:lvl2pPr lvl="1">
              <a:lnSpc>
                <a:spcPct val="75000"/>
              </a:lnSpc>
              <a:spcBef>
                <a:spcPts val="0"/>
              </a:spcBef>
              <a:spcAft>
                <a:spcPts val="0"/>
              </a:spcAft>
              <a:buClr>
                <a:schemeClr val="accent5"/>
              </a:buClr>
              <a:buSzPts val="6800"/>
              <a:buNone/>
              <a:defRPr sz="6800">
                <a:solidFill>
                  <a:schemeClr val="accent5"/>
                </a:solidFill>
              </a:defRPr>
            </a:lvl2pPr>
            <a:lvl3pPr lvl="2">
              <a:lnSpc>
                <a:spcPct val="75000"/>
              </a:lnSpc>
              <a:spcBef>
                <a:spcPts val="0"/>
              </a:spcBef>
              <a:spcAft>
                <a:spcPts val="0"/>
              </a:spcAft>
              <a:buClr>
                <a:schemeClr val="accent5"/>
              </a:buClr>
              <a:buSzPts val="6800"/>
              <a:buNone/>
              <a:defRPr sz="6800">
                <a:solidFill>
                  <a:schemeClr val="accent5"/>
                </a:solidFill>
              </a:defRPr>
            </a:lvl3pPr>
            <a:lvl4pPr lvl="3">
              <a:lnSpc>
                <a:spcPct val="75000"/>
              </a:lnSpc>
              <a:spcBef>
                <a:spcPts val="0"/>
              </a:spcBef>
              <a:spcAft>
                <a:spcPts val="0"/>
              </a:spcAft>
              <a:buClr>
                <a:schemeClr val="accent5"/>
              </a:buClr>
              <a:buSzPts val="6800"/>
              <a:buNone/>
              <a:defRPr sz="6800">
                <a:solidFill>
                  <a:schemeClr val="accent5"/>
                </a:solidFill>
              </a:defRPr>
            </a:lvl4pPr>
            <a:lvl5pPr lvl="4">
              <a:lnSpc>
                <a:spcPct val="75000"/>
              </a:lnSpc>
              <a:spcBef>
                <a:spcPts val="0"/>
              </a:spcBef>
              <a:spcAft>
                <a:spcPts val="0"/>
              </a:spcAft>
              <a:buClr>
                <a:schemeClr val="accent5"/>
              </a:buClr>
              <a:buSzPts val="6800"/>
              <a:buNone/>
              <a:defRPr sz="6800">
                <a:solidFill>
                  <a:schemeClr val="accent5"/>
                </a:solidFill>
              </a:defRPr>
            </a:lvl5pPr>
            <a:lvl6pPr lvl="5">
              <a:lnSpc>
                <a:spcPct val="75000"/>
              </a:lnSpc>
              <a:spcBef>
                <a:spcPts val="0"/>
              </a:spcBef>
              <a:spcAft>
                <a:spcPts val="0"/>
              </a:spcAft>
              <a:buClr>
                <a:schemeClr val="accent5"/>
              </a:buClr>
              <a:buSzPts val="6800"/>
              <a:buNone/>
              <a:defRPr sz="6800">
                <a:solidFill>
                  <a:schemeClr val="accent5"/>
                </a:solidFill>
              </a:defRPr>
            </a:lvl6pPr>
            <a:lvl7pPr lvl="6">
              <a:lnSpc>
                <a:spcPct val="75000"/>
              </a:lnSpc>
              <a:spcBef>
                <a:spcPts val="0"/>
              </a:spcBef>
              <a:spcAft>
                <a:spcPts val="0"/>
              </a:spcAft>
              <a:buClr>
                <a:schemeClr val="accent5"/>
              </a:buClr>
              <a:buSzPts val="6800"/>
              <a:buNone/>
              <a:defRPr sz="6800">
                <a:solidFill>
                  <a:schemeClr val="accent5"/>
                </a:solidFill>
              </a:defRPr>
            </a:lvl7pPr>
            <a:lvl8pPr lvl="7">
              <a:lnSpc>
                <a:spcPct val="75000"/>
              </a:lnSpc>
              <a:spcBef>
                <a:spcPts val="0"/>
              </a:spcBef>
              <a:spcAft>
                <a:spcPts val="0"/>
              </a:spcAft>
              <a:buClr>
                <a:schemeClr val="accent5"/>
              </a:buClr>
              <a:buSzPts val="6800"/>
              <a:buNone/>
              <a:defRPr sz="6800">
                <a:solidFill>
                  <a:schemeClr val="accent5"/>
                </a:solidFill>
              </a:defRPr>
            </a:lvl8pPr>
            <a:lvl9pPr lvl="8">
              <a:lnSpc>
                <a:spcPct val="75000"/>
              </a:lnSpc>
              <a:spcBef>
                <a:spcPts val="0"/>
              </a:spcBef>
              <a:spcAft>
                <a:spcPts val="0"/>
              </a:spcAft>
              <a:buClr>
                <a:schemeClr val="accent5"/>
              </a:buClr>
              <a:buSzPts val="6800"/>
              <a:buNone/>
              <a:defRPr sz="6800">
                <a:solidFill>
                  <a:schemeClr val="accent5"/>
                </a:solidFill>
              </a:defRPr>
            </a:lvl9pPr>
          </a:lstStyle>
          <a:p/>
        </p:txBody>
      </p:sp>
      <p:sp>
        <p:nvSpPr>
          <p:cNvPr id="59" name="Google Shape;59;p14"/>
          <p:cNvSpPr txBox="1"/>
          <p:nvPr>
            <p:ph type="subTitle" idx="1"/>
          </p:nvPr>
        </p:nvSpPr>
        <p:spPr>
          <a:xfrm>
            <a:off x="2175313" y="4120200"/>
            <a:ext cx="4680900" cy="451800"/>
          </a:xfrm>
          <a:prstGeom prst="rect">
            <a:avLst/>
          </a:prstGeom>
        </p:spPr>
        <p:txBody>
          <a:bodyPr spcFirstLastPara="1" wrap="square" lIns="91425" tIns="91425" rIns="91425" bIns="91425" anchor="b" anchorCtr="0">
            <a:norm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0"/>
              </a:spcBef>
              <a:spcAft>
                <a:spcPts val="0"/>
              </a:spcAft>
              <a:buClr>
                <a:schemeClr val="dk1"/>
              </a:buClr>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0" name="Google Shape;60;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61" name="Shape 61"/>
        <p:cNvGrpSpPr/>
        <p:nvPr/>
      </p:nvGrpSpPr>
      <p:grpSpPr>
        <a:xfrm>
          <a:off x="0" y="0"/>
          <a:ext cx="0" cy="0"/>
          <a:chOff x="0" y="0"/>
          <a:chExt cx="0" cy="0"/>
        </a:xfrm>
      </p:grpSpPr>
      <p:sp>
        <p:nvSpPr>
          <p:cNvPr id="62" name="Google Shape;62;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3" name="Google Shape;63;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4" name="Shape 64"/>
        <p:cNvGrpSpPr/>
        <p:nvPr/>
      </p:nvGrpSpPr>
      <p:grpSpPr>
        <a:xfrm>
          <a:off x="0" y="0"/>
          <a:ext cx="0" cy="0"/>
          <a:chOff x="0" y="0"/>
          <a:chExt cx="0" cy="0"/>
        </a:xfrm>
      </p:grpSpPr>
      <p:sp>
        <p:nvSpPr>
          <p:cNvPr id="65" name="Google Shape;65;p16"/>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6"/>
          <p:cNvSpPr txBox="1"/>
          <p:nvPr>
            <p:ph type="body" idx="1"/>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67" name="Google Shape;67;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68" name="Shape 68"/>
        <p:cNvGrpSpPr/>
        <p:nvPr/>
      </p:nvGrpSpPr>
      <p:grpSpPr>
        <a:xfrm>
          <a:off x="0" y="0"/>
          <a:ext cx="0" cy="0"/>
          <a:chOff x="0" y="0"/>
          <a:chExt cx="0" cy="0"/>
        </a:xfrm>
      </p:grpSpPr>
      <p:sp>
        <p:nvSpPr>
          <p:cNvPr id="69" name="Google Shape;69;p17"/>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 name="Google Shape;70;p17"/>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1" name="Google Shape;71;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2" name="Google Shape;72;p17"/>
          <p:cNvSpPr/>
          <p:nvPr>
            <p:ph type="pic" idx="2"/>
          </p:nvPr>
        </p:nvSpPr>
        <p:spPr>
          <a:xfrm>
            <a:off x="6178850" y="598400"/>
            <a:ext cx="2511900" cy="2514600"/>
          </a:xfrm>
          <a:prstGeom prst="ellipse">
            <a:avLst/>
          </a:prstGeom>
          <a:noFill/>
          <a:ln w="9525" cap="flat" cmpd="sng">
            <a:solidFill>
              <a:schemeClr val="accent5"/>
            </a:solidFill>
            <a:prstDash val="solid"/>
            <a:round/>
            <a:headEnd type="none" w="sm" len="sm"/>
            <a:tailEnd type="none" w="sm" len="sm"/>
          </a:ln>
        </p:spPr>
      </p:sp>
      <p:sp>
        <p:nvSpPr>
          <p:cNvPr id="73" name="Google Shape;73;p17"/>
          <p:cNvSpPr/>
          <p:nvPr>
            <p:ph type="pic" idx="3"/>
          </p:nvPr>
        </p:nvSpPr>
        <p:spPr>
          <a:xfrm>
            <a:off x="5108950" y="2148625"/>
            <a:ext cx="2511900" cy="2514600"/>
          </a:xfrm>
          <a:prstGeom prst="ellipse">
            <a:avLst/>
          </a:prstGeom>
          <a:noFill/>
          <a:ln w="9525" cap="flat" cmpd="sng">
            <a:solidFill>
              <a:schemeClr val="accent5"/>
            </a:solidFill>
            <a:prstDash val="solid"/>
            <a:round/>
            <a:headEnd type="none" w="sm" len="sm"/>
            <a:tailEnd type="none" w="sm" len="sm"/>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4" name="Shape 74"/>
        <p:cNvGrpSpPr/>
        <p:nvPr/>
      </p:nvGrpSpPr>
      <p:grpSpPr>
        <a:xfrm>
          <a:off x="0" y="0"/>
          <a:ext cx="0" cy="0"/>
          <a:chOff x="0" y="0"/>
          <a:chExt cx="0" cy="0"/>
        </a:xfrm>
      </p:grpSpPr>
      <p:sp>
        <p:nvSpPr>
          <p:cNvPr id="75" name="Google Shape;75;p18"/>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6" name="Google Shape;76;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77" name="Google Shape;77;p18"/>
          <p:cNvSpPr/>
          <p:nvPr>
            <p:ph type="pic" idx="2"/>
          </p:nvPr>
        </p:nvSpPr>
        <p:spPr>
          <a:xfrm>
            <a:off x="6173525" y="-13300"/>
            <a:ext cx="2970600" cy="5156700"/>
          </a:xfrm>
          <a:prstGeom prst="rect">
            <a:avLst/>
          </a:prstGeom>
          <a:noFill/>
          <a:ln>
            <a:noFill/>
          </a:ln>
        </p:spPr>
      </p:sp>
      <p:sp>
        <p:nvSpPr>
          <p:cNvPr id="78" name="Google Shape;78;p18"/>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79" name="Shape 79"/>
        <p:cNvGrpSpPr/>
        <p:nvPr/>
      </p:nvGrpSpPr>
      <p:grpSpPr>
        <a:xfrm>
          <a:off x="0" y="0"/>
          <a:ext cx="0" cy="0"/>
          <a:chOff x="0" y="0"/>
          <a:chExt cx="0" cy="0"/>
        </a:xfrm>
      </p:grpSpPr>
      <p:sp>
        <p:nvSpPr>
          <p:cNvPr id="80" name="Google Shape;80;p19"/>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1" name="Google Shape;81;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82" name="Google Shape;82;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3" name="Google Shape;83;p19"/>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4" name="Google Shape;84;p19"/>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5" name="Google Shape;85;p19"/>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6" name="Google Shape;86;p19"/>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7" name="Google Shape;87;p19"/>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accent1"/>
        </a:solidFill>
        <a:effectLst/>
      </p:bgPr>
    </p:bg>
    <p:spTree>
      <p:nvGrpSpPr>
        <p:cNvPr id="88" name="Shape 88"/>
        <p:cNvGrpSpPr/>
        <p:nvPr/>
      </p:nvGrpSpPr>
      <p:grpSpPr>
        <a:xfrm>
          <a:off x="0" y="0"/>
          <a:ext cx="0" cy="0"/>
          <a:chOff x="0" y="0"/>
          <a:chExt cx="0" cy="0"/>
        </a:xfrm>
      </p:grpSpPr>
      <p:sp>
        <p:nvSpPr>
          <p:cNvPr id="89" name="Google Shape;89;p20"/>
          <p:cNvSpPr txBox="1"/>
          <p:nvPr>
            <p:ph type="body" idx="1"/>
          </p:nvPr>
        </p:nvSpPr>
        <p:spPr>
          <a:xfrm>
            <a:off x="910425" y="342900"/>
            <a:ext cx="7921800" cy="4226100"/>
          </a:xfrm>
          <a:prstGeom prst="rect">
            <a:avLst/>
          </a:prstGeom>
        </p:spPr>
        <p:txBody>
          <a:bodyPr spcFirstLastPara="1" wrap="square" lIns="91425" tIns="91425" rIns="91425" bIns="91425" anchor="ctr" anchorCtr="0">
            <a:normAutofit/>
          </a:bodyPr>
          <a:lstStyle>
            <a:lvl1pPr marL="457200" lvl="0" indent="-381000">
              <a:lnSpc>
                <a:spcPct val="200000"/>
              </a:lnSpc>
              <a:spcBef>
                <a:spcPts val="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1pPr>
            <a:lvl2pPr marL="914400" lvl="1"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2pPr>
            <a:lvl3pPr marL="1371600" lvl="2"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3pPr>
            <a:lvl4pPr marL="1828800" lvl="3"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4pPr>
            <a:lvl5pPr marL="2286000" lvl="4"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5pPr>
            <a:lvl6pPr marL="2743200" lvl="5"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6pPr>
            <a:lvl7pPr marL="3200400" lvl="6"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7pPr>
            <a:lvl8pPr marL="3657600" lvl="7" indent="-381000">
              <a:lnSpc>
                <a:spcPct val="200000"/>
              </a:lnSpc>
              <a:spcBef>
                <a:spcPts val="800"/>
              </a:spcBef>
              <a:spcAft>
                <a:spcPts val="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8pPr>
            <a:lvl9pPr marL="4114800" lvl="8" indent="-381000">
              <a:lnSpc>
                <a:spcPct val="200000"/>
              </a:lnSpc>
              <a:spcBef>
                <a:spcPts val="800"/>
              </a:spcBef>
              <a:spcAft>
                <a:spcPts val="800"/>
              </a:spcAft>
              <a:buClr>
                <a:schemeClr val="lt1"/>
              </a:buClr>
              <a:buSzPts val="2400"/>
              <a:buFont typeface="DM Serif Display"/>
              <a:buChar char="•"/>
              <a:defRPr sz="2400">
                <a:solidFill>
                  <a:schemeClr val="lt1"/>
                </a:solidFill>
                <a:latin typeface="DM Serif Display"/>
                <a:ea typeface="DM Serif Display"/>
                <a:cs typeface="DM Serif Display"/>
                <a:sym typeface="DM Serif Display"/>
              </a:defRPr>
            </a:lvl9pPr>
          </a:lstStyle>
          <a:p/>
        </p:txBody>
      </p:sp>
      <p:sp>
        <p:nvSpPr>
          <p:cNvPr id="90" name="Google Shape;90;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91" name="Shape 91"/>
        <p:cNvGrpSpPr/>
        <p:nvPr/>
      </p:nvGrpSpPr>
      <p:grpSpPr>
        <a:xfrm>
          <a:off x="0" y="0"/>
          <a:ext cx="0" cy="0"/>
          <a:chOff x="0" y="0"/>
          <a:chExt cx="0" cy="0"/>
        </a:xfrm>
      </p:grpSpPr>
      <p:sp>
        <p:nvSpPr>
          <p:cNvPr id="92" name="Google Shape;92;p21"/>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 name="Google Shape;93;p21"/>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4" name="Google Shape;94;p21"/>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5" name="Google Shape;95;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6" name="Shape 96"/>
        <p:cNvGrpSpPr/>
        <p:nvPr/>
      </p:nvGrpSpPr>
      <p:grpSpPr>
        <a:xfrm>
          <a:off x="0" y="0"/>
          <a:ext cx="0" cy="0"/>
          <a:chOff x="0" y="0"/>
          <a:chExt cx="0" cy="0"/>
        </a:xfrm>
      </p:grpSpPr>
      <p:sp>
        <p:nvSpPr>
          <p:cNvPr id="97" name="Google Shape;97;p22"/>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99" name="Shape 99"/>
        <p:cNvGrpSpPr/>
        <p:nvPr/>
      </p:nvGrpSpPr>
      <p:grpSpPr>
        <a:xfrm>
          <a:off x="0" y="0"/>
          <a:ext cx="0" cy="0"/>
          <a:chOff x="0" y="0"/>
          <a:chExt cx="0" cy="0"/>
        </a:xfrm>
      </p:grpSpPr>
      <p:sp>
        <p:nvSpPr>
          <p:cNvPr id="100" name="Google Shape;100;p23"/>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1" name="Google Shape;101;p23"/>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102" name="Google Shape;102;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03" name="Shape 103"/>
        <p:cNvGrpSpPr/>
        <p:nvPr/>
      </p:nvGrpSpPr>
      <p:grpSpPr>
        <a:xfrm>
          <a:off x="0" y="0"/>
          <a:ext cx="0" cy="0"/>
          <a:chOff x="0" y="0"/>
          <a:chExt cx="0" cy="0"/>
        </a:xfrm>
      </p:grpSpPr>
      <p:sp>
        <p:nvSpPr>
          <p:cNvPr id="104" name="Google Shape;104;p24"/>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5" name="Google Shape;105;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06" name="Shape 106"/>
        <p:cNvGrpSpPr/>
        <p:nvPr/>
      </p:nvGrpSpPr>
      <p:grpSpPr>
        <a:xfrm>
          <a:off x="0" y="0"/>
          <a:ext cx="0" cy="0"/>
          <a:chOff x="0" y="0"/>
          <a:chExt cx="0" cy="0"/>
        </a:xfrm>
      </p:grpSpPr>
      <p:sp>
        <p:nvSpPr>
          <p:cNvPr id="107" name="Google Shape;107;p25"/>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08" name="Google Shape;108;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09" name="Google Shape;109;p25"/>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0" name="Shape 110"/>
        <p:cNvGrpSpPr/>
        <p:nvPr/>
      </p:nvGrpSpPr>
      <p:grpSpPr>
        <a:xfrm>
          <a:off x="0" y="0"/>
          <a:ext cx="0" cy="0"/>
          <a:chOff x="0" y="0"/>
          <a:chExt cx="0" cy="0"/>
        </a:xfrm>
      </p:grpSpPr>
      <p:sp>
        <p:nvSpPr>
          <p:cNvPr id="111" name="Google Shape;111;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26"/>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3" name="Google Shape;113;p26"/>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4" name="Google Shape;114;p26"/>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15" name="Google Shape;115;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6" name="Shape 116"/>
        <p:cNvGrpSpPr/>
        <p:nvPr/>
      </p:nvGrpSpPr>
      <p:grpSpPr>
        <a:xfrm>
          <a:off x="0" y="0"/>
          <a:ext cx="0" cy="0"/>
          <a:chOff x="0" y="0"/>
          <a:chExt cx="0" cy="0"/>
        </a:xfrm>
      </p:grpSpPr>
      <p:sp>
        <p:nvSpPr>
          <p:cNvPr id="117" name="Google Shape;117;p27"/>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18" name="Google Shape;118;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19" name="Shape 119"/>
        <p:cNvGrpSpPr/>
        <p:nvPr/>
      </p:nvGrpSpPr>
      <p:grpSpPr>
        <a:xfrm>
          <a:off x="0" y="0"/>
          <a:ext cx="0" cy="0"/>
          <a:chOff x="0" y="0"/>
          <a:chExt cx="0" cy="0"/>
        </a:xfrm>
      </p:grpSpPr>
      <p:sp>
        <p:nvSpPr>
          <p:cNvPr id="120" name="Google Shape;120;p28"/>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1" name="Google Shape;121;p28"/>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22" name="Google Shape;122;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3" name="Shape 123"/>
        <p:cNvGrpSpPr/>
        <p:nvPr/>
      </p:nvGrpSpPr>
      <p:grpSpPr>
        <a:xfrm>
          <a:off x="0" y="0"/>
          <a:ext cx="0" cy="0"/>
          <a:chOff x="0" y="0"/>
          <a:chExt cx="0" cy="0"/>
        </a:xfrm>
      </p:grpSpPr>
      <p:sp>
        <p:nvSpPr>
          <p:cNvPr id="124" name="Google Shape;124;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Yellow Borders">
  <p:cSld name="CUSTOM_2_1">
    <p:bg>
      <p:bgPr>
        <a:solidFill>
          <a:schemeClr val="dk2"/>
        </a:solidFill>
        <a:effectLst/>
      </p:bgPr>
    </p:bg>
    <p:spTree>
      <p:nvGrpSpPr>
        <p:cNvPr id="125" name="Shape 125"/>
        <p:cNvGrpSpPr/>
        <p:nvPr/>
      </p:nvGrpSpPr>
      <p:grpSpPr>
        <a:xfrm>
          <a:off x="0" y="0"/>
          <a:ext cx="0" cy="0"/>
          <a:chOff x="0" y="0"/>
          <a:chExt cx="0" cy="0"/>
        </a:xfrm>
      </p:grpSpPr>
      <p:pic>
        <p:nvPicPr>
          <p:cNvPr id="126" name="Google Shape;126;p30"/>
          <p:cNvPicPr preferRelativeResize="0"/>
          <p:nvPr/>
        </p:nvPicPr>
        <p:blipFill rotWithShape="1">
          <a:blip r:embed="rId2"/>
          <a:srcRect t="3008" b="83085"/>
          <a:stretch>
            <a:fillRect/>
          </a:stretch>
        </p:blipFill>
        <p:spPr>
          <a:xfrm>
            <a:off x="4950" y="0"/>
            <a:ext cx="9144003" cy="706601"/>
          </a:xfrm>
          <a:prstGeom prst="rect">
            <a:avLst/>
          </a:prstGeom>
          <a:noFill/>
          <a:ln w="9525" cap="flat" cmpd="sng">
            <a:solidFill>
              <a:schemeClr val="lt1"/>
            </a:solidFill>
            <a:prstDash val="solid"/>
            <a:round/>
            <a:headEnd type="none" w="sm" len="sm"/>
            <a:tailEnd type="none" w="sm" len="sm"/>
          </a:ln>
        </p:spPr>
      </p:pic>
      <p:pic>
        <p:nvPicPr>
          <p:cNvPr id="127" name="Google Shape;127;p30"/>
          <p:cNvPicPr preferRelativeResize="0"/>
          <p:nvPr/>
        </p:nvPicPr>
        <p:blipFill rotWithShape="1">
          <a:blip r:embed="rId2"/>
          <a:srcRect t="22928" b="63164"/>
          <a:stretch>
            <a:fillRect/>
          </a:stretch>
        </p:blipFill>
        <p:spPr>
          <a:xfrm>
            <a:off x="4950" y="4436900"/>
            <a:ext cx="9144003" cy="706601"/>
          </a:xfrm>
          <a:prstGeom prst="rect">
            <a:avLst/>
          </a:prstGeom>
          <a:noFill/>
          <a:ln w="9525" cap="flat" cmpd="sng">
            <a:solidFill>
              <a:schemeClr val="lt1"/>
            </a:solidFill>
            <a:prstDash val="solid"/>
            <a:round/>
            <a:headEnd type="none" w="sm" len="sm"/>
            <a:tailEnd type="none" w="sm" len="sm"/>
          </a:ln>
        </p:spPr>
      </p:pic>
      <p:sp>
        <p:nvSpPr>
          <p:cNvPr id="128" name="Google Shape;128;p30"/>
          <p:cNvSpPr txBox="1"/>
          <p:nvPr>
            <p:ph type="title"/>
          </p:nvPr>
        </p:nvSpPr>
        <p:spPr>
          <a:xfrm>
            <a:off x="2257500" y="1114000"/>
            <a:ext cx="4629000" cy="706500"/>
          </a:xfrm>
          <a:prstGeom prst="rect">
            <a:avLst/>
          </a:prstGeom>
        </p:spPr>
        <p:txBody>
          <a:bodyPr spcFirstLastPara="1" wrap="square" lIns="0" tIns="91425" rIns="0" bIns="91425" anchor="ctr" anchorCtr="0">
            <a:noAutofit/>
          </a:bodyPr>
          <a:lstStyle>
            <a:lvl1pPr lvl="0" algn="ctr">
              <a:spcBef>
                <a:spcPts val="0"/>
              </a:spcBef>
              <a:spcAft>
                <a:spcPts val="0"/>
              </a:spcAft>
              <a:buClr>
                <a:schemeClr val="lt1"/>
              </a:buClr>
              <a:buSzPts val="2600"/>
              <a:buNone/>
              <a:defRPr sz="2600">
                <a:solidFill>
                  <a:schemeClr val="lt1"/>
                </a:solidFill>
              </a:defRPr>
            </a:lvl1pPr>
            <a:lvl2pPr lvl="1"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2pPr>
            <a:lvl3pPr lvl="2"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3pPr>
            <a:lvl4pPr lvl="3"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4pPr>
            <a:lvl5pPr lvl="4"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5pPr>
            <a:lvl6pPr lvl="5"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6pPr>
            <a:lvl7pPr lvl="6"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7pPr>
            <a:lvl8pPr lvl="7"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8pPr>
            <a:lvl9pPr lvl="8" algn="ctr">
              <a:spcBef>
                <a:spcPts val="0"/>
              </a:spcBef>
              <a:spcAft>
                <a:spcPts val="0"/>
              </a:spcAft>
              <a:buClr>
                <a:schemeClr val="lt1"/>
              </a:buClr>
              <a:buSzPts val="2800"/>
              <a:buFont typeface="Hanken Grotesk"/>
              <a:buNone/>
              <a:defRPr b="1">
                <a:solidFill>
                  <a:schemeClr val="lt1"/>
                </a:solidFill>
                <a:latin typeface="Hanken Grotesk"/>
                <a:ea typeface="Hanken Grotesk"/>
                <a:cs typeface="Hanken Grotesk"/>
                <a:sym typeface="Hanken Grotesk"/>
              </a:defRPr>
            </a:lvl9pPr>
          </a:lstStyle>
          <a:p/>
        </p:txBody>
      </p:sp>
      <p:sp>
        <p:nvSpPr>
          <p:cNvPr id="129" name="Google Shape;129;p30"/>
          <p:cNvSpPr txBox="1"/>
          <p:nvPr>
            <p:ph type="body" idx="1"/>
          </p:nvPr>
        </p:nvSpPr>
        <p:spPr>
          <a:xfrm>
            <a:off x="1822050" y="1974550"/>
            <a:ext cx="5499900" cy="176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attern Pill Wide">
  <p:cSld name="CUSTOM">
    <p:bg>
      <p:bgPr>
        <a:solidFill>
          <a:schemeClr val="accent2"/>
        </a:solidFill>
        <a:effectLst/>
      </p:bgPr>
    </p:bg>
    <p:spTree>
      <p:nvGrpSpPr>
        <p:cNvPr id="130" name="Shape 130"/>
        <p:cNvGrpSpPr/>
        <p:nvPr/>
      </p:nvGrpSpPr>
      <p:grpSpPr>
        <a:xfrm>
          <a:off x="0" y="0"/>
          <a:ext cx="0" cy="0"/>
          <a:chOff x="0" y="0"/>
          <a:chExt cx="0" cy="0"/>
        </a:xfrm>
      </p:grpSpPr>
      <p:pic>
        <p:nvPicPr>
          <p:cNvPr id="131" name="Google Shape;131;p31"/>
          <p:cNvPicPr preferRelativeResize="0"/>
          <p:nvPr/>
        </p:nvPicPr>
        <p:blipFill>
          <a:blip r:embed="rId2"/>
          <a:stretch>
            <a:fillRect/>
          </a:stretch>
        </p:blipFill>
        <p:spPr>
          <a:xfrm>
            <a:off x="0" y="31254"/>
            <a:ext cx="9144003" cy="5080994"/>
          </a:xfrm>
          <a:prstGeom prst="rect">
            <a:avLst/>
          </a:prstGeom>
          <a:noFill/>
          <a:ln>
            <a:noFill/>
          </a:ln>
        </p:spPr>
      </p:pic>
      <p:sp>
        <p:nvSpPr>
          <p:cNvPr id="132" name="Google Shape;132;p31"/>
          <p:cNvSpPr/>
          <p:nvPr/>
        </p:nvSpPr>
        <p:spPr>
          <a:xfrm>
            <a:off x="534350" y="1079225"/>
            <a:ext cx="8135400" cy="2905800"/>
          </a:xfrm>
          <a:prstGeom prst="roundRect">
            <a:avLst>
              <a:gd name="adj" fmla="val 2772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133" name="Google Shape;133;p31"/>
          <p:cNvSpPr txBox="1"/>
          <p:nvPr>
            <p:ph type="title"/>
          </p:nvPr>
        </p:nvSpPr>
        <p:spPr>
          <a:xfrm>
            <a:off x="1011575" y="1928400"/>
            <a:ext cx="2196900" cy="1286700"/>
          </a:xfrm>
          <a:prstGeom prst="rect">
            <a:avLst/>
          </a:prstGeom>
        </p:spPr>
        <p:txBody>
          <a:bodyPr spcFirstLastPara="1" wrap="square" lIns="0" tIns="91425" rIns="0" bIns="91425" anchor="ctr" anchorCtr="0">
            <a:normAutofit/>
          </a:bodyPr>
          <a:lstStyle>
            <a:lvl1pPr lvl="0" algn="ctr">
              <a:spcBef>
                <a:spcPts val="0"/>
              </a:spcBef>
              <a:spcAft>
                <a:spcPts val="0"/>
              </a:spcAft>
              <a:buClr>
                <a:schemeClr val="lt1"/>
              </a:buClr>
              <a:buSzPts val="2600"/>
              <a:buNone/>
              <a:defRPr sz="2600">
                <a:solidFill>
                  <a:schemeClr val="lt1"/>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attern Pill Large">
  <p:cSld name="CUSTOM_3">
    <p:bg>
      <p:bgPr>
        <a:solidFill>
          <a:schemeClr val="accent2"/>
        </a:solidFill>
        <a:effectLst/>
      </p:bgPr>
    </p:bg>
    <p:spTree>
      <p:nvGrpSpPr>
        <p:cNvPr id="134" name="Shape 134"/>
        <p:cNvGrpSpPr/>
        <p:nvPr/>
      </p:nvGrpSpPr>
      <p:grpSpPr>
        <a:xfrm>
          <a:off x="0" y="0"/>
          <a:ext cx="0" cy="0"/>
          <a:chOff x="0" y="0"/>
          <a:chExt cx="0" cy="0"/>
        </a:xfrm>
      </p:grpSpPr>
      <p:pic>
        <p:nvPicPr>
          <p:cNvPr id="135" name="Google Shape;135;p32"/>
          <p:cNvPicPr preferRelativeResize="0"/>
          <p:nvPr/>
        </p:nvPicPr>
        <p:blipFill>
          <a:blip r:embed="rId2"/>
          <a:stretch>
            <a:fillRect/>
          </a:stretch>
        </p:blipFill>
        <p:spPr>
          <a:xfrm>
            <a:off x="0" y="31254"/>
            <a:ext cx="9144003" cy="5080994"/>
          </a:xfrm>
          <a:prstGeom prst="rect">
            <a:avLst/>
          </a:prstGeom>
          <a:noFill/>
          <a:ln>
            <a:noFill/>
          </a:ln>
        </p:spPr>
      </p:pic>
      <p:sp>
        <p:nvSpPr>
          <p:cNvPr id="136" name="Google Shape;136;p32"/>
          <p:cNvSpPr/>
          <p:nvPr/>
        </p:nvSpPr>
        <p:spPr>
          <a:xfrm>
            <a:off x="534350" y="462975"/>
            <a:ext cx="8135400" cy="4105500"/>
          </a:xfrm>
          <a:prstGeom prst="roundRect">
            <a:avLst>
              <a:gd name="adj" fmla="val 2772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137" name="Google Shape;137;p32"/>
          <p:cNvSpPr txBox="1"/>
          <p:nvPr>
            <p:ph type="title"/>
          </p:nvPr>
        </p:nvSpPr>
        <p:spPr>
          <a:xfrm>
            <a:off x="1011575" y="1928400"/>
            <a:ext cx="2196900" cy="1286700"/>
          </a:xfrm>
          <a:prstGeom prst="rect">
            <a:avLst/>
          </a:prstGeom>
        </p:spPr>
        <p:txBody>
          <a:bodyPr spcFirstLastPara="1" wrap="square" lIns="0" tIns="91425" rIns="0" bIns="91425" anchor="ctr" anchorCtr="0">
            <a:normAutofit/>
          </a:bodyPr>
          <a:lstStyle>
            <a:lvl1pPr lvl="0" algn="ctr">
              <a:spcBef>
                <a:spcPts val="0"/>
              </a:spcBef>
              <a:spcAft>
                <a:spcPts val="0"/>
              </a:spcAft>
              <a:buClr>
                <a:schemeClr val="lt1"/>
              </a:buClr>
              <a:buSzPts val="2600"/>
              <a:buNone/>
              <a:defRPr sz="2600">
                <a:solidFill>
                  <a:schemeClr val="lt1"/>
                </a:solidFill>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eft Border Brown">
  <p:cSld name="CUSTOM_1">
    <p:spTree>
      <p:nvGrpSpPr>
        <p:cNvPr id="138" name="Shape 138"/>
        <p:cNvGrpSpPr/>
        <p:nvPr/>
      </p:nvGrpSpPr>
      <p:grpSpPr>
        <a:xfrm>
          <a:off x="0" y="0"/>
          <a:ext cx="0" cy="0"/>
          <a:chOff x="0" y="0"/>
          <a:chExt cx="0" cy="0"/>
        </a:xfrm>
      </p:grpSpPr>
      <p:sp>
        <p:nvSpPr>
          <p:cNvPr id="139" name="Google Shape;139;p33"/>
          <p:cNvSpPr/>
          <p:nvPr/>
        </p:nvSpPr>
        <p:spPr>
          <a:xfrm>
            <a:off x="0" y="0"/>
            <a:ext cx="2170800" cy="5143500"/>
          </a:xfrm>
          <a:prstGeom prst="rect">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140" name="Google Shape;140;p33"/>
          <p:cNvPicPr preferRelativeResize="0"/>
          <p:nvPr/>
        </p:nvPicPr>
        <p:blipFill rotWithShape="1">
          <a:blip r:embed="rId2"/>
          <a:srcRect r="77026"/>
          <a:stretch>
            <a:fillRect/>
          </a:stretch>
        </p:blipFill>
        <p:spPr>
          <a:xfrm>
            <a:off x="0" y="31250"/>
            <a:ext cx="2100675" cy="5080999"/>
          </a:xfrm>
          <a:prstGeom prst="rect">
            <a:avLst/>
          </a:prstGeom>
          <a:noFill/>
          <a:ln>
            <a:noFill/>
          </a:ln>
        </p:spPr>
      </p:pic>
      <p:sp>
        <p:nvSpPr>
          <p:cNvPr id="141" name="Google Shape;141;p33"/>
          <p:cNvSpPr txBox="1"/>
          <p:nvPr>
            <p:ph type="title"/>
          </p:nvPr>
        </p:nvSpPr>
        <p:spPr>
          <a:xfrm>
            <a:off x="2743875" y="915600"/>
            <a:ext cx="5516700" cy="572700"/>
          </a:xfrm>
          <a:prstGeom prst="rect">
            <a:avLst/>
          </a:prstGeom>
        </p:spPr>
        <p:txBody>
          <a:bodyPr spcFirstLastPara="1" wrap="square" lIns="0" tIns="91425" rIns="0" bIns="91425" anchor="t" anchorCtr="0">
            <a:noAutofit/>
          </a:bodyPr>
          <a:lstStyle>
            <a:lvl1pPr lvl="0">
              <a:spcBef>
                <a:spcPts val="0"/>
              </a:spcBef>
              <a:spcAft>
                <a:spcPts val="0"/>
              </a:spcAft>
              <a:buClr>
                <a:schemeClr val="lt2"/>
              </a:buClr>
              <a:buSzPts val="2600"/>
              <a:buNone/>
              <a:defRPr sz="2600">
                <a:solidFill>
                  <a:schemeClr val="lt2"/>
                </a:solidFill>
              </a:defRPr>
            </a:lvl1pPr>
            <a:lvl2pPr lvl="1">
              <a:spcBef>
                <a:spcPts val="0"/>
              </a:spcBef>
              <a:spcAft>
                <a:spcPts val="0"/>
              </a:spcAft>
              <a:buClr>
                <a:schemeClr val="lt2"/>
              </a:buClr>
              <a:buSzPts val="2600"/>
              <a:buNone/>
              <a:defRPr sz="2600">
                <a:solidFill>
                  <a:schemeClr val="lt2"/>
                </a:solidFill>
              </a:defRPr>
            </a:lvl2pPr>
            <a:lvl3pPr lvl="2">
              <a:spcBef>
                <a:spcPts val="0"/>
              </a:spcBef>
              <a:spcAft>
                <a:spcPts val="0"/>
              </a:spcAft>
              <a:buClr>
                <a:schemeClr val="lt2"/>
              </a:buClr>
              <a:buSzPts val="2600"/>
              <a:buNone/>
              <a:defRPr sz="2600">
                <a:solidFill>
                  <a:schemeClr val="lt2"/>
                </a:solidFill>
              </a:defRPr>
            </a:lvl3pPr>
            <a:lvl4pPr lvl="3">
              <a:spcBef>
                <a:spcPts val="0"/>
              </a:spcBef>
              <a:spcAft>
                <a:spcPts val="0"/>
              </a:spcAft>
              <a:buClr>
                <a:schemeClr val="lt2"/>
              </a:buClr>
              <a:buSzPts val="2600"/>
              <a:buNone/>
              <a:defRPr sz="2600">
                <a:solidFill>
                  <a:schemeClr val="lt2"/>
                </a:solidFill>
              </a:defRPr>
            </a:lvl4pPr>
            <a:lvl5pPr lvl="4">
              <a:spcBef>
                <a:spcPts val="0"/>
              </a:spcBef>
              <a:spcAft>
                <a:spcPts val="0"/>
              </a:spcAft>
              <a:buClr>
                <a:schemeClr val="lt2"/>
              </a:buClr>
              <a:buSzPts val="2600"/>
              <a:buNone/>
              <a:defRPr sz="2600">
                <a:solidFill>
                  <a:schemeClr val="lt2"/>
                </a:solidFill>
              </a:defRPr>
            </a:lvl5pPr>
            <a:lvl6pPr lvl="5">
              <a:spcBef>
                <a:spcPts val="0"/>
              </a:spcBef>
              <a:spcAft>
                <a:spcPts val="0"/>
              </a:spcAft>
              <a:buClr>
                <a:schemeClr val="lt2"/>
              </a:buClr>
              <a:buSzPts val="2600"/>
              <a:buNone/>
              <a:defRPr sz="2600">
                <a:solidFill>
                  <a:schemeClr val="lt2"/>
                </a:solidFill>
              </a:defRPr>
            </a:lvl6pPr>
            <a:lvl7pPr lvl="6">
              <a:spcBef>
                <a:spcPts val="0"/>
              </a:spcBef>
              <a:spcAft>
                <a:spcPts val="0"/>
              </a:spcAft>
              <a:buClr>
                <a:schemeClr val="lt2"/>
              </a:buClr>
              <a:buSzPts val="2600"/>
              <a:buNone/>
              <a:defRPr sz="2600">
                <a:solidFill>
                  <a:schemeClr val="lt2"/>
                </a:solidFill>
              </a:defRPr>
            </a:lvl7pPr>
            <a:lvl8pPr lvl="7">
              <a:spcBef>
                <a:spcPts val="0"/>
              </a:spcBef>
              <a:spcAft>
                <a:spcPts val="0"/>
              </a:spcAft>
              <a:buClr>
                <a:schemeClr val="lt2"/>
              </a:buClr>
              <a:buSzPts val="2600"/>
              <a:buNone/>
              <a:defRPr sz="2600">
                <a:solidFill>
                  <a:schemeClr val="lt2"/>
                </a:solidFill>
              </a:defRPr>
            </a:lvl8pPr>
            <a:lvl9pPr lvl="8">
              <a:spcBef>
                <a:spcPts val="0"/>
              </a:spcBef>
              <a:spcAft>
                <a:spcPts val="0"/>
              </a:spcAft>
              <a:buClr>
                <a:schemeClr val="lt2"/>
              </a:buClr>
              <a:buSzPts val="2600"/>
              <a:buNone/>
              <a:defRPr sz="2600">
                <a:solidFill>
                  <a:schemeClr val="lt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eft Border Purple Bright">
  <p:cSld name="CUSTOM_1_1">
    <p:spTree>
      <p:nvGrpSpPr>
        <p:cNvPr id="142" name="Shape 142"/>
        <p:cNvGrpSpPr/>
        <p:nvPr/>
      </p:nvGrpSpPr>
      <p:grpSpPr>
        <a:xfrm>
          <a:off x="0" y="0"/>
          <a:ext cx="0" cy="0"/>
          <a:chOff x="0" y="0"/>
          <a:chExt cx="0" cy="0"/>
        </a:xfrm>
      </p:grpSpPr>
      <p:sp>
        <p:nvSpPr>
          <p:cNvPr id="143" name="Google Shape;143;p34"/>
          <p:cNvSpPr/>
          <p:nvPr/>
        </p:nvSpPr>
        <p:spPr>
          <a:xfrm>
            <a:off x="0" y="0"/>
            <a:ext cx="2170800" cy="5143500"/>
          </a:xfrm>
          <a:prstGeom prst="rect">
            <a:avLst/>
          </a:prstGeom>
          <a:solidFill>
            <a:schemeClr val="accent5"/>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144" name="Google Shape;144;p34"/>
          <p:cNvPicPr preferRelativeResize="0"/>
          <p:nvPr/>
        </p:nvPicPr>
        <p:blipFill rotWithShape="1">
          <a:blip r:embed="rId2"/>
          <a:srcRect l="77026"/>
          <a:stretch>
            <a:fillRect/>
          </a:stretch>
        </p:blipFill>
        <p:spPr>
          <a:xfrm>
            <a:off x="0" y="31250"/>
            <a:ext cx="2100675" cy="5080999"/>
          </a:xfrm>
          <a:prstGeom prst="rect">
            <a:avLst/>
          </a:prstGeom>
          <a:noFill/>
          <a:ln>
            <a:noFill/>
          </a:ln>
        </p:spPr>
      </p:pic>
      <p:sp>
        <p:nvSpPr>
          <p:cNvPr id="145" name="Google Shape;145;p34"/>
          <p:cNvSpPr txBox="1"/>
          <p:nvPr>
            <p:ph type="title"/>
          </p:nvPr>
        </p:nvSpPr>
        <p:spPr>
          <a:xfrm>
            <a:off x="2743875" y="915600"/>
            <a:ext cx="5721000" cy="572700"/>
          </a:xfrm>
          <a:prstGeom prst="rect">
            <a:avLst/>
          </a:prstGeom>
        </p:spPr>
        <p:txBody>
          <a:bodyPr spcFirstLastPara="1" wrap="square" lIns="0" tIns="91425" rIns="0" bIns="91425" anchor="t" anchorCtr="0">
            <a:noAutofit/>
          </a:bodyPr>
          <a:lstStyle>
            <a:lvl1pPr lvl="0">
              <a:spcBef>
                <a:spcPts val="0"/>
              </a:spcBef>
              <a:spcAft>
                <a:spcPts val="0"/>
              </a:spcAft>
              <a:buClr>
                <a:schemeClr val="lt2"/>
              </a:buClr>
              <a:buSzPts val="2600"/>
              <a:buNone/>
              <a:defRPr sz="2600">
                <a:solidFill>
                  <a:schemeClr val="lt2"/>
                </a:solidFill>
              </a:defRPr>
            </a:lvl1pPr>
            <a:lvl2pPr lvl="1">
              <a:spcBef>
                <a:spcPts val="0"/>
              </a:spcBef>
              <a:spcAft>
                <a:spcPts val="0"/>
              </a:spcAft>
              <a:buClr>
                <a:schemeClr val="lt2"/>
              </a:buClr>
              <a:buSzPts val="2600"/>
              <a:buNone/>
              <a:defRPr sz="2600">
                <a:solidFill>
                  <a:schemeClr val="lt2"/>
                </a:solidFill>
              </a:defRPr>
            </a:lvl2pPr>
            <a:lvl3pPr lvl="2">
              <a:spcBef>
                <a:spcPts val="0"/>
              </a:spcBef>
              <a:spcAft>
                <a:spcPts val="0"/>
              </a:spcAft>
              <a:buClr>
                <a:schemeClr val="lt2"/>
              </a:buClr>
              <a:buSzPts val="2600"/>
              <a:buNone/>
              <a:defRPr sz="2600">
                <a:solidFill>
                  <a:schemeClr val="lt2"/>
                </a:solidFill>
              </a:defRPr>
            </a:lvl3pPr>
            <a:lvl4pPr lvl="3">
              <a:spcBef>
                <a:spcPts val="0"/>
              </a:spcBef>
              <a:spcAft>
                <a:spcPts val="0"/>
              </a:spcAft>
              <a:buClr>
                <a:schemeClr val="lt2"/>
              </a:buClr>
              <a:buSzPts val="2600"/>
              <a:buNone/>
              <a:defRPr sz="2600">
                <a:solidFill>
                  <a:schemeClr val="lt2"/>
                </a:solidFill>
              </a:defRPr>
            </a:lvl4pPr>
            <a:lvl5pPr lvl="4">
              <a:spcBef>
                <a:spcPts val="0"/>
              </a:spcBef>
              <a:spcAft>
                <a:spcPts val="0"/>
              </a:spcAft>
              <a:buClr>
                <a:schemeClr val="lt2"/>
              </a:buClr>
              <a:buSzPts val="2600"/>
              <a:buNone/>
              <a:defRPr sz="2600">
                <a:solidFill>
                  <a:schemeClr val="lt2"/>
                </a:solidFill>
              </a:defRPr>
            </a:lvl5pPr>
            <a:lvl6pPr lvl="5">
              <a:spcBef>
                <a:spcPts val="0"/>
              </a:spcBef>
              <a:spcAft>
                <a:spcPts val="0"/>
              </a:spcAft>
              <a:buClr>
                <a:schemeClr val="lt2"/>
              </a:buClr>
              <a:buSzPts val="2600"/>
              <a:buNone/>
              <a:defRPr sz="2600">
                <a:solidFill>
                  <a:schemeClr val="lt2"/>
                </a:solidFill>
              </a:defRPr>
            </a:lvl6pPr>
            <a:lvl7pPr lvl="6">
              <a:spcBef>
                <a:spcPts val="0"/>
              </a:spcBef>
              <a:spcAft>
                <a:spcPts val="0"/>
              </a:spcAft>
              <a:buClr>
                <a:schemeClr val="lt2"/>
              </a:buClr>
              <a:buSzPts val="2600"/>
              <a:buNone/>
              <a:defRPr sz="2600">
                <a:solidFill>
                  <a:schemeClr val="lt2"/>
                </a:solidFill>
              </a:defRPr>
            </a:lvl7pPr>
            <a:lvl8pPr lvl="7">
              <a:spcBef>
                <a:spcPts val="0"/>
              </a:spcBef>
              <a:spcAft>
                <a:spcPts val="0"/>
              </a:spcAft>
              <a:buClr>
                <a:schemeClr val="lt2"/>
              </a:buClr>
              <a:buSzPts val="2600"/>
              <a:buNone/>
              <a:defRPr sz="2600">
                <a:solidFill>
                  <a:schemeClr val="lt2"/>
                </a:solidFill>
              </a:defRPr>
            </a:lvl8pPr>
            <a:lvl9pPr lvl="8">
              <a:spcBef>
                <a:spcPts val="0"/>
              </a:spcBef>
              <a:spcAft>
                <a:spcPts val="0"/>
              </a:spcAft>
              <a:buClr>
                <a:schemeClr val="lt2"/>
              </a:buClr>
              <a:buSzPts val="2600"/>
              <a:buNone/>
              <a:defRPr sz="2600">
                <a:solidFill>
                  <a:schemeClr val="lt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order Left Yellow">
  <p:cSld name="CUSTOM_2">
    <p:spTree>
      <p:nvGrpSpPr>
        <p:cNvPr id="146" name="Shape 146"/>
        <p:cNvGrpSpPr/>
        <p:nvPr/>
      </p:nvGrpSpPr>
      <p:grpSpPr>
        <a:xfrm>
          <a:off x="0" y="0"/>
          <a:ext cx="0" cy="0"/>
          <a:chOff x="0" y="0"/>
          <a:chExt cx="0" cy="0"/>
        </a:xfrm>
      </p:grpSpPr>
      <p:pic>
        <p:nvPicPr>
          <p:cNvPr id="147" name="Google Shape;147;p35"/>
          <p:cNvPicPr preferRelativeResize="0"/>
          <p:nvPr/>
        </p:nvPicPr>
        <p:blipFill rotWithShape="1">
          <a:blip r:embed="rId2"/>
          <a:srcRect r="77785"/>
          <a:stretch>
            <a:fillRect/>
          </a:stretch>
        </p:blipFill>
        <p:spPr>
          <a:xfrm>
            <a:off x="0" y="0"/>
            <a:ext cx="2056202" cy="5143501"/>
          </a:xfrm>
          <a:prstGeom prst="rect">
            <a:avLst/>
          </a:prstGeom>
          <a:noFill/>
          <a:ln w="9525" cap="flat" cmpd="sng">
            <a:solidFill>
              <a:schemeClr val="lt1"/>
            </a:solidFill>
            <a:prstDash val="solid"/>
            <a:round/>
            <a:headEnd type="none" w="sm" len="sm"/>
            <a:tailEnd type="none" w="sm" len="sm"/>
          </a:ln>
        </p:spPr>
      </p:pic>
      <p:sp>
        <p:nvSpPr>
          <p:cNvPr id="148" name="Google Shape;148;p35"/>
          <p:cNvSpPr txBox="1"/>
          <p:nvPr>
            <p:ph type="title"/>
          </p:nvPr>
        </p:nvSpPr>
        <p:spPr>
          <a:xfrm>
            <a:off x="457200" y="342900"/>
            <a:ext cx="7782900" cy="572700"/>
          </a:xfrm>
          <a:prstGeom prst="rect">
            <a:avLst/>
          </a:prstGeom>
        </p:spPr>
        <p:txBody>
          <a:bodyPr spcFirstLastPara="1" wrap="square" lIns="0" tIns="91425" rIns="0"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149" name="Shape 149"/>
        <p:cNvGrpSpPr/>
        <p:nvPr/>
      </p:nvGrpSpPr>
      <p:grpSpPr>
        <a:xfrm>
          <a:off x="0" y="0"/>
          <a:ext cx="0" cy="0"/>
          <a:chOff x="0" y="0"/>
          <a:chExt cx="0" cy="0"/>
        </a:xfrm>
      </p:grpSpPr>
      <p:sp>
        <p:nvSpPr>
          <p:cNvPr id="150" name="Google Shape;150;p36"/>
          <p:cNvSpPr txBox="1"/>
          <p:nvPr>
            <p:ph type="body" idx="1"/>
          </p:nvPr>
        </p:nvSpPr>
        <p:spPr>
          <a:xfrm>
            <a:off x="4572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51" name="Google Shape;151;p36"/>
          <p:cNvSpPr txBox="1"/>
          <p:nvPr>
            <p:ph type="subTitle" idx="2"/>
          </p:nvPr>
        </p:nvSpPr>
        <p:spPr>
          <a:xfrm>
            <a:off x="4572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52" name="Google Shape;152;p36"/>
          <p:cNvSpPr txBox="1"/>
          <p:nvPr>
            <p:ph type="body" idx="3"/>
          </p:nvPr>
        </p:nvSpPr>
        <p:spPr>
          <a:xfrm>
            <a:off x="326895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53" name="Google Shape;153;p36"/>
          <p:cNvSpPr txBox="1"/>
          <p:nvPr>
            <p:ph type="subTitle" idx="4"/>
          </p:nvPr>
        </p:nvSpPr>
        <p:spPr>
          <a:xfrm>
            <a:off x="326895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54" name="Google Shape;154;p36"/>
          <p:cNvSpPr txBox="1"/>
          <p:nvPr>
            <p:ph type="body" idx="5"/>
          </p:nvPr>
        </p:nvSpPr>
        <p:spPr>
          <a:xfrm>
            <a:off x="60807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55" name="Google Shape;155;p36"/>
          <p:cNvSpPr txBox="1"/>
          <p:nvPr>
            <p:ph type="subTitle" idx="6"/>
          </p:nvPr>
        </p:nvSpPr>
        <p:spPr>
          <a:xfrm>
            <a:off x="60807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56" name="Google Shape;156;p36"/>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157" name="Shape 157"/>
        <p:cNvGrpSpPr/>
        <p:nvPr/>
      </p:nvGrpSpPr>
      <p:grpSpPr>
        <a:xfrm>
          <a:off x="0" y="0"/>
          <a:ext cx="0" cy="0"/>
          <a:chOff x="0" y="0"/>
          <a:chExt cx="0" cy="0"/>
        </a:xfrm>
      </p:grpSpPr>
      <p:sp>
        <p:nvSpPr>
          <p:cNvPr id="158" name="Google Shape;158;p37"/>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SzPts val="1400"/>
              <a:buNone/>
              <a:defRPr sz="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7"/>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37"/>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61" name="Google Shape;161;p3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62" name="Shape 162"/>
        <p:cNvGrpSpPr/>
        <p:nvPr/>
      </p:nvGrpSpPr>
      <p:grpSpPr>
        <a:xfrm>
          <a:off x="0" y="0"/>
          <a:ext cx="0" cy="0"/>
          <a:chOff x="0" y="0"/>
          <a:chExt cx="0" cy="0"/>
        </a:xfrm>
      </p:grpSpPr>
      <p:sp>
        <p:nvSpPr>
          <p:cNvPr id="163" name="Google Shape;163;p38"/>
          <p:cNvSpPr txBox="1"/>
          <p:nvPr>
            <p:ph type="subTitle" idx="1"/>
          </p:nvPr>
        </p:nvSpPr>
        <p:spPr>
          <a:xfrm>
            <a:off x="457200" y="346600"/>
            <a:ext cx="1824900" cy="2172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400"/>
              <a:buNone/>
              <a:defRPr sz="800"/>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38"/>
          <p:cNvSpPr txBox="1"/>
          <p:nvPr>
            <p:ph type="title"/>
          </p:nvPr>
        </p:nvSpPr>
        <p:spPr>
          <a:xfrm>
            <a:off x="457200" y="342900"/>
            <a:ext cx="7782900" cy="572700"/>
          </a:xfrm>
          <a:prstGeom prst="rect">
            <a:avLst/>
          </a:prstGeom>
        </p:spPr>
        <p:txBody>
          <a:bodyPr spcFirstLastPara="1" wrap="square" lIns="0" tIns="91425" rIns="0" bIns="91425" anchor="b" anchorCtr="0">
            <a:normAutofit/>
          </a:bodyPr>
          <a:lstStyle>
            <a:lvl1pPr lvl="0">
              <a:spcBef>
                <a:spcPts val="0"/>
              </a:spcBef>
              <a:spcAft>
                <a:spcPts val="0"/>
              </a:spcAft>
              <a:buClr>
                <a:schemeClr val="dk1"/>
              </a:buClr>
              <a:buSzPts val="2800"/>
              <a:buNone/>
              <a:defRPr>
                <a:solidFill>
                  <a:schemeClr val="dk1"/>
                </a:solidFill>
              </a:defRPr>
            </a:lvl1pPr>
            <a:lvl2pPr lvl="1">
              <a:spcBef>
                <a:spcPts val="0"/>
              </a:spcBef>
              <a:spcAft>
                <a:spcPts val="0"/>
              </a:spcAft>
              <a:buClr>
                <a:schemeClr val="dk1"/>
              </a:buClr>
              <a:buSzPts val="2800"/>
              <a:buNone/>
              <a:defRPr>
                <a:solidFill>
                  <a:schemeClr val="dk1"/>
                </a:solidFill>
              </a:defRPr>
            </a:lvl2pPr>
            <a:lvl3pPr lvl="2">
              <a:spcBef>
                <a:spcPts val="0"/>
              </a:spcBef>
              <a:spcAft>
                <a:spcPts val="0"/>
              </a:spcAft>
              <a:buClr>
                <a:schemeClr val="dk1"/>
              </a:buClr>
              <a:buSzPts val="2800"/>
              <a:buNone/>
              <a:defRPr>
                <a:solidFill>
                  <a:schemeClr val="dk1"/>
                </a:solidFill>
              </a:defRPr>
            </a:lvl3pPr>
            <a:lvl4pPr lvl="3">
              <a:spcBef>
                <a:spcPts val="0"/>
              </a:spcBef>
              <a:spcAft>
                <a:spcPts val="0"/>
              </a:spcAft>
              <a:buClr>
                <a:schemeClr val="dk1"/>
              </a:buClr>
              <a:buSzPts val="2800"/>
              <a:buNone/>
              <a:defRPr>
                <a:solidFill>
                  <a:schemeClr val="dk1"/>
                </a:solidFill>
              </a:defRPr>
            </a:lvl4pPr>
            <a:lvl5pPr lvl="4">
              <a:spcBef>
                <a:spcPts val="0"/>
              </a:spcBef>
              <a:spcAft>
                <a:spcPts val="0"/>
              </a:spcAft>
              <a:buClr>
                <a:schemeClr val="dk1"/>
              </a:buClr>
              <a:buSzPts val="2800"/>
              <a:buNone/>
              <a:defRPr>
                <a:solidFill>
                  <a:schemeClr val="dk1"/>
                </a:solidFill>
              </a:defRPr>
            </a:lvl5pPr>
            <a:lvl6pPr lvl="5">
              <a:spcBef>
                <a:spcPts val="0"/>
              </a:spcBef>
              <a:spcAft>
                <a:spcPts val="0"/>
              </a:spcAft>
              <a:buClr>
                <a:schemeClr val="dk1"/>
              </a:buClr>
              <a:buSzPts val="2800"/>
              <a:buNone/>
              <a:defRPr>
                <a:solidFill>
                  <a:schemeClr val="dk1"/>
                </a:solidFill>
              </a:defRPr>
            </a:lvl6pPr>
            <a:lvl7pPr lvl="6">
              <a:spcBef>
                <a:spcPts val="0"/>
              </a:spcBef>
              <a:spcAft>
                <a:spcPts val="0"/>
              </a:spcAft>
              <a:buClr>
                <a:schemeClr val="dk1"/>
              </a:buClr>
              <a:buSzPts val="2800"/>
              <a:buNone/>
              <a:defRPr>
                <a:solidFill>
                  <a:schemeClr val="dk1"/>
                </a:solidFill>
              </a:defRPr>
            </a:lvl7pPr>
            <a:lvl8pPr lvl="7">
              <a:spcBef>
                <a:spcPts val="0"/>
              </a:spcBef>
              <a:spcAft>
                <a:spcPts val="0"/>
              </a:spcAft>
              <a:buClr>
                <a:schemeClr val="dk1"/>
              </a:buClr>
              <a:buSzPts val="2800"/>
              <a:buNone/>
              <a:defRPr>
                <a:solidFill>
                  <a:schemeClr val="dk1"/>
                </a:solidFill>
              </a:defRPr>
            </a:lvl8pPr>
            <a:lvl9pPr lvl="8">
              <a:spcBef>
                <a:spcPts val="0"/>
              </a:spcBef>
              <a:spcAft>
                <a:spcPts val="0"/>
              </a:spcAft>
              <a:buClr>
                <a:schemeClr val="dk1"/>
              </a:buClr>
              <a:buSzPts val="2800"/>
              <a:buNone/>
              <a:defRPr>
                <a:solidFill>
                  <a:schemeClr val="dk1"/>
                </a:solidFill>
              </a:defRPr>
            </a:lvl9pPr>
          </a:lstStyle>
          <a:p/>
        </p:txBody>
      </p:sp>
      <p:sp>
        <p:nvSpPr>
          <p:cNvPr id="165" name="Google Shape;165;p38"/>
          <p:cNvSpPr txBox="1"/>
          <p:nvPr>
            <p:ph type="body" idx="2"/>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68300">
              <a:spcBef>
                <a:spcPts val="0"/>
              </a:spcBef>
              <a:spcAft>
                <a:spcPts val="0"/>
              </a:spcAft>
              <a:buSzPts val="2200"/>
              <a:buFont typeface="Helvetica Neue" panose="02000503000000020004"/>
              <a:buChar char="•"/>
              <a:defRPr sz="2200"/>
            </a:lvl1pPr>
            <a:lvl2pPr marL="914400" lvl="1" indent="-368300">
              <a:spcBef>
                <a:spcPts val="2000"/>
              </a:spcBef>
              <a:spcAft>
                <a:spcPts val="0"/>
              </a:spcAft>
              <a:buSzPts val="2200"/>
              <a:buChar char="•"/>
              <a:defRPr sz="2200"/>
            </a:lvl2pPr>
            <a:lvl3pPr marL="1371600" lvl="2" indent="-368300">
              <a:spcBef>
                <a:spcPts val="2000"/>
              </a:spcBef>
              <a:spcAft>
                <a:spcPts val="0"/>
              </a:spcAft>
              <a:buSzPts val="2200"/>
              <a:buChar char="•"/>
              <a:defRPr sz="2200"/>
            </a:lvl3pPr>
            <a:lvl4pPr marL="1828800" lvl="3" indent="-368300">
              <a:spcBef>
                <a:spcPts val="2000"/>
              </a:spcBef>
              <a:spcAft>
                <a:spcPts val="0"/>
              </a:spcAft>
              <a:buSzPts val="2200"/>
              <a:buChar char="•"/>
              <a:defRPr sz="2200"/>
            </a:lvl4pPr>
            <a:lvl5pPr marL="2286000" lvl="4" indent="-368300">
              <a:spcBef>
                <a:spcPts val="2000"/>
              </a:spcBef>
              <a:spcAft>
                <a:spcPts val="0"/>
              </a:spcAft>
              <a:buSzPts val="2200"/>
              <a:buChar char="•"/>
              <a:defRPr sz="2200"/>
            </a:lvl5pPr>
            <a:lvl6pPr marL="2743200" lvl="5" indent="-368300">
              <a:spcBef>
                <a:spcPts val="2000"/>
              </a:spcBef>
              <a:spcAft>
                <a:spcPts val="0"/>
              </a:spcAft>
              <a:buSzPts val="2200"/>
              <a:buChar char="•"/>
              <a:defRPr sz="2200"/>
            </a:lvl6pPr>
            <a:lvl7pPr marL="3200400" lvl="6" indent="-368300">
              <a:spcBef>
                <a:spcPts val="2000"/>
              </a:spcBef>
              <a:spcAft>
                <a:spcPts val="0"/>
              </a:spcAft>
              <a:buSzPts val="2200"/>
              <a:buChar char="•"/>
              <a:defRPr sz="2200"/>
            </a:lvl7pPr>
            <a:lvl8pPr marL="3657600" lvl="7" indent="-368300">
              <a:spcBef>
                <a:spcPts val="2000"/>
              </a:spcBef>
              <a:spcAft>
                <a:spcPts val="0"/>
              </a:spcAft>
              <a:buSzPts val="2200"/>
              <a:buChar char="•"/>
              <a:defRPr sz="2200"/>
            </a:lvl8pPr>
            <a:lvl9pPr marL="4114800" lvl="8" indent="-368300">
              <a:spcBef>
                <a:spcPts val="2000"/>
              </a:spcBef>
              <a:spcAft>
                <a:spcPts val="2000"/>
              </a:spcAft>
              <a:buSzPts val="2200"/>
              <a:buChar char="•"/>
              <a:defRPr sz="2200"/>
            </a:lvl9pPr>
          </a:lstStyle>
          <a:p/>
        </p:txBody>
      </p:sp>
      <p:sp>
        <p:nvSpPr>
          <p:cNvPr id="166" name="Google Shape;166;p3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sz="800" b="1">
                <a:latin typeface="Helvetica Neue" panose="02000503000000020004"/>
                <a:ea typeface="Helvetica Neue" panose="02000503000000020004"/>
                <a:cs typeface="Helvetica Neue" panose="02000503000000020004"/>
                <a:sym typeface="Helvetica Neue" panose="02000503000000020004"/>
              </a:defRPr>
            </a:lvl1pPr>
            <a:lvl2pPr lvl="1">
              <a:buNone/>
              <a:defRPr sz="800" b="1">
                <a:latin typeface="Helvetica Neue" panose="02000503000000020004"/>
                <a:ea typeface="Helvetica Neue" panose="02000503000000020004"/>
                <a:cs typeface="Helvetica Neue" panose="02000503000000020004"/>
                <a:sym typeface="Helvetica Neue" panose="02000503000000020004"/>
              </a:defRPr>
            </a:lvl2pPr>
            <a:lvl3pPr lvl="2">
              <a:buNone/>
              <a:defRPr sz="800" b="1">
                <a:latin typeface="Helvetica Neue" panose="02000503000000020004"/>
                <a:ea typeface="Helvetica Neue" panose="02000503000000020004"/>
                <a:cs typeface="Helvetica Neue" panose="02000503000000020004"/>
                <a:sym typeface="Helvetica Neue" panose="02000503000000020004"/>
              </a:defRPr>
            </a:lvl3pPr>
            <a:lvl4pPr lvl="3">
              <a:buNone/>
              <a:defRPr sz="800" b="1">
                <a:latin typeface="Helvetica Neue" panose="02000503000000020004"/>
                <a:ea typeface="Helvetica Neue" panose="02000503000000020004"/>
                <a:cs typeface="Helvetica Neue" panose="02000503000000020004"/>
                <a:sym typeface="Helvetica Neue" panose="02000503000000020004"/>
              </a:defRPr>
            </a:lvl4pPr>
            <a:lvl5pPr lvl="4">
              <a:buNone/>
              <a:defRPr sz="800" b="1">
                <a:latin typeface="Helvetica Neue" panose="02000503000000020004"/>
                <a:ea typeface="Helvetica Neue" panose="02000503000000020004"/>
                <a:cs typeface="Helvetica Neue" panose="02000503000000020004"/>
                <a:sym typeface="Helvetica Neue" panose="02000503000000020004"/>
              </a:defRPr>
            </a:lvl5pPr>
            <a:lvl6pPr lvl="5">
              <a:buNone/>
              <a:defRPr sz="800" b="1">
                <a:latin typeface="Helvetica Neue" panose="02000503000000020004"/>
                <a:ea typeface="Helvetica Neue" panose="02000503000000020004"/>
                <a:cs typeface="Helvetica Neue" panose="02000503000000020004"/>
                <a:sym typeface="Helvetica Neue" panose="02000503000000020004"/>
              </a:defRPr>
            </a:lvl6pPr>
            <a:lvl7pPr lvl="6">
              <a:buNone/>
              <a:defRPr sz="800" b="1">
                <a:latin typeface="Helvetica Neue" panose="02000503000000020004"/>
                <a:ea typeface="Helvetica Neue" panose="02000503000000020004"/>
                <a:cs typeface="Helvetica Neue" panose="02000503000000020004"/>
                <a:sym typeface="Helvetica Neue" panose="02000503000000020004"/>
              </a:defRPr>
            </a:lvl7pPr>
            <a:lvl8pPr lvl="7">
              <a:buNone/>
              <a:defRPr sz="800" b="1">
                <a:latin typeface="Helvetica Neue" panose="02000503000000020004"/>
                <a:ea typeface="Helvetica Neue" panose="02000503000000020004"/>
                <a:cs typeface="Helvetica Neue" panose="02000503000000020004"/>
                <a:sym typeface="Helvetica Neue" panose="02000503000000020004"/>
              </a:defRPr>
            </a:lvl8pPr>
            <a:lvl9pPr lvl="8">
              <a:buNone/>
              <a:defRPr sz="800" b="1">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1 3">
  <p:cSld name="TITLE_AND_BODY_2_3">
    <p:spTree>
      <p:nvGrpSpPr>
        <p:cNvPr id="167" name="Shape 167"/>
        <p:cNvGrpSpPr/>
        <p:nvPr/>
      </p:nvGrpSpPr>
      <p:grpSpPr>
        <a:xfrm>
          <a:off x="0" y="0"/>
          <a:ext cx="0" cy="0"/>
          <a:chOff x="0" y="0"/>
          <a:chExt cx="0" cy="0"/>
        </a:xfrm>
      </p:grpSpPr>
      <p:sp>
        <p:nvSpPr>
          <p:cNvPr id="168" name="Google Shape;168;p39"/>
          <p:cNvSpPr txBox="1"/>
          <p:nvPr>
            <p:ph type="title"/>
          </p:nvPr>
        </p:nvSpPr>
        <p:spPr>
          <a:xfrm>
            <a:off x="457200" y="356200"/>
            <a:ext cx="5259000" cy="572700"/>
          </a:xfrm>
          <a:prstGeom prst="rect">
            <a:avLst/>
          </a:prstGeom>
        </p:spPr>
        <p:txBody>
          <a:bodyPr spcFirstLastPara="1" wrap="square" lIns="0" tIns="91425" rIns="0" bIns="91425" anchor="b"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9" name="Google Shape;169;p39"/>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70" name="Google Shape;170;p3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171" name="Google Shape;171;p39"/>
          <p:cNvSpPr/>
          <p:nvPr>
            <p:ph type="pic" idx="2"/>
          </p:nvPr>
        </p:nvSpPr>
        <p:spPr>
          <a:xfrm>
            <a:off x="6173525" y="-13300"/>
            <a:ext cx="2970600" cy="51567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7" Type="http://schemas.openxmlformats.org/officeDocument/2006/relationships/theme" Target="../theme/theme2.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0" tIns="91425" rIns="0" bIns="91425" anchor="b" anchorCtr="0">
            <a:normAutofit/>
          </a:bodyPr>
          <a:lstStyle>
            <a:lvl1pPr lvl="0">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1pPr>
            <a:lvl2pPr lvl="1">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2pPr>
            <a:lvl3pPr lvl="2">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3pPr>
            <a:lvl4pPr lvl="3">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4pPr>
            <a:lvl5pPr lvl="4">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5pPr>
            <a:lvl6pPr lvl="5">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6pPr>
            <a:lvl7pPr lvl="6">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7pPr>
            <a:lvl8pPr lvl="7">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8pPr>
            <a:lvl9pPr lvl="8">
              <a:lnSpc>
                <a:spcPct val="75000"/>
              </a:lnSpc>
              <a:spcBef>
                <a:spcPts val="0"/>
              </a:spcBef>
              <a:spcAft>
                <a:spcPts val="0"/>
              </a:spcAft>
              <a:buClr>
                <a:schemeClr val="accent5"/>
              </a:buClr>
              <a:buSzPts val="2800"/>
              <a:buFont typeface="Lexend"/>
              <a:buNone/>
              <a:defRPr sz="2800" b="1">
                <a:solidFill>
                  <a:schemeClr val="accent5"/>
                </a:solidFill>
                <a:latin typeface="Lexend"/>
                <a:ea typeface="Lexend"/>
                <a:cs typeface="Lexend"/>
                <a:sym typeface="Lexend"/>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lt1"/>
              </a:buClr>
              <a:buSzPts val="1400"/>
              <a:buFont typeface="Lexend"/>
              <a:buChar char="•"/>
              <a:defRPr>
                <a:solidFill>
                  <a:schemeClr val="lt1"/>
                </a:solidFill>
                <a:latin typeface="Lexend"/>
                <a:ea typeface="Lexend"/>
                <a:cs typeface="Lexend"/>
                <a:sym typeface="Lexend"/>
              </a:defRPr>
            </a:lvl1pPr>
            <a:lvl2pPr marL="914400" lvl="1"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2pPr>
            <a:lvl3pPr marL="1371600" lvl="2"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3pPr>
            <a:lvl4pPr marL="1828800" lvl="3"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4pPr>
            <a:lvl5pPr marL="2286000" lvl="4"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5pPr>
            <a:lvl6pPr marL="2743200" lvl="5"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6pPr>
            <a:lvl7pPr marL="3200400" lvl="6"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7pPr>
            <a:lvl8pPr marL="3657600" lvl="7" indent="-317500">
              <a:lnSpc>
                <a:spcPct val="100000"/>
              </a:lnSpc>
              <a:spcBef>
                <a:spcPts val="800"/>
              </a:spcBef>
              <a:spcAft>
                <a:spcPts val="0"/>
              </a:spcAft>
              <a:buClr>
                <a:schemeClr val="lt1"/>
              </a:buClr>
              <a:buSzPts val="1400"/>
              <a:buFont typeface="Lexend"/>
              <a:buChar char="•"/>
              <a:defRPr>
                <a:solidFill>
                  <a:schemeClr val="lt1"/>
                </a:solidFill>
                <a:latin typeface="Lexend"/>
                <a:ea typeface="Lexend"/>
                <a:cs typeface="Lexend"/>
                <a:sym typeface="Lexend"/>
              </a:defRPr>
            </a:lvl8pPr>
            <a:lvl9pPr marL="4114800" lvl="8" indent="-317500">
              <a:lnSpc>
                <a:spcPct val="100000"/>
              </a:lnSpc>
              <a:spcBef>
                <a:spcPts val="800"/>
              </a:spcBef>
              <a:spcAft>
                <a:spcPts val="800"/>
              </a:spcAft>
              <a:buClr>
                <a:schemeClr val="lt1"/>
              </a:buClr>
              <a:buSzPts val="1400"/>
              <a:buFont typeface="Lexend"/>
              <a:buChar char="•"/>
              <a:defRPr>
                <a:solidFill>
                  <a:schemeClr val="lt1"/>
                </a:solidFill>
                <a:latin typeface="Lexend"/>
                <a:ea typeface="Lexend"/>
                <a:cs typeface="Lexend"/>
                <a:sym typeface="Lexend"/>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3.xml"/><Relationship Id="rId4" Type="http://schemas.openxmlformats.org/officeDocument/2006/relationships/image" Target="../media/image7.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0.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37.xml"/><Relationship Id="rId4" Type="http://schemas.openxmlformats.org/officeDocument/2006/relationships/image" Target="../media/image5.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1.xml"/><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7.xml"/><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33.xml"/><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37.xml"/><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image" Target="../media/image15.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37.xml"/><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image" Target="../media/image16.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33.xml"/><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image" Target="../media/image17.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33.xml"/><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image" Target="../media/image14.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2.xml"/><Relationship Id="rId2" Type="http://schemas.openxmlformats.org/officeDocument/2006/relationships/image" Target="../media/image5.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7.xml"/><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7.xml"/><Relationship Id="rId2" Type="http://schemas.openxmlformats.org/officeDocument/2006/relationships/image" Target="../media/image5.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7.xml"/><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7.xml"/><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8.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1.xml"/><Relationship Id="rId2" Type="http://schemas.openxmlformats.org/officeDocument/2006/relationships/image" Target="../media/image5.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37.xml"/><Relationship Id="rId4" Type="http://schemas.openxmlformats.org/officeDocument/2006/relationships/image" Target="../media/image5.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8.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1.xml"/><Relationship Id="rId2" Type="http://schemas.openxmlformats.org/officeDocument/2006/relationships/image" Target="../media/image5.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8.xml"/><Relationship Id="rId2" Type="http://schemas.openxmlformats.org/officeDocument/2006/relationships/image" Target="../media/image5.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3.xml"/><Relationship Id="rId3" Type="http://schemas.openxmlformats.org/officeDocument/2006/relationships/image" Target="../media/image5.png"/><Relationship Id="rId2" Type="http://schemas.openxmlformats.org/officeDocument/2006/relationships/image" Target="../media/image19.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75" name="Shape 175"/>
        <p:cNvGrpSpPr/>
        <p:nvPr/>
      </p:nvGrpSpPr>
      <p:grpSpPr>
        <a:xfrm>
          <a:off x="0" y="0"/>
          <a:ext cx="0" cy="0"/>
          <a:chOff x="0" y="0"/>
          <a:chExt cx="0" cy="0"/>
        </a:xfrm>
      </p:grpSpPr>
      <p:sp>
        <p:nvSpPr>
          <p:cNvPr id="177" name="Google Shape;177;p40" descr="presentation_title"/>
          <p:cNvSpPr txBox="1"/>
          <p:nvPr>
            <p:ph type="ctrTitle"/>
          </p:nvPr>
        </p:nvSpPr>
        <p:spPr>
          <a:xfrm>
            <a:off x="1574250" y="1031250"/>
            <a:ext cx="5995500" cy="29346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GB" sz="5600"/>
              <a:t>Play Based Learning Activities</a:t>
            </a:r>
            <a:endParaRPr sz="5600">
              <a:solidFill>
                <a:schemeClr val="lt1"/>
              </a:solidFill>
            </a:endParaRPr>
          </a:p>
        </p:txBody>
      </p:sp>
      <p:pic>
        <p:nvPicPr>
          <p:cNvPr id="7" name="Picture 6" descr="pixelcut-export (1)"/>
          <p:cNvPicPr>
            <a:picLocks noChangeAspect="1"/>
          </p:cNvPicPr>
          <p:nvPr/>
        </p:nvPicPr>
        <p:blipFill>
          <a:blip r:embed="rId1"/>
          <a:srcRect t="22967" b="48563"/>
          <a:stretch>
            <a:fillRect/>
          </a:stretch>
        </p:blipFill>
        <p:spPr>
          <a:xfrm>
            <a:off x="2258060" y="3916680"/>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423" name="Shape 423"/>
        <p:cNvGrpSpPr/>
        <p:nvPr/>
      </p:nvGrpSpPr>
      <p:grpSpPr>
        <a:xfrm>
          <a:off x="0" y="0"/>
          <a:ext cx="0" cy="0"/>
          <a:chOff x="0" y="0"/>
          <a:chExt cx="0" cy="0"/>
        </a:xfrm>
      </p:grpSpPr>
      <p:pic>
        <p:nvPicPr>
          <p:cNvPr id="424" name="Google Shape;424;p59"/>
          <p:cNvPicPr preferRelativeResize="0"/>
          <p:nvPr/>
        </p:nvPicPr>
        <p:blipFill>
          <a:blip r:embed="rId1"/>
          <a:stretch>
            <a:fillRect/>
          </a:stretch>
        </p:blipFill>
        <p:spPr>
          <a:xfrm>
            <a:off x="2" y="0"/>
            <a:ext cx="9144003" cy="5081002"/>
          </a:xfrm>
          <a:prstGeom prst="rect">
            <a:avLst/>
          </a:prstGeom>
          <a:noFill/>
          <a:ln>
            <a:noFill/>
          </a:ln>
        </p:spPr>
      </p:pic>
      <p:pic>
        <p:nvPicPr>
          <p:cNvPr id="120" name="Google Shape;120;p21" descr="logo"/>
          <p:cNvPicPr preferRelativeResize="0"/>
          <p:nvPr/>
        </p:nvPicPr>
        <p:blipFill>
          <a:blip r:embed="rId2"/>
          <a:stretch>
            <a:fillRect/>
          </a:stretch>
        </p:blipFill>
        <p:spPr>
          <a:xfrm>
            <a:off x="488050" y="4799275"/>
            <a:ext cx="1371600" cy="146304"/>
          </a:xfrm>
          <a:prstGeom prst="rect">
            <a:avLst/>
          </a:prstGeom>
          <a:noFill/>
          <a:ln>
            <a:noFill/>
          </a:ln>
        </p:spPr>
      </p:pic>
      <p:sp>
        <p:nvSpPr>
          <p:cNvPr id="121" name="Google Shape;121;p21"/>
          <p:cNvSpPr/>
          <p:nvPr/>
        </p:nvSpPr>
        <p:spPr>
          <a:xfrm>
            <a:off x="4567750" y="0"/>
            <a:ext cx="4576500" cy="5143500"/>
          </a:xfrm>
          <a:prstGeom prst="rect">
            <a:avLst/>
          </a:prstGeom>
          <a:solidFill>
            <a:schemeClr val="tx1"/>
          </a:solidFill>
          <a:ln>
            <a:noFill/>
          </a:ln>
        </p:spPr>
        <p:txBody>
          <a:bodyPr spcFirstLastPara="1" wrap="square" lIns="91425" tIns="91425" rIns="91425" bIns="91425" anchor="ctr" anchorCtr="0">
            <a:noAutofit/>
          </a:bodyPr>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 </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bg1"/>
              </a:solidFill>
              <a:latin typeface="Calibri"/>
              <a:ea typeface="Arial" panose="020B0604020202090204"/>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r>
              <a:rPr sz="1200" b="1">
                <a:solidFill>
                  <a:schemeClr val="bg1"/>
                </a:solidFill>
                <a:latin typeface="Calibri"/>
                <a:sym typeface="+mn-ea"/>
              </a:rPr>
              <a:t> </a:t>
            </a:r>
            <a:endParaRPr sz="1200" b="1" i="0">
              <a:solidFill>
                <a:schemeClr val="bg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bg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3"/>
          <a:srcRect t="22967" b="48563"/>
          <a:stretch>
            <a:fillRect/>
          </a:stretch>
        </p:blipFill>
        <p:spPr>
          <a:xfrm>
            <a:off x="6301740" y="4364990"/>
            <a:ext cx="2733040" cy="778510"/>
          </a:xfrm>
          <a:prstGeom prst="rect">
            <a:avLst/>
          </a:prstGeom>
        </p:spPr>
      </p:pic>
      <p:pic>
        <p:nvPicPr>
          <p:cNvPr id="2" name="Picture 1" descr="empowering"/>
          <p:cNvPicPr>
            <a:picLocks noChangeAspect="1"/>
          </p:cNvPicPr>
          <p:nvPr/>
        </p:nvPicPr>
        <p:blipFill>
          <a:blip r:embed="rId4"/>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bg1"/>
                </a:solidFill>
                <a:latin typeface="Heiti SC Medium" panose="02000000000000000000" charset="-122"/>
                <a:ea typeface="Heiti SC Medium" panose="02000000000000000000" charset="-122"/>
              </a:rPr>
              <a:t>Empowering Mankind</a:t>
            </a:r>
            <a:endParaRPr lang="en-US" sz="2400" b="1">
              <a:solidFill>
                <a:schemeClr val="bg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81" name="Shape 181"/>
        <p:cNvGrpSpPr/>
        <p:nvPr/>
      </p:nvGrpSpPr>
      <p:grpSpPr>
        <a:xfrm>
          <a:off x="0" y="0"/>
          <a:ext cx="0" cy="0"/>
          <a:chOff x="0" y="0"/>
          <a:chExt cx="0" cy="0"/>
        </a:xfrm>
      </p:grpSpPr>
      <p:pic>
        <p:nvPicPr>
          <p:cNvPr id="182" name="Google Shape;182;p41"/>
          <p:cNvPicPr preferRelativeResize="0"/>
          <p:nvPr/>
        </p:nvPicPr>
        <p:blipFill rotWithShape="1">
          <a:blip r:embed="rId1"/>
          <a:srcRect r="75815"/>
          <a:stretch>
            <a:fillRect/>
          </a:stretch>
        </p:blipFill>
        <p:spPr>
          <a:xfrm>
            <a:off x="-1" y="0"/>
            <a:ext cx="2238623" cy="5143501"/>
          </a:xfrm>
          <a:prstGeom prst="rect">
            <a:avLst/>
          </a:prstGeom>
          <a:noFill/>
          <a:ln w="9525" cap="flat" cmpd="sng">
            <a:solidFill>
              <a:schemeClr val="lt1"/>
            </a:solidFill>
            <a:prstDash val="solid"/>
            <a:round/>
            <a:headEnd type="none" w="sm" len="sm"/>
            <a:tailEnd type="none" w="sm" len="sm"/>
          </a:ln>
        </p:spPr>
      </p:pic>
      <p:sp>
        <p:nvSpPr>
          <p:cNvPr id="183" name="Google Shape;183;p41"/>
          <p:cNvSpPr/>
          <p:nvPr/>
        </p:nvSpPr>
        <p:spPr>
          <a:xfrm>
            <a:off x="457201" y="481850"/>
            <a:ext cx="1949100" cy="523800"/>
          </a:xfrm>
          <a:prstGeom prst="roundRect">
            <a:avLst>
              <a:gd name="adj" fmla="val 5000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a:latin typeface="Lexend"/>
                <a:ea typeface="Lexend"/>
                <a:cs typeface="Lexend"/>
                <a:sym typeface="Lexend"/>
              </a:rPr>
              <a:t>Agenda</a:t>
            </a:r>
            <a:endParaRPr>
              <a:latin typeface="Lexend"/>
              <a:ea typeface="Lexend"/>
              <a:cs typeface="Lexend"/>
              <a:sym typeface="Lexend"/>
            </a:endParaRPr>
          </a:p>
        </p:txBody>
      </p:sp>
      <p:sp>
        <p:nvSpPr>
          <p:cNvPr id="184" name="Google Shape;184;p41" descr="agenda_0"/>
          <p:cNvSpPr txBox="1"/>
          <p:nvPr/>
        </p:nvSpPr>
        <p:spPr>
          <a:xfrm>
            <a:off x="2731135" y="708660"/>
            <a:ext cx="2976245" cy="3869690"/>
          </a:xfrm>
          <a:prstGeom prst="rect">
            <a:avLst/>
          </a:prstGeom>
          <a:noFill/>
          <a:ln>
            <a:noFill/>
          </a:ln>
        </p:spPr>
        <p:txBody>
          <a:bodyPr spcFirstLastPara="1" wrap="square" lIns="0" tIns="91425" rIns="91425" bIns="0" anchor="t" anchorCtr="0">
            <a:noAutofit/>
          </a:bodyPr>
          <a:lstStyle/>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Nature Exploration Games</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Math and Shape Activities</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Science Exploration</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Art and Creativity</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Language and Literacy Games</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Physical Activities</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Social Skills Activities</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Reflection and Discussion</a:t>
            </a:r>
            <a:endParaRPr>
              <a:solidFill>
                <a:schemeClr val="lt1"/>
              </a:solidFill>
              <a:latin typeface="Lexend"/>
              <a:ea typeface="Lexend"/>
              <a:cs typeface="Lexend"/>
              <a:sym typeface="Lexend"/>
            </a:endParaRPr>
          </a:p>
          <a:p>
            <a:pPr marL="457200" lvl="0" indent="-298450" algn="l" rtl="0">
              <a:lnSpc>
                <a:spcPct val="150000"/>
              </a:lnSpc>
              <a:spcBef>
                <a:spcPts val="0"/>
              </a:spcBef>
              <a:spcAft>
                <a:spcPts val="0"/>
              </a:spcAft>
              <a:buClr>
                <a:schemeClr val="lt1"/>
              </a:buClr>
              <a:buSzPts val="1100"/>
              <a:buFont typeface="Lexend"/>
              <a:buChar char="○"/>
            </a:pPr>
            <a:r>
              <a:rPr lang="en-GB">
                <a:solidFill>
                  <a:schemeClr val="lt1"/>
                </a:solidFill>
                <a:latin typeface="Lexend"/>
                <a:ea typeface="Lexend"/>
                <a:cs typeface="Lexend"/>
                <a:sym typeface="Lexend"/>
              </a:rPr>
              <a:t>Nature Theme</a:t>
            </a:r>
            <a:endParaRPr>
              <a:solidFill>
                <a:schemeClr val="lt1"/>
              </a:solidFill>
              <a:latin typeface="Lexend"/>
              <a:ea typeface="Lexend"/>
              <a:cs typeface="Lexend"/>
              <a:sym typeface="Lexend"/>
            </a:endParaRPr>
          </a:p>
        </p:txBody>
      </p:sp>
      <p:sp>
        <p:nvSpPr>
          <p:cNvPr id="185" name="Google Shape;185;p41" descr="agenda_1"/>
          <p:cNvSpPr txBox="1"/>
          <p:nvPr/>
        </p:nvSpPr>
        <p:spPr>
          <a:xfrm>
            <a:off x="5706745" y="708660"/>
            <a:ext cx="2976245" cy="3869690"/>
          </a:xfrm>
          <a:prstGeom prst="rect">
            <a:avLst/>
          </a:prstGeom>
          <a:noFill/>
          <a:ln>
            <a:noFill/>
          </a:ln>
        </p:spPr>
        <p:txBody>
          <a:bodyPr spcFirstLastPara="1" wrap="square" lIns="0" tIns="91425" rIns="91425" bIns="0" anchor="t" anchorCtr="0">
            <a:noAutofit/>
          </a:bodyPr>
          <a:lstStyle/>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Colors Theme</a:t>
            </a:r>
            <a:endParaRPr>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Music and Movement Theme</a:t>
            </a:r>
            <a:endParaRPr>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Seasons Theme</a:t>
            </a:r>
            <a:endParaRPr>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Healthy Living Theme</a:t>
            </a:r>
            <a:endParaRPr>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Conclusion</a:t>
            </a:r>
            <a:endParaRPr>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Craft Making Activity</a:t>
            </a:r>
            <a:endParaRPr>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Action Rhymes</a:t>
            </a:r>
            <a:endParaRPr>
              <a:solidFill>
                <a:schemeClr val="lt1"/>
              </a:solidFill>
              <a:latin typeface="Lexend"/>
              <a:ea typeface="Lexend"/>
              <a:cs typeface="Lexend"/>
              <a:sym typeface="Lexend"/>
            </a:endParaRPr>
          </a:p>
          <a:p>
            <a:pPr marL="457200" lvl="0" indent="-304800" algn="l" rtl="0">
              <a:lnSpc>
                <a:spcPct val="150000"/>
              </a:lnSpc>
              <a:spcBef>
                <a:spcPts val="0"/>
              </a:spcBef>
              <a:spcAft>
                <a:spcPts val="0"/>
              </a:spcAft>
              <a:buClr>
                <a:schemeClr val="lt1"/>
              </a:buClr>
              <a:buSzPts val="1200"/>
              <a:buFont typeface="Lexend"/>
              <a:buChar char="○"/>
            </a:pPr>
            <a:r>
              <a:rPr lang="en-GB">
                <a:solidFill>
                  <a:schemeClr val="lt1"/>
                </a:solidFill>
                <a:latin typeface="Lexend"/>
                <a:ea typeface="Lexend"/>
                <a:cs typeface="Lexend"/>
                <a:sym typeface="Lexend"/>
              </a:rPr>
              <a:t>Word Puzzle Activity</a:t>
            </a:r>
            <a:endParaRPr>
              <a:solidFill>
                <a:schemeClr val="lt1"/>
              </a:solidFill>
              <a:latin typeface="Lexend"/>
              <a:ea typeface="Lexend"/>
              <a:cs typeface="Lexend"/>
              <a:sym typeface="Lexend"/>
            </a:endParaRPr>
          </a:p>
        </p:txBody>
      </p:sp>
      <p:pic>
        <p:nvPicPr>
          <p:cNvPr id="7" name="Picture 6" descr="pixelcut-export (1)"/>
          <p:cNvPicPr>
            <a:picLocks noChangeAspect="1"/>
          </p:cNvPicPr>
          <p:nvPr/>
        </p:nvPicPr>
        <p:blipFill>
          <a:blip r:embed="rId2"/>
          <a:srcRect t="22967" b="48563"/>
          <a:stretch>
            <a:fillRect/>
          </a:stretch>
        </p:blipFill>
        <p:spPr>
          <a:xfrm>
            <a:off x="630174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89" name="Shape 189"/>
        <p:cNvGrpSpPr/>
        <p:nvPr/>
      </p:nvGrpSpPr>
      <p:grpSpPr>
        <a:xfrm>
          <a:off x="0" y="0"/>
          <a:ext cx="0" cy="0"/>
          <a:chOff x="0" y="0"/>
          <a:chExt cx="0" cy="0"/>
        </a:xfrm>
      </p:grpSpPr>
      <p:sp>
        <p:nvSpPr>
          <p:cNvPr id="190" name="Google Shape;190;p42"/>
          <p:cNvSpPr/>
          <p:nvPr/>
        </p:nvSpPr>
        <p:spPr>
          <a:xfrm>
            <a:off x="6159625" y="132690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191" name="Google Shape;191;p42"/>
          <p:cNvPicPr preferRelativeResize="0"/>
          <p:nvPr/>
        </p:nvPicPr>
        <p:blipFill rotWithShape="1">
          <a:blip r:embed="rId1"/>
          <a:srcRect/>
          <a:stretch>
            <a:fillRect/>
          </a:stretch>
        </p:blipFill>
        <p:spPr>
          <a:xfrm>
            <a:off x="6159625" y="1326900"/>
            <a:ext cx="2286000" cy="2286000"/>
          </a:xfrm>
          <a:prstGeom prst="roundRect">
            <a:avLst>
              <a:gd name="adj" fmla="val 9848"/>
            </a:avLst>
          </a:prstGeom>
          <a:noFill/>
          <a:ln w="9525" cap="flat" cmpd="sng">
            <a:solidFill>
              <a:srgbClr val="000000"/>
            </a:solidFill>
            <a:prstDash val="solid"/>
            <a:round/>
            <a:headEnd type="none" w="sm" len="sm"/>
            <a:tailEnd type="none" w="sm" len="sm"/>
          </a:ln>
        </p:spPr>
      </p:pic>
      <p:sp>
        <p:nvSpPr>
          <p:cNvPr id="192" name="Google Shape;192;p42" descr="header_0"/>
          <p:cNvSpPr txBox="1"/>
          <p:nvPr>
            <p:ph type="subTitle" idx="4294967295"/>
          </p:nvPr>
        </p:nvSpPr>
        <p:spPr>
          <a:xfrm>
            <a:off x="457200" y="1034800"/>
            <a:ext cx="5036700" cy="620700"/>
          </a:xfrm>
          <a:prstGeom prst="rect">
            <a:avLst/>
          </a:prstGeom>
        </p:spPr>
        <p:txBody>
          <a:bodyPr spcFirstLastPara="1" wrap="square" lIns="91425" tIns="91425" rIns="91425" bIns="91425" anchor="b" anchorCtr="0">
            <a:noAutofit/>
          </a:bodyPr>
          <a:lstStyle/>
          <a:p>
            <a:pPr marL="0" lvl="0" indent="0" algn="l" rtl="0">
              <a:spcBef>
                <a:spcPts val="0"/>
              </a:spcBef>
              <a:spcAft>
                <a:spcPts val="800"/>
              </a:spcAft>
              <a:buNone/>
            </a:pPr>
            <a:r>
              <a:rPr lang="en-GB" b="1">
                <a:solidFill>
                  <a:schemeClr val="lt2"/>
                </a:solidFill>
              </a:rPr>
              <a:t>Examples of Nature Exploration Games</a:t>
            </a:r>
            <a:endParaRPr b="1">
              <a:solidFill>
                <a:schemeClr val="lt2"/>
              </a:solidFill>
            </a:endParaRPr>
          </a:p>
        </p:txBody>
      </p:sp>
      <p:sp>
        <p:nvSpPr>
          <p:cNvPr id="193" name="Google Shape;193;p42" descr="detail_0"/>
          <p:cNvSpPr txBox="1"/>
          <p:nvPr>
            <p:ph type="body" idx="1"/>
          </p:nvPr>
        </p:nvSpPr>
        <p:spPr>
          <a:xfrm>
            <a:off x="457200" y="1592000"/>
            <a:ext cx="5036700" cy="2089500"/>
          </a:xfrm>
          <a:prstGeom prst="rect">
            <a:avLst/>
          </a:prstGeom>
        </p:spPr>
        <p:txBody>
          <a:bodyPr spcFirstLastPara="1" wrap="square" lIns="91425" tIns="91425" rIns="0" bIns="91425" anchor="t" anchorCtr="0">
            <a:noAutofit/>
          </a:bodyPr>
          <a:lstStyle/>
          <a:p>
            <a:pPr marL="371475" marR="0" lvl="0" indent="-228600" algn="l" rtl="0">
              <a:lnSpc>
                <a:spcPct val="100000"/>
              </a:lnSpc>
              <a:spcBef>
                <a:spcPts val="0"/>
              </a:spcBef>
              <a:spcAft>
                <a:spcPts val="0"/>
              </a:spcAft>
              <a:buClr>
                <a:schemeClr val="accent5"/>
              </a:buClr>
              <a:buSzPts val="900"/>
              <a:buChar char="●"/>
            </a:pPr>
            <a:r>
              <a:rPr lang="en-GB" sz="1200"/>
              <a:t>Nature Bingo: Create bingo cards with pictures of common outdoor items (e.g., leaves, flowers, insects). As children explore a garden or park, they can mark off items they find, encouraging observation and interaction with nature.</a:t>
            </a:r>
            <a:endParaRPr sz="1200"/>
          </a:p>
          <a:p>
            <a:pPr marL="371475" marR="0" lvl="0" indent="-228600" algn="l" rtl="0">
              <a:lnSpc>
                <a:spcPct val="100000"/>
              </a:lnSpc>
              <a:spcBef>
                <a:spcPts val="1000"/>
              </a:spcBef>
              <a:spcAft>
                <a:spcPts val="0"/>
              </a:spcAft>
              <a:buClr>
                <a:schemeClr val="accent5"/>
              </a:buClr>
              <a:buSzPts val="900"/>
              <a:buChar char="●"/>
            </a:pPr>
            <a:r>
              <a:rPr lang="en-GB" sz="1200"/>
              <a:t>Sensory Nature Walk: Go on a walk where children are encouraged to touch, smell, and listen to their surroundings. Provide a checklist of sensory experiences (e.g., 'Find something smooth,' 'Listen for birds') to enhance engagement.</a:t>
            </a:r>
            <a:endParaRPr sz="1200"/>
          </a:p>
          <a:p>
            <a:pPr marL="371475" marR="0" lvl="0" indent="-228600" algn="l" rtl="0">
              <a:lnSpc>
                <a:spcPct val="100000"/>
              </a:lnSpc>
              <a:spcBef>
                <a:spcPts val="1000"/>
              </a:spcBef>
              <a:spcAft>
                <a:spcPts val="1000"/>
              </a:spcAft>
              <a:buClr>
                <a:schemeClr val="accent5"/>
              </a:buClr>
              <a:buSzPts val="900"/>
              <a:buChar char="●"/>
            </a:pPr>
            <a:r>
              <a:rPr lang="en-GB" sz="1200"/>
              <a:t>These games facilitate learning through exploration for children aged 3 to 6 years, allowing them to discover concepts through play.</a:t>
            </a:r>
            <a:endParaRPr sz="1200"/>
          </a:p>
        </p:txBody>
      </p:sp>
      <p:sp>
        <p:nvSpPr>
          <p:cNvPr id="194" name="Google Shape;194;p42" descr="title"/>
          <p:cNvSpPr txBox="1"/>
          <p:nvPr>
            <p:ph type="title"/>
          </p:nvPr>
        </p:nvSpPr>
        <p:spPr>
          <a:xfrm>
            <a:off x="457200" y="617825"/>
            <a:ext cx="5036700" cy="709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GB" sz="2000">
                <a:solidFill>
                  <a:schemeClr val="lt2"/>
                </a:solidFill>
              </a:rPr>
              <a:t>Nature Exploration Games</a:t>
            </a:r>
            <a:endParaRPr sz="2000">
              <a:solidFill>
                <a:schemeClr val="lt2"/>
              </a:solidFill>
            </a:endParaRPr>
          </a:p>
        </p:txBody>
      </p:sp>
      <p:pic>
        <p:nvPicPr>
          <p:cNvPr id="195" name="Google Shape;195;p42"/>
          <p:cNvPicPr preferRelativeResize="0"/>
          <p:nvPr/>
        </p:nvPicPr>
        <p:blipFill rotWithShape="1">
          <a:blip r:embed="rId2"/>
          <a:srcRect l="71182" t="3938" r="3412" b="33651"/>
          <a:stretch>
            <a:fillRect/>
          </a:stretch>
        </p:blipFill>
        <p:spPr>
          <a:xfrm rot="3656320">
            <a:off x="6177956" y="-379816"/>
            <a:ext cx="1147639" cy="2819230"/>
          </a:xfrm>
          <a:prstGeom prst="rect">
            <a:avLst/>
          </a:prstGeom>
          <a:noFill/>
          <a:ln>
            <a:noFill/>
          </a:ln>
        </p:spPr>
      </p:pic>
      <p:pic>
        <p:nvPicPr>
          <p:cNvPr id="196" name="Google Shape;196;p42"/>
          <p:cNvPicPr preferRelativeResize="0"/>
          <p:nvPr/>
        </p:nvPicPr>
        <p:blipFill rotWithShape="1">
          <a:blip r:embed="rId2"/>
          <a:srcRect l="3244" t="36397" r="71349" b="1192"/>
          <a:stretch>
            <a:fillRect/>
          </a:stretch>
        </p:blipFill>
        <p:spPr>
          <a:xfrm rot="4292463">
            <a:off x="7014507" y="2482462"/>
            <a:ext cx="1147639" cy="2819229"/>
          </a:xfrm>
          <a:prstGeom prst="rect">
            <a:avLst/>
          </a:prstGeom>
          <a:noFill/>
          <a:ln>
            <a:noFill/>
          </a:ln>
        </p:spPr>
      </p:pic>
      <p:grpSp>
        <p:nvGrpSpPr>
          <p:cNvPr id="197" name="Google Shape;197;p42"/>
          <p:cNvGrpSpPr/>
          <p:nvPr/>
        </p:nvGrpSpPr>
        <p:grpSpPr>
          <a:xfrm>
            <a:off x="129675" y="3971425"/>
            <a:ext cx="2057400" cy="1033200"/>
            <a:chOff x="6922975" y="1548525"/>
            <a:chExt cx="2057400" cy="1033200"/>
          </a:xfrm>
        </p:grpSpPr>
        <p:grpSp>
          <p:nvGrpSpPr>
            <p:cNvPr id="198" name="Google Shape;198;p42"/>
            <p:cNvGrpSpPr/>
            <p:nvPr/>
          </p:nvGrpSpPr>
          <p:grpSpPr>
            <a:xfrm>
              <a:off x="6922975" y="1548525"/>
              <a:ext cx="2057400" cy="1033200"/>
              <a:chOff x="6172200" y="152400"/>
              <a:chExt cx="2057400" cy="1033200"/>
            </a:xfrm>
          </p:grpSpPr>
          <p:sp>
            <p:nvSpPr>
              <p:cNvPr id="199" name="Google Shape;199;p42"/>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00" name="Google Shape;200;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01" name="Google Shape;201;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600">
                  <a:latin typeface="Inter" panose="02000503000000020004"/>
                  <a:ea typeface="Inter" panose="02000503000000020004"/>
                  <a:cs typeface="Inter" panose="02000503000000020004"/>
                  <a:sym typeface="Inter" panose="02000503000000020004"/>
                </a:rPr>
                <a:t>Consider customizing the bingo cards with local flora and fauna to make the activity more relevant to your area. Encourage children to share their findings during the sensory walk to enhance social interaction.</a:t>
              </a:r>
              <a:endParaRPr sz="600">
                <a:latin typeface="Inter" panose="02000503000000020004"/>
                <a:ea typeface="Inter" panose="02000503000000020004"/>
                <a:cs typeface="Inter" panose="02000503000000020004"/>
                <a:sym typeface="Inter" panose="02000503000000020004"/>
              </a:endParaRPr>
            </a:p>
          </p:txBody>
        </p:sp>
        <p:pic>
          <p:nvPicPr>
            <p:cNvPr id="202" name="Google Shape;202;p42"/>
            <p:cNvPicPr preferRelativeResize="0"/>
            <p:nvPr/>
          </p:nvPicPr>
          <p:blipFill>
            <a:blip r:embed="rId3"/>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4"/>
          <a:srcRect t="22967" b="48563"/>
          <a:stretch>
            <a:fillRect/>
          </a:stretch>
        </p:blipFill>
        <p:spPr>
          <a:xfrm>
            <a:off x="6301740" y="43649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206" name="Shape 206"/>
        <p:cNvGrpSpPr/>
        <p:nvPr/>
      </p:nvGrpSpPr>
      <p:grpSpPr>
        <a:xfrm>
          <a:off x="0" y="0"/>
          <a:ext cx="0" cy="0"/>
          <a:chOff x="0" y="0"/>
          <a:chExt cx="0" cy="0"/>
        </a:xfrm>
      </p:grpSpPr>
      <p:sp>
        <p:nvSpPr>
          <p:cNvPr id="207" name="Google Shape;207;p43"/>
          <p:cNvSpPr/>
          <p:nvPr/>
        </p:nvSpPr>
        <p:spPr>
          <a:xfrm>
            <a:off x="602275" y="458525"/>
            <a:ext cx="3969900" cy="620700"/>
          </a:xfrm>
          <a:prstGeom prst="roundRect">
            <a:avLst>
              <a:gd name="adj" fmla="val 5000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208" name="Google Shape;208;p43" descr="header_0"/>
          <p:cNvSpPr txBox="1"/>
          <p:nvPr>
            <p:ph type="subTitle" idx="4294967295"/>
          </p:nvPr>
        </p:nvSpPr>
        <p:spPr>
          <a:xfrm>
            <a:off x="3297425" y="1428750"/>
            <a:ext cx="4667700" cy="6207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b="1"/>
              <a:t>Math-Related Play Activities for Young Children</a:t>
            </a:r>
            <a:endParaRPr b="1"/>
          </a:p>
        </p:txBody>
      </p:sp>
      <p:sp>
        <p:nvSpPr>
          <p:cNvPr id="209" name="Google Shape;209;p43" descr="detail_0"/>
          <p:cNvSpPr txBox="1"/>
          <p:nvPr>
            <p:ph type="body" idx="4294967295"/>
          </p:nvPr>
        </p:nvSpPr>
        <p:spPr>
          <a:xfrm>
            <a:off x="3297425" y="2196775"/>
            <a:ext cx="4667700" cy="2639400"/>
          </a:xfrm>
          <a:prstGeom prst="rect">
            <a:avLst/>
          </a:prstGeom>
        </p:spPr>
        <p:txBody>
          <a:bodyPr spcFirstLastPara="1" wrap="square" lIns="91425" tIns="91425" rIns="0" bIns="91425" anchor="t" anchorCtr="0">
            <a:noAutofit/>
          </a:bodyPr>
          <a:lstStyle/>
          <a:p>
            <a:pPr marL="371475" marR="0" lvl="0" indent="-228600" algn="l" rtl="0">
              <a:lnSpc>
                <a:spcPct val="100000"/>
              </a:lnSpc>
              <a:spcBef>
                <a:spcPts val="0"/>
              </a:spcBef>
              <a:spcAft>
                <a:spcPts val="0"/>
              </a:spcAft>
              <a:buClr>
                <a:schemeClr val="lt1"/>
              </a:buClr>
              <a:buSzPts val="900"/>
              <a:buChar char="●"/>
            </a:pPr>
            <a:r>
              <a:rPr lang="en-GB" sz="900"/>
              <a:t>Shape Hunt involves hiding various shapes around the classroom or play area. Children receive a checklist of shapes to find and discuss their properties as they discover them, enhancing shape recognition.</a:t>
            </a:r>
            <a:endParaRPr sz="900"/>
          </a:p>
          <a:p>
            <a:pPr marL="371475" marR="0" lvl="0" indent="-228600" algn="l" rtl="0">
              <a:lnSpc>
                <a:spcPct val="100000"/>
              </a:lnSpc>
              <a:spcBef>
                <a:spcPts val="1000"/>
              </a:spcBef>
              <a:spcAft>
                <a:spcPts val="0"/>
              </a:spcAft>
              <a:buClr>
                <a:schemeClr val="lt1"/>
              </a:buClr>
              <a:buSzPts val="900"/>
              <a:buChar char="●"/>
            </a:pPr>
            <a:r>
              <a:rPr lang="en-GB" sz="900"/>
              <a:t>Counting with Blocks uses colorful building blocks to create a counting game. Children build towers while counting the blocks, reinforcing number recognition and fine motor skills.</a:t>
            </a:r>
            <a:endParaRPr sz="900"/>
          </a:p>
          <a:p>
            <a:pPr marL="371475" marR="0" lvl="0" indent="-228600" algn="l" rtl="0">
              <a:lnSpc>
                <a:spcPct val="100000"/>
              </a:lnSpc>
              <a:spcBef>
                <a:spcPts val="1000"/>
              </a:spcBef>
              <a:spcAft>
                <a:spcPts val="0"/>
              </a:spcAft>
              <a:buClr>
                <a:schemeClr val="lt1"/>
              </a:buClr>
              <a:buSzPts val="900"/>
              <a:buChar char="●"/>
            </a:pPr>
            <a:r>
              <a:rPr lang="en-GB" sz="900"/>
              <a:t>Both activities encourage active engagement and exploration, allowing children to learn mathematical concepts through play.</a:t>
            </a:r>
            <a:endParaRPr sz="900"/>
          </a:p>
          <a:p>
            <a:pPr marL="371475" marR="0" lvl="0" indent="-228600" algn="l" rtl="0">
              <a:lnSpc>
                <a:spcPct val="100000"/>
              </a:lnSpc>
              <a:spcBef>
                <a:spcPts val="1000"/>
              </a:spcBef>
              <a:spcAft>
                <a:spcPts val="1000"/>
              </a:spcAft>
              <a:buClr>
                <a:schemeClr val="lt1"/>
              </a:buClr>
              <a:buSzPts val="900"/>
              <a:buChar char="●"/>
            </a:pPr>
            <a:r>
              <a:rPr lang="en-GB" sz="900"/>
              <a:t>These hands-on experiences not only make learning fun but also help children develop critical thinking and problem-solving skills.</a:t>
            </a:r>
            <a:endParaRPr sz="900"/>
          </a:p>
        </p:txBody>
      </p:sp>
      <p:sp>
        <p:nvSpPr>
          <p:cNvPr id="210" name="Google Shape;210;p43" descr="title"/>
          <p:cNvSpPr txBox="1"/>
          <p:nvPr>
            <p:ph type="title"/>
          </p:nvPr>
        </p:nvSpPr>
        <p:spPr>
          <a:xfrm>
            <a:off x="795950" y="458525"/>
            <a:ext cx="3657600" cy="620700"/>
          </a:xfrm>
          <a:prstGeom prst="rect">
            <a:avLst/>
          </a:prstGeom>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GB" sz="1600"/>
              <a:t>Math and Shape Activities</a:t>
            </a:r>
            <a:endParaRPr sz="1600">
              <a:solidFill>
                <a:schemeClr val="lt2"/>
              </a:solidFill>
            </a:endParaRPr>
          </a:p>
        </p:txBody>
      </p:sp>
      <p:sp>
        <p:nvSpPr>
          <p:cNvPr id="211" name="Google Shape;211;p43"/>
          <p:cNvSpPr/>
          <p:nvPr/>
        </p:nvSpPr>
        <p:spPr>
          <a:xfrm>
            <a:off x="602275" y="142875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212" name="Google Shape;212;p43"/>
          <p:cNvPicPr preferRelativeResize="0"/>
          <p:nvPr/>
        </p:nvPicPr>
        <p:blipFill rotWithShape="1">
          <a:blip r:embed="rId1"/>
          <a:srcRect/>
          <a:stretch>
            <a:fillRect/>
          </a:stretch>
        </p:blipFill>
        <p:spPr>
          <a:xfrm>
            <a:off x="602375" y="1428750"/>
            <a:ext cx="2286000" cy="2286000"/>
          </a:xfrm>
          <a:prstGeom prst="roundRect">
            <a:avLst>
              <a:gd name="adj" fmla="val 9848"/>
            </a:avLst>
          </a:prstGeom>
          <a:noFill/>
          <a:ln w="9525" cap="flat" cmpd="sng">
            <a:solidFill>
              <a:srgbClr val="000000"/>
            </a:solidFill>
            <a:prstDash val="solid"/>
            <a:round/>
            <a:headEnd type="none" w="sm" len="sm"/>
            <a:tailEnd type="none" w="sm" len="sm"/>
          </a:ln>
        </p:spPr>
      </p:pic>
      <p:pic>
        <p:nvPicPr>
          <p:cNvPr id="213" name="Google Shape;213;p43"/>
          <p:cNvPicPr preferRelativeResize="0"/>
          <p:nvPr/>
        </p:nvPicPr>
        <p:blipFill rotWithShape="1">
          <a:blip r:embed="rId2"/>
          <a:srcRect l="-6297" t="2666" r="54427" b="48756"/>
          <a:stretch>
            <a:fillRect/>
          </a:stretch>
        </p:blipFill>
        <p:spPr>
          <a:xfrm rot="4066174">
            <a:off x="1737735" y="3188858"/>
            <a:ext cx="956904" cy="896160"/>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630174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217" name="Shape 217"/>
        <p:cNvGrpSpPr/>
        <p:nvPr/>
      </p:nvGrpSpPr>
      <p:grpSpPr>
        <a:xfrm>
          <a:off x="0" y="0"/>
          <a:ext cx="0" cy="0"/>
          <a:chOff x="0" y="0"/>
          <a:chExt cx="0" cy="0"/>
        </a:xfrm>
      </p:grpSpPr>
      <p:sp>
        <p:nvSpPr>
          <p:cNvPr id="218" name="Google Shape;218;p44"/>
          <p:cNvSpPr/>
          <p:nvPr/>
        </p:nvSpPr>
        <p:spPr>
          <a:xfrm>
            <a:off x="6159625" y="132690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219" name="Google Shape;219;p44"/>
          <p:cNvPicPr preferRelativeResize="0"/>
          <p:nvPr/>
        </p:nvPicPr>
        <p:blipFill rotWithShape="1">
          <a:blip r:embed="rId1"/>
          <a:srcRect/>
          <a:stretch>
            <a:fillRect/>
          </a:stretch>
        </p:blipFill>
        <p:spPr>
          <a:xfrm>
            <a:off x="6159625" y="1326900"/>
            <a:ext cx="2286000" cy="2286000"/>
          </a:xfrm>
          <a:prstGeom prst="roundRect">
            <a:avLst>
              <a:gd name="adj" fmla="val 9848"/>
            </a:avLst>
          </a:prstGeom>
          <a:noFill/>
          <a:ln w="9525" cap="flat" cmpd="sng">
            <a:solidFill>
              <a:srgbClr val="000000"/>
            </a:solidFill>
            <a:prstDash val="solid"/>
            <a:round/>
            <a:headEnd type="none" w="sm" len="sm"/>
            <a:tailEnd type="none" w="sm" len="sm"/>
          </a:ln>
        </p:spPr>
      </p:pic>
      <p:pic>
        <p:nvPicPr>
          <p:cNvPr id="220" name="Google Shape;220;p44"/>
          <p:cNvPicPr preferRelativeResize="0"/>
          <p:nvPr/>
        </p:nvPicPr>
        <p:blipFill rotWithShape="1">
          <a:blip r:embed="rId2"/>
          <a:srcRect l="35959" t="2908" r="38634" b="34681"/>
          <a:stretch>
            <a:fillRect/>
          </a:stretch>
        </p:blipFill>
        <p:spPr>
          <a:xfrm rot="3656320">
            <a:off x="6318006" y="-392541"/>
            <a:ext cx="1147639" cy="2819230"/>
          </a:xfrm>
          <a:prstGeom prst="rect">
            <a:avLst/>
          </a:prstGeom>
          <a:noFill/>
          <a:ln>
            <a:noFill/>
          </a:ln>
        </p:spPr>
      </p:pic>
      <p:pic>
        <p:nvPicPr>
          <p:cNvPr id="221" name="Google Shape;221;p44"/>
          <p:cNvPicPr preferRelativeResize="0"/>
          <p:nvPr/>
        </p:nvPicPr>
        <p:blipFill rotWithShape="1">
          <a:blip r:embed="rId2"/>
          <a:srcRect l="1958" t="3601" r="72635" b="33988"/>
          <a:stretch>
            <a:fillRect/>
          </a:stretch>
        </p:blipFill>
        <p:spPr>
          <a:xfrm rot="4046628" flipH="1">
            <a:off x="7169232" y="2122508"/>
            <a:ext cx="1147640" cy="2819232"/>
          </a:xfrm>
          <a:prstGeom prst="rect">
            <a:avLst/>
          </a:prstGeom>
          <a:noFill/>
          <a:ln>
            <a:noFill/>
          </a:ln>
        </p:spPr>
      </p:pic>
      <p:sp>
        <p:nvSpPr>
          <p:cNvPr id="222" name="Google Shape;222;p44" descr="header_0"/>
          <p:cNvSpPr txBox="1"/>
          <p:nvPr>
            <p:ph type="subTitle" idx="4294967295"/>
          </p:nvPr>
        </p:nvSpPr>
        <p:spPr>
          <a:xfrm>
            <a:off x="457200" y="1326900"/>
            <a:ext cx="5036700" cy="620700"/>
          </a:xfrm>
          <a:prstGeom prst="rect">
            <a:avLst/>
          </a:prstGeom>
        </p:spPr>
        <p:txBody>
          <a:bodyPr spcFirstLastPara="1" wrap="square" lIns="91425" tIns="91425" rIns="91425" bIns="91425" anchor="b" anchorCtr="0">
            <a:noAutofit/>
          </a:bodyPr>
          <a:lstStyle/>
          <a:p>
            <a:pPr marL="0" lvl="0" indent="0" algn="l" rtl="0">
              <a:spcBef>
                <a:spcPts val="0"/>
              </a:spcBef>
              <a:spcAft>
                <a:spcPts val="800"/>
              </a:spcAft>
              <a:buNone/>
            </a:pPr>
            <a:r>
              <a:rPr lang="en-GB" b="1">
                <a:solidFill>
                  <a:schemeClr val="lt2"/>
                </a:solidFill>
              </a:rPr>
              <a:t>Science Activities for Young Children</a:t>
            </a:r>
            <a:endParaRPr b="1">
              <a:solidFill>
                <a:schemeClr val="lt2"/>
              </a:solidFill>
            </a:endParaRPr>
          </a:p>
        </p:txBody>
      </p:sp>
      <p:sp>
        <p:nvSpPr>
          <p:cNvPr id="223" name="Google Shape;223;p44" descr="detail_0"/>
          <p:cNvSpPr txBox="1"/>
          <p:nvPr>
            <p:ph type="body" idx="1"/>
          </p:nvPr>
        </p:nvSpPr>
        <p:spPr>
          <a:xfrm>
            <a:off x="457200" y="1947600"/>
            <a:ext cx="5036700" cy="2089500"/>
          </a:xfrm>
          <a:prstGeom prst="rect">
            <a:avLst/>
          </a:prstGeom>
        </p:spPr>
        <p:txBody>
          <a:bodyPr spcFirstLastPara="1" wrap="square" lIns="91425" tIns="91425" rIns="0" bIns="91425" anchor="t" anchorCtr="0">
            <a:noAutofit/>
          </a:bodyPr>
          <a:lstStyle/>
          <a:p>
            <a:pPr marL="371475" marR="0" lvl="0" indent="-222250" algn="l" rtl="0">
              <a:lnSpc>
                <a:spcPct val="100000"/>
              </a:lnSpc>
              <a:spcBef>
                <a:spcPts val="0"/>
              </a:spcBef>
              <a:spcAft>
                <a:spcPts val="0"/>
              </a:spcAft>
              <a:buClr>
                <a:schemeClr val="accent5"/>
              </a:buClr>
              <a:buSzPts val="800"/>
              <a:buChar char="●"/>
            </a:pPr>
            <a:r>
              <a:rPr lang="en-GB" sz="800"/>
              <a:t>Conduct simple science experiments, such as mixing baking soda and vinegar to create a volcano, allowing children to predict outcomes and discuss results together.</a:t>
            </a:r>
            <a:endParaRPr sz="800"/>
          </a:p>
          <a:p>
            <a:pPr marL="371475" marR="0" lvl="0" indent="-222250" algn="l" rtl="0">
              <a:lnSpc>
                <a:spcPct val="100000"/>
              </a:lnSpc>
              <a:spcBef>
                <a:spcPts val="1000"/>
              </a:spcBef>
              <a:spcAft>
                <a:spcPts val="0"/>
              </a:spcAft>
              <a:buClr>
                <a:schemeClr val="accent5"/>
              </a:buClr>
              <a:buSzPts val="800"/>
              <a:buChar char="●"/>
            </a:pPr>
            <a:r>
              <a:rPr lang="en-GB" sz="800"/>
              <a:t>Provide seeds and small pots for children to plant, encouraging them to water their plants and observe changes over time, discussing growth stages and plant needs.</a:t>
            </a:r>
            <a:endParaRPr sz="800"/>
          </a:p>
          <a:p>
            <a:pPr marL="371475" marR="0" lvl="0" indent="-222250" algn="l" rtl="0">
              <a:lnSpc>
                <a:spcPct val="100000"/>
              </a:lnSpc>
              <a:spcBef>
                <a:spcPts val="1000"/>
              </a:spcBef>
              <a:spcAft>
                <a:spcPts val="0"/>
              </a:spcAft>
              <a:buClr>
                <a:schemeClr val="accent5"/>
              </a:buClr>
              <a:buSzPts val="800"/>
              <a:buChar char="●"/>
            </a:pPr>
            <a:r>
              <a:rPr lang="en-GB" sz="800"/>
              <a:t>Encourage children to explore the properties of various materials through hands-on activities, fostering curiosity and scientific thinking.</a:t>
            </a:r>
            <a:endParaRPr sz="800"/>
          </a:p>
          <a:p>
            <a:pPr marL="371475" marR="0" lvl="0" indent="-222250" algn="l" rtl="0">
              <a:lnSpc>
                <a:spcPct val="100000"/>
              </a:lnSpc>
              <a:spcBef>
                <a:spcPts val="1000"/>
              </a:spcBef>
              <a:spcAft>
                <a:spcPts val="1000"/>
              </a:spcAft>
              <a:buClr>
                <a:schemeClr val="accent5"/>
              </a:buClr>
              <a:buSzPts val="800"/>
              <a:buChar char="●"/>
            </a:pPr>
            <a:r>
              <a:rPr lang="en-GB" sz="800"/>
              <a:t>Discuss the importance of observation in science by having children keep a journal of their experiments and plant growth, enhancing their language and literacy skills.</a:t>
            </a:r>
            <a:endParaRPr sz="800"/>
          </a:p>
        </p:txBody>
      </p:sp>
      <p:sp>
        <p:nvSpPr>
          <p:cNvPr id="224" name="Google Shape;224;p44" descr="title"/>
          <p:cNvSpPr txBox="1"/>
          <p:nvPr>
            <p:ph type="title"/>
          </p:nvPr>
        </p:nvSpPr>
        <p:spPr>
          <a:xfrm>
            <a:off x="457200" y="617825"/>
            <a:ext cx="5036700" cy="709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GB" sz="2000">
                <a:solidFill>
                  <a:schemeClr val="lt2"/>
                </a:solidFill>
              </a:rPr>
              <a:t>Science Exploration</a:t>
            </a:r>
            <a:endParaRPr sz="2000">
              <a:solidFill>
                <a:schemeClr val="lt2"/>
              </a:solidFill>
            </a:endParaRPr>
          </a:p>
        </p:txBody>
      </p:sp>
      <p:pic>
        <p:nvPicPr>
          <p:cNvPr id="7" name="Picture 6" descr="pixelcut-export (1)"/>
          <p:cNvPicPr>
            <a:picLocks noChangeAspect="1"/>
          </p:cNvPicPr>
          <p:nvPr/>
        </p:nvPicPr>
        <p:blipFill>
          <a:blip r:embed="rId3"/>
          <a:srcRect t="22967" b="48563"/>
          <a:stretch>
            <a:fillRect/>
          </a:stretch>
        </p:blipFill>
        <p:spPr>
          <a:xfrm>
            <a:off x="6301740" y="43649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228" name="Shape 228"/>
        <p:cNvGrpSpPr/>
        <p:nvPr/>
      </p:nvGrpSpPr>
      <p:grpSpPr>
        <a:xfrm>
          <a:off x="0" y="0"/>
          <a:ext cx="0" cy="0"/>
          <a:chOff x="0" y="0"/>
          <a:chExt cx="0" cy="0"/>
        </a:xfrm>
      </p:grpSpPr>
      <p:sp>
        <p:nvSpPr>
          <p:cNvPr id="229" name="Google Shape;229;p45"/>
          <p:cNvSpPr/>
          <p:nvPr/>
        </p:nvSpPr>
        <p:spPr>
          <a:xfrm>
            <a:off x="602275" y="458525"/>
            <a:ext cx="3969900" cy="620700"/>
          </a:xfrm>
          <a:prstGeom prst="roundRect">
            <a:avLst>
              <a:gd name="adj" fmla="val 5000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230" name="Google Shape;230;p45" descr="header_0"/>
          <p:cNvSpPr txBox="1"/>
          <p:nvPr>
            <p:ph type="subTitle" idx="4294967295"/>
          </p:nvPr>
        </p:nvSpPr>
        <p:spPr>
          <a:xfrm>
            <a:off x="3297425" y="1225550"/>
            <a:ext cx="4667700" cy="6207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b="1"/>
              <a:t>Activities to Encourage Creativity</a:t>
            </a:r>
            <a:endParaRPr b="1"/>
          </a:p>
        </p:txBody>
      </p:sp>
      <p:sp>
        <p:nvSpPr>
          <p:cNvPr id="231" name="Google Shape;231;p45" descr="detail_0"/>
          <p:cNvSpPr txBox="1"/>
          <p:nvPr>
            <p:ph type="body" idx="4294967295"/>
          </p:nvPr>
        </p:nvSpPr>
        <p:spPr>
          <a:xfrm>
            <a:off x="3297425" y="1587175"/>
            <a:ext cx="4667700" cy="2639400"/>
          </a:xfrm>
          <a:prstGeom prst="rect">
            <a:avLst/>
          </a:prstGeom>
        </p:spPr>
        <p:txBody>
          <a:bodyPr spcFirstLastPara="1" wrap="square" lIns="91425" tIns="91425" rIns="0" bIns="91425" anchor="t" anchorCtr="0">
            <a:noAutofit/>
          </a:bodyPr>
          <a:lstStyle/>
          <a:p>
            <a:pPr marL="371475" marR="0" lvl="0" indent="-228600" algn="l" rtl="0">
              <a:lnSpc>
                <a:spcPct val="100000"/>
              </a:lnSpc>
              <a:spcBef>
                <a:spcPts val="0"/>
              </a:spcBef>
              <a:spcAft>
                <a:spcPts val="0"/>
              </a:spcAft>
              <a:buClr>
                <a:schemeClr val="lt1"/>
              </a:buClr>
              <a:buSzPts val="900"/>
              <a:buChar char="●"/>
            </a:pPr>
            <a:r>
              <a:rPr lang="en-GB" sz="1200"/>
              <a:t>Nature Collage: Collect natural materials (leaves, twigs, flowers) and provide glue and paper for children to create a collage. This encourages creativity while exploring textures and colors.</a:t>
            </a:r>
            <a:endParaRPr sz="1200"/>
          </a:p>
          <a:p>
            <a:pPr marL="371475" marR="0" lvl="0" indent="-228600" algn="l" rtl="0">
              <a:lnSpc>
                <a:spcPct val="100000"/>
              </a:lnSpc>
              <a:spcBef>
                <a:spcPts val="1000"/>
              </a:spcBef>
              <a:spcAft>
                <a:spcPts val="0"/>
              </a:spcAft>
              <a:buClr>
                <a:schemeClr val="lt1"/>
              </a:buClr>
              <a:buSzPts val="900"/>
              <a:buChar char="●"/>
            </a:pPr>
            <a:r>
              <a:rPr lang="en-GB" sz="1200"/>
              <a:t>Mud Kitchen: Set up a designated area with pots, pans, and utensils for children to 'cook' with mud and natural materials. This promotes imaginative play and sensory exploration.</a:t>
            </a:r>
            <a:endParaRPr sz="1200"/>
          </a:p>
          <a:p>
            <a:pPr marL="371475" marR="0" lvl="0" indent="-228600" algn="l" rtl="0">
              <a:lnSpc>
                <a:spcPct val="100000"/>
              </a:lnSpc>
              <a:spcBef>
                <a:spcPts val="1000"/>
              </a:spcBef>
              <a:spcAft>
                <a:spcPts val="0"/>
              </a:spcAft>
              <a:buClr>
                <a:schemeClr val="lt1"/>
              </a:buClr>
              <a:buSzPts val="900"/>
              <a:buChar char="●"/>
            </a:pPr>
            <a:r>
              <a:rPr lang="en-GB" sz="1200"/>
              <a:t>Encourage children to discuss the different textures and colors they are using in their collages, fostering language development alongside creativity.</a:t>
            </a:r>
            <a:endParaRPr sz="1200"/>
          </a:p>
          <a:p>
            <a:pPr marL="371475" marR="0" lvl="0" indent="-228600" algn="l" rtl="0">
              <a:lnSpc>
                <a:spcPct val="100000"/>
              </a:lnSpc>
              <a:spcBef>
                <a:spcPts val="1000"/>
              </a:spcBef>
              <a:spcAft>
                <a:spcPts val="1000"/>
              </a:spcAft>
              <a:buClr>
                <a:schemeClr val="lt1"/>
              </a:buClr>
              <a:buSzPts val="900"/>
              <a:buChar char="●"/>
            </a:pPr>
            <a:r>
              <a:rPr lang="en-GB" sz="1200"/>
              <a:t>In the mud kitchen, introduce concepts of measurement and mixing, allowing children to experiment with different ratios of mud and water, enhancing their understanding of basic science principles.</a:t>
            </a:r>
            <a:endParaRPr sz="1200"/>
          </a:p>
        </p:txBody>
      </p:sp>
      <p:sp>
        <p:nvSpPr>
          <p:cNvPr id="232" name="Google Shape;232;p45" descr="title"/>
          <p:cNvSpPr txBox="1"/>
          <p:nvPr>
            <p:ph type="title"/>
          </p:nvPr>
        </p:nvSpPr>
        <p:spPr>
          <a:xfrm>
            <a:off x="801900" y="458525"/>
            <a:ext cx="3658200" cy="620700"/>
          </a:xfrm>
          <a:prstGeom prst="rect">
            <a:avLst/>
          </a:prstGeom>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GB" sz="1600">
                <a:solidFill>
                  <a:schemeClr val="lt2"/>
                </a:solidFill>
              </a:rPr>
              <a:t>Art and Creativity</a:t>
            </a:r>
            <a:endParaRPr sz="1600">
              <a:solidFill>
                <a:schemeClr val="lt2"/>
              </a:solidFill>
            </a:endParaRPr>
          </a:p>
        </p:txBody>
      </p:sp>
      <p:sp>
        <p:nvSpPr>
          <p:cNvPr id="233" name="Google Shape;233;p45"/>
          <p:cNvSpPr/>
          <p:nvPr/>
        </p:nvSpPr>
        <p:spPr>
          <a:xfrm>
            <a:off x="602275" y="142875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234" name="Google Shape;234;p45"/>
          <p:cNvPicPr preferRelativeResize="0"/>
          <p:nvPr/>
        </p:nvPicPr>
        <p:blipFill rotWithShape="1">
          <a:blip r:embed="rId1"/>
          <a:srcRect/>
          <a:stretch>
            <a:fillRect/>
          </a:stretch>
        </p:blipFill>
        <p:spPr>
          <a:xfrm>
            <a:off x="602375" y="1428750"/>
            <a:ext cx="2286000" cy="2286000"/>
          </a:xfrm>
          <a:prstGeom prst="roundRect">
            <a:avLst>
              <a:gd name="adj" fmla="val 9848"/>
            </a:avLst>
          </a:prstGeom>
          <a:noFill/>
          <a:ln w="9525" cap="flat" cmpd="sng">
            <a:solidFill>
              <a:srgbClr val="000000"/>
            </a:solidFill>
            <a:prstDash val="solid"/>
            <a:round/>
            <a:headEnd type="none" w="sm" len="sm"/>
            <a:tailEnd type="none" w="sm" len="sm"/>
          </a:ln>
        </p:spPr>
      </p:pic>
      <p:sp>
        <p:nvSpPr>
          <p:cNvPr id="235" name="Google Shape;235;p45"/>
          <p:cNvSpPr/>
          <p:nvPr/>
        </p:nvSpPr>
        <p:spPr>
          <a:xfrm>
            <a:off x="1985450" y="3517025"/>
            <a:ext cx="760800" cy="760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236" name="Google Shape;236;p45"/>
          <p:cNvGrpSpPr/>
          <p:nvPr/>
        </p:nvGrpSpPr>
        <p:grpSpPr>
          <a:xfrm>
            <a:off x="6952825" y="132250"/>
            <a:ext cx="2057400" cy="1033200"/>
            <a:chOff x="6922975" y="1548525"/>
            <a:chExt cx="2057400" cy="1033200"/>
          </a:xfrm>
        </p:grpSpPr>
        <p:grpSp>
          <p:nvGrpSpPr>
            <p:cNvPr id="237" name="Google Shape;237;p45"/>
            <p:cNvGrpSpPr/>
            <p:nvPr/>
          </p:nvGrpSpPr>
          <p:grpSpPr>
            <a:xfrm>
              <a:off x="6922975" y="1548525"/>
              <a:ext cx="2057400" cy="1033200"/>
              <a:chOff x="6172200" y="152400"/>
              <a:chExt cx="2057400" cy="1033200"/>
            </a:xfrm>
          </p:grpSpPr>
          <p:sp>
            <p:nvSpPr>
              <p:cNvPr id="238" name="Google Shape;238;p45"/>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39" name="Google Shape;239;p4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40" name="Google Shape;240;p4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incorporating various natural materials to enhance the nature collage activity. You can also introduce themes or stories that relate to the mud kitchen play, encouraging deeper engagement.</a:t>
              </a:r>
              <a:endParaRPr sz="700">
                <a:latin typeface="Inter" panose="02000503000000020004"/>
                <a:ea typeface="Inter" panose="02000503000000020004"/>
                <a:cs typeface="Inter" panose="02000503000000020004"/>
                <a:sym typeface="Inter" panose="02000503000000020004"/>
              </a:endParaRPr>
            </a:p>
          </p:txBody>
        </p:sp>
        <p:pic>
          <p:nvPicPr>
            <p:cNvPr id="241" name="Google Shape;241;p45"/>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13335" y="43649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245" name="Shape 245"/>
        <p:cNvGrpSpPr/>
        <p:nvPr/>
      </p:nvGrpSpPr>
      <p:grpSpPr>
        <a:xfrm>
          <a:off x="0" y="0"/>
          <a:ext cx="0" cy="0"/>
          <a:chOff x="0" y="0"/>
          <a:chExt cx="0" cy="0"/>
        </a:xfrm>
      </p:grpSpPr>
      <p:sp>
        <p:nvSpPr>
          <p:cNvPr id="246" name="Google Shape;246;p46"/>
          <p:cNvSpPr/>
          <p:nvPr/>
        </p:nvSpPr>
        <p:spPr>
          <a:xfrm>
            <a:off x="6159625" y="132690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247" name="Google Shape;247;p46"/>
          <p:cNvPicPr preferRelativeResize="0"/>
          <p:nvPr/>
        </p:nvPicPr>
        <p:blipFill rotWithShape="1">
          <a:blip r:embed="rId1"/>
          <a:srcRect/>
          <a:stretch>
            <a:fillRect/>
          </a:stretch>
        </p:blipFill>
        <p:spPr>
          <a:xfrm>
            <a:off x="6159625" y="1326900"/>
            <a:ext cx="2286000" cy="2286000"/>
          </a:xfrm>
          <a:prstGeom prst="roundRect">
            <a:avLst>
              <a:gd name="adj" fmla="val 9848"/>
            </a:avLst>
          </a:prstGeom>
          <a:noFill/>
          <a:ln w="9525" cap="flat" cmpd="sng">
            <a:solidFill>
              <a:srgbClr val="000000"/>
            </a:solidFill>
            <a:prstDash val="solid"/>
            <a:round/>
            <a:headEnd type="none" w="sm" len="sm"/>
            <a:tailEnd type="none" w="sm" len="sm"/>
          </a:ln>
        </p:spPr>
      </p:pic>
      <p:sp>
        <p:nvSpPr>
          <p:cNvPr id="248" name="Google Shape;248;p46" descr="header_0"/>
          <p:cNvSpPr txBox="1"/>
          <p:nvPr>
            <p:ph type="subTitle" idx="4294967295"/>
          </p:nvPr>
        </p:nvSpPr>
        <p:spPr>
          <a:xfrm>
            <a:off x="457200" y="1326900"/>
            <a:ext cx="5036700" cy="620700"/>
          </a:xfrm>
          <a:prstGeom prst="rect">
            <a:avLst/>
          </a:prstGeom>
        </p:spPr>
        <p:txBody>
          <a:bodyPr spcFirstLastPara="1" wrap="square" lIns="91425" tIns="91425" rIns="91425" bIns="91425" anchor="b" anchorCtr="0">
            <a:noAutofit/>
          </a:bodyPr>
          <a:lstStyle/>
          <a:p>
            <a:pPr marL="0" lvl="0" indent="0" algn="l" rtl="0">
              <a:spcBef>
                <a:spcPts val="0"/>
              </a:spcBef>
              <a:spcAft>
                <a:spcPts val="800"/>
              </a:spcAft>
              <a:buNone/>
            </a:pPr>
            <a:r>
              <a:rPr lang="en-GB" b="1">
                <a:solidFill>
                  <a:schemeClr val="lt2"/>
                </a:solidFill>
              </a:rPr>
              <a:t>Enhancing Language and Literacy Skills</a:t>
            </a:r>
            <a:endParaRPr b="1">
              <a:solidFill>
                <a:schemeClr val="lt2"/>
              </a:solidFill>
            </a:endParaRPr>
          </a:p>
        </p:txBody>
      </p:sp>
      <p:sp>
        <p:nvSpPr>
          <p:cNvPr id="249" name="Google Shape;249;p46" descr="detail_0"/>
          <p:cNvSpPr txBox="1"/>
          <p:nvPr>
            <p:ph type="body" idx="1"/>
          </p:nvPr>
        </p:nvSpPr>
        <p:spPr>
          <a:xfrm>
            <a:off x="457200" y="1947600"/>
            <a:ext cx="5036700" cy="2089500"/>
          </a:xfrm>
          <a:prstGeom prst="rect">
            <a:avLst/>
          </a:prstGeom>
        </p:spPr>
        <p:txBody>
          <a:bodyPr spcFirstLastPara="1" wrap="square" lIns="91425" tIns="91425" rIns="0" bIns="91425" anchor="t" anchorCtr="0">
            <a:noAutofit/>
          </a:bodyPr>
          <a:lstStyle/>
          <a:p>
            <a:pPr marL="371475" marR="0" lvl="0" indent="-222250" algn="l" rtl="0">
              <a:lnSpc>
                <a:spcPct val="100000"/>
              </a:lnSpc>
              <a:spcBef>
                <a:spcPts val="0"/>
              </a:spcBef>
              <a:spcAft>
                <a:spcPts val="0"/>
              </a:spcAft>
              <a:buClr>
                <a:schemeClr val="accent5"/>
              </a:buClr>
              <a:buSzPts val="800"/>
              <a:buChar char="●"/>
            </a:pPr>
            <a:r>
              <a:rPr lang="en-GB" sz="1200"/>
              <a:t>Story Stones involve painting stones with images that represent different story elements such as characters, settings, and objects. Children can use these stones to create and tell their own stories, enhancing creativity and narrative skills.</a:t>
            </a:r>
            <a:endParaRPr sz="1200"/>
          </a:p>
          <a:p>
            <a:pPr marL="371475" marR="0" lvl="0" indent="-222250" algn="l" rtl="0">
              <a:lnSpc>
                <a:spcPct val="100000"/>
              </a:lnSpc>
              <a:spcBef>
                <a:spcPts val="1000"/>
              </a:spcBef>
              <a:spcAft>
                <a:spcPts val="0"/>
              </a:spcAft>
              <a:buClr>
                <a:schemeClr val="accent5"/>
              </a:buClr>
              <a:buSzPts val="800"/>
              <a:buChar char="●"/>
            </a:pPr>
            <a:r>
              <a:rPr lang="en-GB" sz="1200"/>
              <a:t>Letter Treasure Hunt is an engaging activity where letters are hidden around the room. As children find them, they are encouraged to identify the letter and say its sound, reinforcing letter recognition and phonics. This interactive approach supports language development while making learning enjoyable.</a:t>
            </a:r>
            <a:endParaRPr sz="1200"/>
          </a:p>
          <a:p>
            <a:pPr marL="371475" marR="0" lvl="0" indent="-222250" algn="l" rtl="0">
              <a:lnSpc>
                <a:spcPct val="100000"/>
              </a:lnSpc>
              <a:spcBef>
                <a:spcPts val="1000"/>
              </a:spcBef>
              <a:spcAft>
                <a:spcPts val="1000"/>
              </a:spcAft>
              <a:buClr>
                <a:schemeClr val="accent5"/>
              </a:buClr>
              <a:buSzPts val="800"/>
              <a:buChar char="●"/>
            </a:pPr>
            <a:r>
              <a:rPr lang="en-GB" sz="1200"/>
              <a:t>Both activities promote active participation, allowing children to explore language in a fun and creative manner. Through storytelling and letter recognition, children develop essential literacy skills that are foundational for their educational journey.</a:t>
            </a:r>
            <a:endParaRPr sz="1200"/>
          </a:p>
        </p:txBody>
      </p:sp>
      <p:sp>
        <p:nvSpPr>
          <p:cNvPr id="250" name="Google Shape;250;p46" descr="title"/>
          <p:cNvSpPr txBox="1"/>
          <p:nvPr>
            <p:ph type="title"/>
          </p:nvPr>
        </p:nvSpPr>
        <p:spPr>
          <a:xfrm>
            <a:off x="457200" y="617825"/>
            <a:ext cx="5036700" cy="709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GB" sz="2000">
                <a:solidFill>
                  <a:schemeClr val="lt2"/>
                </a:solidFill>
              </a:rPr>
              <a:t>Language and Literacy Games</a:t>
            </a:r>
            <a:endParaRPr sz="2000">
              <a:solidFill>
                <a:schemeClr val="lt2"/>
              </a:solidFill>
            </a:endParaRPr>
          </a:p>
        </p:txBody>
      </p:sp>
      <p:pic>
        <p:nvPicPr>
          <p:cNvPr id="251" name="Google Shape;251;p46"/>
          <p:cNvPicPr preferRelativeResize="0"/>
          <p:nvPr/>
        </p:nvPicPr>
        <p:blipFill rotWithShape="1">
          <a:blip r:embed="rId2"/>
          <a:srcRect l="71182" t="3938" r="3412" b="33651"/>
          <a:stretch>
            <a:fillRect/>
          </a:stretch>
        </p:blipFill>
        <p:spPr>
          <a:xfrm rot="3656320">
            <a:off x="6177956" y="-379816"/>
            <a:ext cx="1147639" cy="2819230"/>
          </a:xfrm>
          <a:prstGeom prst="rect">
            <a:avLst/>
          </a:prstGeom>
          <a:noFill/>
          <a:ln>
            <a:noFill/>
          </a:ln>
        </p:spPr>
      </p:pic>
      <p:pic>
        <p:nvPicPr>
          <p:cNvPr id="252" name="Google Shape;252;p46"/>
          <p:cNvPicPr preferRelativeResize="0"/>
          <p:nvPr/>
        </p:nvPicPr>
        <p:blipFill rotWithShape="1">
          <a:blip r:embed="rId2"/>
          <a:srcRect l="3244" t="36397" r="71349" b="1192"/>
          <a:stretch>
            <a:fillRect/>
          </a:stretch>
        </p:blipFill>
        <p:spPr>
          <a:xfrm rot="4292463">
            <a:off x="7014507" y="2482462"/>
            <a:ext cx="1147639" cy="2819229"/>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6301740" y="43649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256" name="Shape 256"/>
        <p:cNvGrpSpPr/>
        <p:nvPr/>
      </p:nvGrpSpPr>
      <p:grpSpPr>
        <a:xfrm>
          <a:off x="0" y="0"/>
          <a:ext cx="0" cy="0"/>
          <a:chOff x="0" y="0"/>
          <a:chExt cx="0" cy="0"/>
        </a:xfrm>
      </p:grpSpPr>
      <p:sp>
        <p:nvSpPr>
          <p:cNvPr id="257" name="Google Shape;257;p47"/>
          <p:cNvSpPr/>
          <p:nvPr/>
        </p:nvSpPr>
        <p:spPr>
          <a:xfrm>
            <a:off x="6159625" y="132690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258" name="Google Shape;258;p47"/>
          <p:cNvPicPr preferRelativeResize="0"/>
          <p:nvPr/>
        </p:nvPicPr>
        <p:blipFill rotWithShape="1">
          <a:blip r:embed="rId1"/>
          <a:srcRect/>
          <a:stretch>
            <a:fillRect/>
          </a:stretch>
        </p:blipFill>
        <p:spPr>
          <a:xfrm>
            <a:off x="6159625" y="1326900"/>
            <a:ext cx="2286000" cy="2286000"/>
          </a:xfrm>
          <a:prstGeom prst="roundRect">
            <a:avLst>
              <a:gd name="adj" fmla="val 9848"/>
            </a:avLst>
          </a:prstGeom>
          <a:noFill/>
          <a:ln w="9525" cap="flat" cmpd="sng">
            <a:solidFill>
              <a:srgbClr val="000000"/>
            </a:solidFill>
            <a:prstDash val="solid"/>
            <a:round/>
            <a:headEnd type="none" w="sm" len="sm"/>
            <a:tailEnd type="none" w="sm" len="sm"/>
          </a:ln>
        </p:spPr>
      </p:pic>
      <p:sp>
        <p:nvSpPr>
          <p:cNvPr id="259" name="Google Shape;259;p47" descr="header_0"/>
          <p:cNvSpPr txBox="1"/>
          <p:nvPr>
            <p:ph type="subTitle" idx="4294967295"/>
          </p:nvPr>
        </p:nvSpPr>
        <p:spPr>
          <a:xfrm>
            <a:off x="457200" y="1326900"/>
            <a:ext cx="5036700" cy="620700"/>
          </a:xfrm>
          <a:prstGeom prst="rect">
            <a:avLst/>
          </a:prstGeom>
        </p:spPr>
        <p:txBody>
          <a:bodyPr spcFirstLastPara="1" wrap="square" lIns="91425" tIns="91425" rIns="91425" bIns="91425" anchor="b" anchorCtr="0">
            <a:noAutofit/>
          </a:bodyPr>
          <a:lstStyle/>
          <a:p>
            <a:pPr marL="0" lvl="0" indent="0" algn="l" rtl="0">
              <a:spcBef>
                <a:spcPts val="0"/>
              </a:spcBef>
              <a:spcAft>
                <a:spcPts val="800"/>
              </a:spcAft>
              <a:buNone/>
            </a:pPr>
            <a:r>
              <a:rPr lang="en-GB" b="1">
                <a:solidFill>
                  <a:schemeClr val="lt2"/>
                </a:solidFill>
              </a:rPr>
              <a:t>Enhancing Motor Skills and Body Awareness</a:t>
            </a:r>
            <a:endParaRPr b="1">
              <a:solidFill>
                <a:schemeClr val="lt2"/>
              </a:solidFill>
            </a:endParaRPr>
          </a:p>
        </p:txBody>
      </p:sp>
      <p:sp>
        <p:nvSpPr>
          <p:cNvPr id="260" name="Google Shape;260;p47" descr="detail_0"/>
          <p:cNvSpPr txBox="1"/>
          <p:nvPr>
            <p:ph type="body" idx="1"/>
          </p:nvPr>
        </p:nvSpPr>
        <p:spPr>
          <a:xfrm>
            <a:off x="457200" y="1947600"/>
            <a:ext cx="5036700" cy="2089500"/>
          </a:xfrm>
          <a:prstGeom prst="rect">
            <a:avLst/>
          </a:prstGeom>
        </p:spPr>
        <p:txBody>
          <a:bodyPr spcFirstLastPara="1" wrap="square" lIns="91425" tIns="91425" rIns="0" bIns="91425" anchor="t" anchorCtr="0">
            <a:noAutofit/>
          </a:bodyPr>
          <a:lstStyle/>
          <a:p>
            <a:pPr marL="371475" marR="0" lvl="0" indent="-222250" algn="l" rtl="0">
              <a:lnSpc>
                <a:spcPct val="100000"/>
              </a:lnSpc>
              <a:spcBef>
                <a:spcPts val="0"/>
              </a:spcBef>
              <a:spcAft>
                <a:spcPts val="0"/>
              </a:spcAft>
              <a:buClr>
                <a:schemeClr val="accent5"/>
              </a:buClr>
              <a:buSzPts val="800"/>
              <a:buChar char="●"/>
            </a:pPr>
            <a:r>
              <a:rPr lang="en-GB" sz="1200"/>
              <a:t>Create an obstacle course using soft play equipment, cones, and tunnels. Children can practice gross motor skills while navigating the course, which also promotes teamwork and problem-solving.</a:t>
            </a:r>
            <a:endParaRPr sz="1200"/>
          </a:p>
          <a:p>
            <a:pPr marL="371475" marR="0" lvl="0" indent="-222250" algn="l" rtl="0">
              <a:lnSpc>
                <a:spcPct val="100000"/>
              </a:lnSpc>
              <a:spcBef>
                <a:spcPts val="1000"/>
              </a:spcBef>
              <a:spcAft>
                <a:spcPts val="0"/>
              </a:spcAft>
              <a:buClr>
                <a:schemeClr val="accent5"/>
              </a:buClr>
              <a:buSzPts val="800"/>
              <a:buChar char="●"/>
            </a:pPr>
            <a:r>
              <a:rPr lang="en-GB" sz="1200"/>
              <a:t>Incorporate games like 'Simon Says' or 'Freeze Dance' to encourage listening skills and body awareness. These games can also be tailored to incorporate concepts like shapes, colors, or animal movements.</a:t>
            </a:r>
            <a:endParaRPr sz="1200"/>
          </a:p>
          <a:p>
            <a:pPr marL="371475" marR="0" lvl="0" indent="-222250" algn="l" rtl="0">
              <a:lnSpc>
                <a:spcPct val="100000"/>
              </a:lnSpc>
              <a:spcBef>
                <a:spcPts val="1000"/>
              </a:spcBef>
              <a:spcAft>
                <a:spcPts val="0"/>
              </a:spcAft>
              <a:buClr>
                <a:schemeClr val="accent5"/>
              </a:buClr>
              <a:buSzPts val="800"/>
              <a:buChar char="●"/>
            </a:pPr>
            <a:r>
              <a:rPr lang="en-GB" sz="1200"/>
              <a:t>Encourage children to participate in relay races that require running, jumping, and crawling, enhancing their physical coordination and teamwork skills.</a:t>
            </a:r>
            <a:endParaRPr sz="1200"/>
          </a:p>
          <a:p>
            <a:pPr marL="371475" marR="0" lvl="0" indent="-222250" algn="l" rtl="0">
              <a:lnSpc>
                <a:spcPct val="100000"/>
              </a:lnSpc>
              <a:spcBef>
                <a:spcPts val="1000"/>
              </a:spcBef>
              <a:spcAft>
                <a:spcPts val="1000"/>
              </a:spcAft>
              <a:buClr>
                <a:schemeClr val="accent5"/>
              </a:buClr>
              <a:buSzPts val="800"/>
              <a:buChar char="●"/>
            </a:pPr>
            <a:r>
              <a:rPr lang="en-GB" sz="1200"/>
              <a:t>Introduce rhythmic movement activities where children can dance to music, promoting body awareness and rhythm while having fun.</a:t>
            </a:r>
            <a:endParaRPr sz="1200"/>
          </a:p>
        </p:txBody>
      </p:sp>
      <p:sp>
        <p:nvSpPr>
          <p:cNvPr id="261" name="Google Shape;261;p47" descr="title"/>
          <p:cNvSpPr txBox="1"/>
          <p:nvPr>
            <p:ph type="title"/>
          </p:nvPr>
        </p:nvSpPr>
        <p:spPr>
          <a:xfrm>
            <a:off x="457200" y="617825"/>
            <a:ext cx="5036700" cy="709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GB" sz="2000">
                <a:solidFill>
                  <a:schemeClr val="lt2"/>
                </a:solidFill>
              </a:rPr>
              <a:t>Physical Activities</a:t>
            </a:r>
            <a:endParaRPr sz="2000">
              <a:solidFill>
                <a:schemeClr val="lt2"/>
              </a:solidFill>
            </a:endParaRPr>
          </a:p>
        </p:txBody>
      </p:sp>
      <p:pic>
        <p:nvPicPr>
          <p:cNvPr id="262" name="Google Shape;262;p47"/>
          <p:cNvPicPr preferRelativeResize="0"/>
          <p:nvPr/>
        </p:nvPicPr>
        <p:blipFill rotWithShape="1">
          <a:blip r:embed="rId2"/>
          <a:srcRect l="71182" t="3938" r="3412" b="33651"/>
          <a:stretch>
            <a:fillRect/>
          </a:stretch>
        </p:blipFill>
        <p:spPr>
          <a:xfrm rot="3656320">
            <a:off x="6177956" y="-379816"/>
            <a:ext cx="1147639" cy="2819230"/>
          </a:xfrm>
          <a:prstGeom prst="rect">
            <a:avLst/>
          </a:prstGeom>
          <a:noFill/>
          <a:ln>
            <a:noFill/>
          </a:ln>
        </p:spPr>
      </p:pic>
      <p:pic>
        <p:nvPicPr>
          <p:cNvPr id="263" name="Google Shape;263;p47"/>
          <p:cNvPicPr preferRelativeResize="0"/>
          <p:nvPr/>
        </p:nvPicPr>
        <p:blipFill rotWithShape="1">
          <a:blip r:embed="rId2"/>
          <a:srcRect l="3244" t="36397" r="71349" b="1192"/>
          <a:stretch>
            <a:fillRect/>
          </a:stretch>
        </p:blipFill>
        <p:spPr>
          <a:xfrm rot="4292463">
            <a:off x="7014507" y="2482462"/>
            <a:ext cx="1147639" cy="2819229"/>
          </a:xfrm>
          <a:prstGeom prst="rect">
            <a:avLst/>
          </a:prstGeom>
          <a:noFill/>
          <a:ln>
            <a:noFill/>
          </a:ln>
        </p:spPr>
      </p:pic>
      <p:pic>
        <p:nvPicPr>
          <p:cNvPr id="7" name="Picture 6" descr="pixelcut-export (1)"/>
          <p:cNvPicPr>
            <a:picLocks noChangeAspect="1"/>
          </p:cNvPicPr>
          <p:nvPr/>
        </p:nvPicPr>
        <p:blipFill>
          <a:blip r:embed="rId3"/>
          <a:srcRect t="22967" b="48563"/>
          <a:stretch>
            <a:fillRect/>
          </a:stretch>
        </p:blipFill>
        <p:spPr>
          <a:xfrm>
            <a:off x="6301740" y="43649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267" name="Shape 267"/>
        <p:cNvGrpSpPr/>
        <p:nvPr/>
      </p:nvGrpSpPr>
      <p:grpSpPr>
        <a:xfrm>
          <a:off x="0" y="0"/>
          <a:ext cx="0" cy="0"/>
          <a:chOff x="0" y="0"/>
          <a:chExt cx="0" cy="0"/>
        </a:xfrm>
      </p:grpSpPr>
      <p:sp>
        <p:nvSpPr>
          <p:cNvPr id="268" name="Google Shape;268;p48"/>
          <p:cNvSpPr/>
          <p:nvPr/>
        </p:nvSpPr>
        <p:spPr>
          <a:xfrm>
            <a:off x="602275" y="458525"/>
            <a:ext cx="3969900" cy="620700"/>
          </a:xfrm>
          <a:prstGeom prst="roundRect">
            <a:avLst>
              <a:gd name="adj" fmla="val 5000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269" name="Google Shape;269;p48" descr="header_0"/>
          <p:cNvSpPr txBox="1"/>
          <p:nvPr>
            <p:ph type="subTitle" idx="4294967295"/>
          </p:nvPr>
        </p:nvSpPr>
        <p:spPr>
          <a:xfrm>
            <a:off x="3297425" y="1289050"/>
            <a:ext cx="4667700" cy="6207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b="1"/>
              <a:t>Developing Social Interaction and Communication Skills</a:t>
            </a:r>
            <a:endParaRPr b="1"/>
          </a:p>
        </p:txBody>
      </p:sp>
      <p:sp>
        <p:nvSpPr>
          <p:cNvPr id="270" name="Google Shape;270;p48" descr="detail_0"/>
          <p:cNvSpPr txBox="1"/>
          <p:nvPr>
            <p:ph type="body" idx="4294967295"/>
          </p:nvPr>
        </p:nvSpPr>
        <p:spPr>
          <a:xfrm>
            <a:off x="3297425" y="1752275"/>
            <a:ext cx="4667700" cy="2639400"/>
          </a:xfrm>
          <a:prstGeom prst="rect">
            <a:avLst/>
          </a:prstGeom>
        </p:spPr>
        <p:txBody>
          <a:bodyPr spcFirstLastPara="1" wrap="square" lIns="91425" tIns="91425" rIns="0" bIns="91425" anchor="t" anchorCtr="0">
            <a:noAutofit/>
          </a:bodyPr>
          <a:lstStyle/>
          <a:p>
            <a:pPr marL="371475" marR="0" lvl="0" indent="-228600" algn="l" rtl="0">
              <a:lnSpc>
                <a:spcPct val="100000"/>
              </a:lnSpc>
              <a:spcBef>
                <a:spcPts val="0"/>
              </a:spcBef>
              <a:spcAft>
                <a:spcPts val="0"/>
              </a:spcAft>
              <a:buClr>
                <a:schemeClr val="lt1"/>
              </a:buClr>
              <a:buSzPts val="900"/>
              <a:buChar char="●"/>
            </a:pPr>
            <a:r>
              <a:rPr lang="en-GB" sz="1200"/>
              <a:t>Role Play Scenarios allow children to engage in imaginative play, such as a grocery store or doctor's office. This fosters social interaction and communication skills as they navigate various roles and situations.</a:t>
            </a:r>
            <a:endParaRPr sz="1200"/>
          </a:p>
          <a:p>
            <a:pPr marL="371475" marR="0" lvl="0" indent="-228600" algn="l" rtl="0">
              <a:lnSpc>
                <a:spcPct val="100000"/>
              </a:lnSpc>
              <a:spcBef>
                <a:spcPts val="1000"/>
              </a:spcBef>
              <a:spcAft>
                <a:spcPts val="0"/>
              </a:spcAft>
              <a:buClr>
                <a:schemeClr val="lt1"/>
              </a:buClr>
              <a:buSzPts val="900"/>
              <a:buChar char="●"/>
            </a:pPr>
            <a:r>
              <a:rPr lang="en-GB" sz="1200"/>
              <a:t>Cooperative Building encourages children to work together to construct a structure using blocks or large materials. This activity promotes collaboration, negotiation, and sharing, essential components of social skills development.</a:t>
            </a:r>
            <a:endParaRPr sz="1200"/>
          </a:p>
          <a:p>
            <a:pPr marL="371475" marR="0" lvl="0" indent="-228600" algn="l" rtl="0">
              <a:lnSpc>
                <a:spcPct val="100000"/>
              </a:lnSpc>
              <a:spcBef>
                <a:spcPts val="1000"/>
              </a:spcBef>
              <a:spcAft>
                <a:spcPts val="0"/>
              </a:spcAft>
              <a:buClr>
                <a:schemeClr val="lt1"/>
              </a:buClr>
              <a:buSzPts val="900"/>
              <a:buChar char="●"/>
            </a:pPr>
            <a:r>
              <a:rPr lang="en-GB" sz="1200"/>
              <a:t>Both activities create a rich environment for children to practice their language skills as they express ideas, negotiate roles, and communicate their thoughts with peers.</a:t>
            </a:r>
            <a:endParaRPr sz="1200"/>
          </a:p>
          <a:p>
            <a:pPr marL="371475" marR="0" lvl="0" indent="-228600" algn="l" rtl="0">
              <a:lnSpc>
                <a:spcPct val="100000"/>
              </a:lnSpc>
              <a:spcBef>
                <a:spcPts val="1000"/>
              </a:spcBef>
              <a:spcAft>
                <a:spcPts val="1000"/>
              </a:spcAft>
              <a:buClr>
                <a:schemeClr val="lt1"/>
              </a:buClr>
              <a:buSzPts val="900"/>
              <a:buChar char="●"/>
            </a:pPr>
            <a:r>
              <a:rPr lang="en-GB" sz="1200"/>
              <a:t>These engaging play-based activities not only enhance social skills but also build confidence and creativity among young learners.</a:t>
            </a:r>
            <a:endParaRPr sz="1200"/>
          </a:p>
        </p:txBody>
      </p:sp>
      <p:sp>
        <p:nvSpPr>
          <p:cNvPr id="271" name="Google Shape;271;p48" descr="title"/>
          <p:cNvSpPr txBox="1"/>
          <p:nvPr>
            <p:ph type="title"/>
          </p:nvPr>
        </p:nvSpPr>
        <p:spPr>
          <a:xfrm>
            <a:off x="801900" y="458525"/>
            <a:ext cx="3658200" cy="620700"/>
          </a:xfrm>
          <a:prstGeom prst="rect">
            <a:avLst/>
          </a:prstGeom>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GB" sz="1600">
                <a:solidFill>
                  <a:schemeClr val="lt2"/>
                </a:solidFill>
              </a:rPr>
              <a:t>Social Skills Activities</a:t>
            </a:r>
            <a:endParaRPr sz="1600">
              <a:solidFill>
                <a:schemeClr val="lt2"/>
              </a:solidFill>
            </a:endParaRPr>
          </a:p>
        </p:txBody>
      </p:sp>
      <p:sp>
        <p:nvSpPr>
          <p:cNvPr id="272" name="Google Shape;272;p48"/>
          <p:cNvSpPr/>
          <p:nvPr/>
        </p:nvSpPr>
        <p:spPr>
          <a:xfrm>
            <a:off x="602275" y="142875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273" name="Google Shape;273;p48"/>
          <p:cNvPicPr preferRelativeResize="0"/>
          <p:nvPr/>
        </p:nvPicPr>
        <p:blipFill rotWithShape="1">
          <a:blip r:embed="rId1"/>
          <a:srcRect/>
          <a:stretch>
            <a:fillRect/>
          </a:stretch>
        </p:blipFill>
        <p:spPr>
          <a:xfrm>
            <a:off x="602375" y="1428750"/>
            <a:ext cx="2286000" cy="2286000"/>
          </a:xfrm>
          <a:prstGeom prst="roundRect">
            <a:avLst>
              <a:gd name="adj" fmla="val 9848"/>
            </a:avLst>
          </a:prstGeom>
          <a:noFill/>
          <a:ln w="9525" cap="flat" cmpd="sng">
            <a:solidFill>
              <a:srgbClr val="000000"/>
            </a:solidFill>
            <a:prstDash val="solid"/>
            <a:round/>
            <a:headEnd type="none" w="sm" len="sm"/>
            <a:tailEnd type="none" w="sm" len="sm"/>
          </a:ln>
        </p:spPr>
      </p:pic>
      <p:sp>
        <p:nvSpPr>
          <p:cNvPr id="274" name="Google Shape;274;p48"/>
          <p:cNvSpPr/>
          <p:nvPr/>
        </p:nvSpPr>
        <p:spPr>
          <a:xfrm>
            <a:off x="1985450" y="3517025"/>
            <a:ext cx="760800" cy="760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275" name="Google Shape;275;p48"/>
          <p:cNvGrpSpPr/>
          <p:nvPr/>
        </p:nvGrpSpPr>
        <p:grpSpPr>
          <a:xfrm>
            <a:off x="6952825" y="132250"/>
            <a:ext cx="2057400" cy="1033200"/>
            <a:chOff x="6922975" y="1548525"/>
            <a:chExt cx="2057400" cy="1033200"/>
          </a:xfrm>
        </p:grpSpPr>
        <p:grpSp>
          <p:nvGrpSpPr>
            <p:cNvPr id="276" name="Google Shape;276;p48"/>
            <p:cNvGrpSpPr/>
            <p:nvPr/>
          </p:nvGrpSpPr>
          <p:grpSpPr>
            <a:xfrm>
              <a:off x="6922975" y="1548525"/>
              <a:ext cx="2057400" cy="1033200"/>
              <a:chOff x="6172200" y="152400"/>
              <a:chExt cx="2057400" cy="1033200"/>
            </a:xfrm>
          </p:grpSpPr>
          <p:sp>
            <p:nvSpPr>
              <p:cNvPr id="277" name="Google Shape;277;p48"/>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78" name="Google Shape;278;p4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79" name="Google Shape;279;p4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tailoring role play scenarios to reflect real-life situations that resonate with the children's experiences. This will make the activities more relatable and impactful.</a:t>
              </a:r>
              <a:endParaRPr sz="700">
                <a:latin typeface="Inter" panose="02000503000000020004"/>
                <a:ea typeface="Inter" panose="02000503000000020004"/>
                <a:cs typeface="Inter" panose="02000503000000020004"/>
                <a:sym typeface="Inter" panose="02000503000000020004"/>
              </a:endParaRPr>
            </a:p>
          </p:txBody>
        </p:sp>
        <p:pic>
          <p:nvPicPr>
            <p:cNvPr id="280" name="Google Shape;280;p48"/>
            <p:cNvPicPr preferRelativeResize="0"/>
            <p:nvPr/>
          </p:nvPicPr>
          <p:blipFill>
            <a:blip r:embed="rId2"/>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3"/>
          <a:srcRect t="22967" b="48563"/>
          <a:stretch>
            <a:fillRect/>
          </a:stretch>
        </p:blipFill>
        <p:spPr>
          <a:xfrm>
            <a:off x="0" y="439166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228" name="Shape 228"/>
        <p:cNvGrpSpPr/>
        <p:nvPr/>
      </p:nvGrpSpPr>
      <p:grpSpPr>
        <a:xfrm>
          <a:off x="0" y="0"/>
          <a:ext cx="0" cy="0"/>
          <a:chOff x="0" y="0"/>
          <a:chExt cx="0" cy="0"/>
        </a:xfrm>
      </p:grpSpPr>
      <p:sp>
        <p:nvSpPr>
          <p:cNvPr id="229" name="Google Shape;229;p45"/>
          <p:cNvSpPr/>
          <p:nvPr/>
        </p:nvSpPr>
        <p:spPr>
          <a:xfrm>
            <a:off x="602275" y="458525"/>
            <a:ext cx="3969900" cy="620700"/>
          </a:xfrm>
          <a:prstGeom prst="roundRect">
            <a:avLst>
              <a:gd name="adj" fmla="val 50000"/>
            </a:avLst>
          </a:prstGeom>
          <a:solidFill>
            <a:schemeClr val="dk2"/>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sp>
        <p:nvSpPr>
          <p:cNvPr id="230" name="Google Shape;230;p45" descr="header_0"/>
          <p:cNvSpPr txBox="1"/>
          <p:nvPr>
            <p:ph type="subTitle" idx="4294967295"/>
          </p:nvPr>
        </p:nvSpPr>
        <p:spPr>
          <a:xfrm>
            <a:off x="3297425" y="1225550"/>
            <a:ext cx="4667700" cy="6207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b="1"/>
              <a:t>Activities to Encourage Creativity</a:t>
            </a:r>
            <a:endParaRPr b="1"/>
          </a:p>
        </p:txBody>
      </p:sp>
      <p:sp>
        <p:nvSpPr>
          <p:cNvPr id="231" name="Google Shape;231;p45" descr="detail_0"/>
          <p:cNvSpPr txBox="1"/>
          <p:nvPr>
            <p:ph type="body" idx="4294967295"/>
          </p:nvPr>
        </p:nvSpPr>
        <p:spPr>
          <a:xfrm>
            <a:off x="3297425" y="1587175"/>
            <a:ext cx="4667700" cy="2639400"/>
          </a:xfrm>
          <a:prstGeom prst="rect">
            <a:avLst/>
          </a:prstGeom>
        </p:spPr>
        <p:txBody>
          <a:bodyPr spcFirstLastPara="1" wrap="square" lIns="91425" tIns="91425" rIns="0" bIns="91425" anchor="t" anchorCtr="0">
            <a:noAutofit/>
          </a:bodyPr>
          <a:lstStyle/>
          <a:p>
            <a:pPr marL="371475" marR="0" lvl="0" indent="-228600" algn="l" rtl="0">
              <a:lnSpc>
                <a:spcPct val="100000"/>
              </a:lnSpc>
              <a:spcBef>
                <a:spcPts val="0"/>
              </a:spcBef>
              <a:spcAft>
                <a:spcPts val="0"/>
              </a:spcAft>
              <a:buClr>
                <a:schemeClr val="lt1"/>
              </a:buClr>
              <a:buSzPts val="900"/>
              <a:buChar char="●"/>
            </a:pPr>
            <a:r>
              <a:rPr lang="en-GB" sz="1200"/>
              <a:t>Nature Collage: Collect natural materials (leaves, twigs, flowers) and provide glue and paper for children to create a collage. This encourages creativity while exploring textures and colors.</a:t>
            </a:r>
            <a:endParaRPr sz="1200"/>
          </a:p>
          <a:p>
            <a:pPr marL="371475" marR="0" lvl="0" indent="-228600" algn="l" rtl="0">
              <a:lnSpc>
                <a:spcPct val="100000"/>
              </a:lnSpc>
              <a:spcBef>
                <a:spcPts val="1000"/>
              </a:spcBef>
              <a:spcAft>
                <a:spcPts val="0"/>
              </a:spcAft>
              <a:buClr>
                <a:schemeClr val="lt1"/>
              </a:buClr>
              <a:buSzPts val="900"/>
              <a:buChar char="●"/>
            </a:pPr>
            <a:r>
              <a:rPr lang="en-GB" sz="1200"/>
              <a:t>Mud Kitchen: Set up a designated area with pots, pans, and utensils for children to 'cook' with mud and natural materials. This promotes imaginative play and sensory exploration.</a:t>
            </a:r>
            <a:endParaRPr sz="1200"/>
          </a:p>
          <a:p>
            <a:pPr marL="371475" marR="0" lvl="0" indent="-228600" algn="l" rtl="0">
              <a:lnSpc>
                <a:spcPct val="100000"/>
              </a:lnSpc>
              <a:spcBef>
                <a:spcPts val="1000"/>
              </a:spcBef>
              <a:spcAft>
                <a:spcPts val="0"/>
              </a:spcAft>
              <a:buClr>
                <a:schemeClr val="lt1"/>
              </a:buClr>
              <a:buSzPts val="900"/>
              <a:buChar char="●"/>
            </a:pPr>
            <a:r>
              <a:rPr lang="en-GB" sz="1200"/>
              <a:t>Encourage children to discuss the different textures and colors they are using in their collages, fostering language development alongside creativity.</a:t>
            </a:r>
            <a:endParaRPr sz="1200"/>
          </a:p>
          <a:p>
            <a:pPr marL="371475" marR="0" lvl="0" indent="-228600" algn="l" rtl="0">
              <a:lnSpc>
                <a:spcPct val="100000"/>
              </a:lnSpc>
              <a:spcBef>
                <a:spcPts val="1000"/>
              </a:spcBef>
              <a:spcAft>
                <a:spcPts val="1000"/>
              </a:spcAft>
              <a:buClr>
                <a:schemeClr val="lt1"/>
              </a:buClr>
              <a:buSzPts val="900"/>
              <a:buChar char="●"/>
            </a:pPr>
            <a:r>
              <a:rPr lang="en-GB" sz="1200"/>
              <a:t>In the mud kitchen, introduce concepts of measurement and mixing, allowing children to experiment with different ratios of mud and water, enhancing their understanding of basic science principles.</a:t>
            </a:r>
            <a:endParaRPr sz="1200"/>
          </a:p>
        </p:txBody>
      </p:sp>
      <p:sp>
        <p:nvSpPr>
          <p:cNvPr id="232" name="Google Shape;232;p45" descr="title"/>
          <p:cNvSpPr txBox="1"/>
          <p:nvPr>
            <p:ph type="title"/>
          </p:nvPr>
        </p:nvSpPr>
        <p:spPr>
          <a:xfrm>
            <a:off x="801900" y="458525"/>
            <a:ext cx="3658200" cy="620700"/>
          </a:xfrm>
          <a:prstGeom prst="rect">
            <a:avLst/>
          </a:prstGeom>
        </p:spPr>
        <p:txBody>
          <a:bodyPr spcFirstLastPara="1" wrap="square" lIns="91425" tIns="91425" rIns="91425" bIns="91425" anchor="ctr" anchorCtr="0">
            <a:noAutofit/>
          </a:bodyPr>
          <a:lstStyle/>
          <a:p>
            <a:pPr marL="0" lvl="0" indent="0" algn="l" rtl="0">
              <a:lnSpc>
                <a:spcPct val="80000"/>
              </a:lnSpc>
              <a:spcBef>
                <a:spcPts val="0"/>
              </a:spcBef>
              <a:spcAft>
                <a:spcPts val="0"/>
              </a:spcAft>
              <a:buNone/>
            </a:pPr>
            <a:r>
              <a:rPr lang="en-GB" sz="1600">
                <a:solidFill>
                  <a:schemeClr val="lt2"/>
                </a:solidFill>
              </a:rPr>
              <a:t>Art and Creativity</a:t>
            </a:r>
            <a:endParaRPr sz="1600">
              <a:solidFill>
                <a:schemeClr val="lt2"/>
              </a:solidFill>
            </a:endParaRPr>
          </a:p>
        </p:txBody>
      </p:sp>
      <p:sp>
        <p:nvSpPr>
          <p:cNvPr id="233" name="Google Shape;233;p45"/>
          <p:cNvSpPr/>
          <p:nvPr/>
        </p:nvSpPr>
        <p:spPr>
          <a:xfrm>
            <a:off x="602275" y="142875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234" name="Google Shape;234;p45"/>
          <p:cNvPicPr preferRelativeResize="0"/>
          <p:nvPr/>
        </p:nvPicPr>
        <p:blipFill rotWithShape="1">
          <a:blip r:embed="rId1"/>
          <a:srcRect/>
          <a:stretch>
            <a:fillRect/>
          </a:stretch>
        </p:blipFill>
        <p:spPr>
          <a:xfrm>
            <a:off x="602375" y="1428750"/>
            <a:ext cx="2286000" cy="2286000"/>
          </a:xfrm>
          <a:prstGeom prst="roundRect">
            <a:avLst>
              <a:gd name="adj" fmla="val 9848"/>
            </a:avLst>
          </a:prstGeom>
          <a:noFill/>
          <a:ln w="9525" cap="flat" cmpd="sng">
            <a:solidFill>
              <a:srgbClr val="000000"/>
            </a:solidFill>
            <a:prstDash val="solid"/>
            <a:round/>
            <a:headEnd type="none" w="sm" len="sm"/>
            <a:tailEnd type="none" w="sm" len="sm"/>
          </a:ln>
        </p:spPr>
      </p:pic>
      <p:sp>
        <p:nvSpPr>
          <p:cNvPr id="235" name="Google Shape;235;p45"/>
          <p:cNvSpPr/>
          <p:nvPr/>
        </p:nvSpPr>
        <p:spPr>
          <a:xfrm>
            <a:off x="1985450" y="3517025"/>
            <a:ext cx="760800" cy="760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236" name="Google Shape;236;p45"/>
          <p:cNvGrpSpPr/>
          <p:nvPr/>
        </p:nvGrpSpPr>
        <p:grpSpPr>
          <a:xfrm>
            <a:off x="6952825" y="132250"/>
            <a:ext cx="2057400" cy="1033200"/>
            <a:chOff x="6922975" y="1548525"/>
            <a:chExt cx="2057400" cy="1033200"/>
          </a:xfrm>
        </p:grpSpPr>
        <p:grpSp>
          <p:nvGrpSpPr>
            <p:cNvPr id="237" name="Google Shape;237;p45"/>
            <p:cNvGrpSpPr/>
            <p:nvPr/>
          </p:nvGrpSpPr>
          <p:grpSpPr>
            <a:xfrm>
              <a:off x="6922975" y="1548525"/>
              <a:ext cx="2057400" cy="1033200"/>
              <a:chOff x="6172200" y="152400"/>
              <a:chExt cx="2057400" cy="1033200"/>
            </a:xfrm>
          </p:grpSpPr>
          <p:sp>
            <p:nvSpPr>
              <p:cNvPr id="238" name="Google Shape;238;p45"/>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39" name="Google Shape;239;p4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40" name="Google Shape;240;p4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incorporating various natural materials to enhance the nature collage activity. You can also introduce themes or stories that relate to the mud kitchen play, encouraging deeper engagement.</a:t>
              </a:r>
              <a:endParaRPr sz="700">
                <a:latin typeface="Inter" panose="02000503000000020004"/>
                <a:ea typeface="Inter" panose="02000503000000020004"/>
                <a:cs typeface="Inter" panose="02000503000000020004"/>
                <a:sym typeface="Inter" panose="02000503000000020004"/>
              </a:endParaRPr>
            </a:p>
          </p:txBody>
        </p:sp>
        <p:pic>
          <p:nvPicPr>
            <p:cNvPr id="241" name="Google Shape;241;p45"/>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13335" y="43649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284" name="Shape 284"/>
        <p:cNvGrpSpPr/>
        <p:nvPr/>
      </p:nvGrpSpPr>
      <p:grpSpPr>
        <a:xfrm>
          <a:off x="0" y="0"/>
          <a:ext cx="0" cy="0"/>
          <a:chOff x="0" y="0"/>
          <a:chExt cx="0" cy="0"/>
        </a:xfrm>
      </p:grpSpPr>
      <p:sp>
        <p:nvSpPr>
          <p:cNvPr id="285" name="Google Shape;285;p49" descr="detail_0"/>
          <p:cNvSpPr txBox="1"/>
          <p:nvPr>
            <p:ph type="body" idx="4294967295"/>
          </p:nvPr>
        </p:nvSpPr>
        <p:spPr>
          <a:xfrm>
            <a:off x="2746275" y="1772350"/>
            <a:ext cx="5511900" cy="2905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800"/>
              </a:spcAft>
              <a:buNone/>
            </a:pPr>
            <a:r>
              <a:rPr lang="en-GB" sz="1200">
                <a:solidFill>
                  <a:schemeClr val="accent6"/>
                </a:solidFill>
              </a:rPr>
              <a:t>Reflection and discussion after activities are crucial for reinforcing learning concepts. Gathering the children to share their experiences encourages them to articulate what they learned and how they felt about the activities. Open-ended questions can be posed to facilitate this discussion, allowing children to express their thoughts, fostering language development and critical thinking skills.</a:t>
            </a:r>
            <a:endParaRPr sz="1200">
              <a:solidFill>
                <a:schemeClr val="accent6"/>
              </a:solidFill>
            </a:endParaRPr>
          </a:p>
        </p:txBody>
      </p:sp>
      <p:sp>
        <p:nvSpPr>
          <p:cNvPr id="286" name="Google Shape;286;p49" descr="title"/>
          <p:cNvSpPr txBox="1"/>
          <p:nvPr>
            <p:ph type="title"/>
          </p:nvPr>
        </p:nvSpPr>
        <p:spPr>
          <a:xfrm>
            <a:off x="2743875" y="915600"/>
            <a:ext cx="5721000" cy="572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GB"/>
              <a:t>Reflection and Discussion</a:t>
            </a:r>
            <a:endParaRPr sz="2600">
              <a:solidFill>
                <a:schemeClr val="lt2"/>
              </a:solidFill>
            </a:endParaRPr>
          </a:p>
        </p:txBody>
      </p:sp>
      <p:grpSp>
        <p:nvGrpSpPr>
          <p:cNvPr id="287" name="Google Shape;287;p49"/>
          <p:cNvGrpSpPr/>
          <p:nvPr/>
        </p:nvGrpSpPr>
        <p:grpSpPr>
          <a:xfrm>
            <a:off x="6952825" y="3952950"/>
            <a:ext cx="2057400" cy="1033200"/>
            <a:chOff x="6922975" y="1548525"/>
            <a:chExt cx="2057400" cy="1033200"/>
          </a:xfrm>
        </p:grpSpPr>
        <p:grpSp>
          <p:nvGrpSpPr>
            <p:cNvPr id="288" name="Google Shape;288;p49"/>
            <p:cNvGrpSpPr/>
            <p:nvPr/>
          </p:nvGrpSpPr>
          <p:grpSpPr>
            <a:xfrm>
              <a:off x="6922975" y="1548525"/>
              <a:ext cx="2057400" cy="1033200"/>
              <a:chOff x="6172200" y="152400"/>
              <a:chExt cx="2057400" cy="1033200"/>
            </a:xfrm>
          </p:grpSpPr>
          <p:sp>
            <p:nvSpPr>
              <p:cNvPr id="289" name="Google Shape;289;p49"/>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90" name="Google Shape;290;p4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91" name="Google Shape;291;p4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tailoring your questions to the specific activities conducted to enhance engagement and relevance.</a:t>
              </a:r>
              <a:endParaRPr sz="800">
                <a:latin typeface="Inter" panose="02000503000000020004"/>
                <a:ea typeface="Inter" panose="02000503000000020004"/>
                <a:cs typeface="Inter" panose="02000503000000020004"/>
                <a:sym typeface="Inter" panose="02000503000000020004"/>
              </a:endParaRPr>
            </a:p>
          </p:txBody>
        </p:sp>
        <p:pic>
          <p:nvPicPr>
            <p:cNvPr id="292" name="Google Shape;292;p49"/>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6629400" y="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296" name="Shape 296"/>
        <p:cNvGrpSpPr/>
        <p:nvPr/>
      </p:nvGrpSpPr>
      <p:grpSpPr>
        <a:xfrm>
          <a:off x="0" y="0"/>
          <a:ext cx="0" cy="0"/>
          <a:chOff x="0" y="0"/>
          <a:chExt cx="0" cy="0"/>
        </a:xfrm>
      </p:grpSpPr>
      <p:sp>
        <p:nvSpPr>
          <p:cNvPr id="297" name="Google Shape;297;p50" descr="title"/>
          <p:cNvSpPr txBox="1"/>
          <p:nvPr>
            <p:ph type="title" idx="4294967295"/>
          </p:nvPr>
        </p:nvSpPr>
        <p:spPr>
          <a:xfrm>
            <a:off x="457200" y="572925"/>
            <a:ext cx="1834500" cy="1953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800">
                <a:solidFill>
                  <a:schemeClr val="lt2"/>
                </a:solidFill>
              </a:rPr>
              <a:t>Nature Theme</a:t>
            </a:r>
            <a:endParaRPr sz="1800">
              <a:solidFill>
                <a:schemeClr val="lt2"/>
              </a:solidFill>
            </a:endParaRPr>
          </a:p>
        </p:txBody>
      </p:sp>
      <p:sp>
        <p:nvSpPr>
          <p:cNvPr id="298" name="Google Shape;298;p50" descr="header_0"/>
          <p:cNvSpPr txBox="1"/>
          <p:nvPr>
            <p:ph type="subTitle" idx="4294967295"/>
          </p:nvPr>
        </p:nvSpPr>
        <p:spPr>
          <a:xfrm>
            <a:off x="2584301" y="572925"/>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1"/>
                </a:solidFill>
              </a:rPr>
              <a:t>Subjects Connected: Science, Art, Language, Music</a:t>
            </a:r>
            <a:endParaRPr sz="1200" b="1">
              <a:solidFill>
                <a:schemeClr val="accent1"/>
              </a:solidFill>
            </a:endParaRPr>
          </a:p>
        </p:txBody>
      </p:sp>
      <p:sp>
        <p:nvSpPr>
          <p:cNvPr id="299" name="Google Shape;299;p50" descr="detail_0"/>
          <p:cNvSpPr txBox="1"/>
          <p:nvPr>
            <p:ph type="body" idx="4294967295"/>
          </p:nvPr>
        </p:nvSpPr>
        <p:spPr>
          <a:xfrm>
            <a:off x="4284874" y="572925"/>
            <a:ext cx="4404000" cy="1888200"/>
          </a:xfrm>
          <a:prstGeom prst="rect">
            <a:avLst/>
          </a:prstGeom>
        </p:spPr>
        <p:txBody>
          <a:bodyPr spcFirstLastPara="1" wrap="square" lIns="91425" tIns="91425" rIns="91425" bIns="91425" anchor="t" anchorCtr="0">
            <a:noAutofit/>
          </a:bodyPr>
          <a:lstStyle/>
          <a:p>
            <a:pPr marL="371475" lvl="0" indent="-222250" algn="l" rtl="0">
              <a:lnSpc>
                <a:spcPct val="100000"/>
              </a:lnSpc>
              <a:spcBef>
                <a:spcPts val="0"/>
              </a:spcBef>
              <a:spcAft>
                <a:spcPts val="0"/>
              </a:spcAft>
              <a:buSzPts val="800"/>
              <a:buChar char="●"/>
            </a:pPr>
            <a:r>
              <a:rPr lang="en-GB" sz="800"/>
              <a:t>Take the children on a nature walk to collect leaves, flowers, and small twigs.</a:t>
            </a:r>
            <a:endParaRPr sz="800"/>
          </a:p>
          <a:p>
            <a:pPr marL="371475" lvl="0" indent="-222250" algn="l" rtl="0">
              <a:lnSpc>
                <a:spcPct val="100000"/>
              </a:lnSpc>
              <a:spcBef>
                <a:spcPts val="1000"/>
              </a:spcBef>
              <a:spcAft>
                <a:spcPts val="0"/>
              </a:spcAft>
              <a:buSzPts val="800"/>
              <a:buChar char="●"/>
            </a:pPr>
            <a:r>
              <a:rPr lang="en-GB" sz="800"/>
              <a:t>Back in the classroom, they can use these items to create nature collages.</a:t>
            </a:r>
            <a:endParaRPr sz="800"/>
          </a:p>
          <a:p>
            <a:pPr marL="371475" lvl="0" indent="-222250" algn="l" rtl="0">
              <a:lnSpc>
                <a:spcPct val="100000"/>
              </a:lnSpc>
              <a:spcBef>
                <a:spcPts val="1000"/>
              </a:spcBef>
              <a:spcAft>
                <a:spcPts val="0"/>
              </a:spcAft>
              <a:buSzPts val="800"/>
              <a:buChar char="●"/>
            </a:pPr>
            <a:r>
              <a:rPr lang="en-GB" sz="800"/>
              <a:t>Discuss the different plants they found, encouraging vocabulary development related to nature.</a:t>
            </a:r>
            <a:endParaRPr sz="800"/>
          </a:p>
          <a:p>
            <a:pPr marL="371475" lvl="0" indent="-222250" algn="l" rtl="0">
              <a:lnSpc>
                <a:spcPct val="100000"/>
              </a:lnSpc>
              <a:spcBef>
                <a:spcPts val="1000"/>
              </a:spcBef>
              <a:spcAft>
                <a:spcPts val="0"/>
              </a:spcAft>
              <a:buSzPts val="800"/>
              <a:buChar char="●"/>
            </a:pPr>
            <a:r>
              <a:rPr lang="en-GB" sz="800"/>
              <a:t>Teach children songs that celebrate nature (e.g., 'The Green Grass Grows All Around').</a:t>
            </a:r>
            <a:endParaRPr sz="800"/>
          </a:p>
          <a:p>
            <a:pPr marL="371475" lvl="0" indent="-222250" algn="l" rtl="0">
              <a:lnSpc>
                <a:spcPct val="100000"/>
              </a:lnSpc>
              <a:spcBef>
                <a:spcPts val="1000"/>
              </a:spcBef>
              <a:spcAft>
                <a:spcPts val="1000"/>
              </a:spcAft>
              <a:buSzPts val="800"/>
              <a:buChar char="●"/>
            </a:pPr>
            <a:r>
              <a:rPr lang="en-GB" sz="800"/>
              <a:t>Use hand motions to represent various elements (like trees, flowers, and animals) to incorporate movement into the lesson.</a:t>
            </a:r>
            <a:endParaRPr sz="800"/>
          </a:p>
        </p:txBody>
      </p:sp>
      <p:sp>
        <p:nvSpPr>
          <p:cNvPr id="300" name="Google Shape;300;p50" descr="detail_1"/>
          <p:cNvSpPr txBox="1"/>
          <p:nvPr>
            <p:ph type="body" idx="4294967295"/>
          </p:nvPr>
        </p:nvSpPr>
        <p:spPr>
          <a:xfrm>
            <a:off x="4284874" y="2668323"/>
            <a:ext cx="4404000" cy="18882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SzPts val="1000"/>
              <a:buChar char="●"/>
            </a:pPr>
            <a:r>
              <a:rPr lang="en-GB" sz="1000"/>
              <a:t>Introduce various animals found in nature and play recordings of their sounds.</a:t>
            </a:r>
            <a:endParaRPr sz="1000"/>
          </a:p>
          <a:p>
            <a:pPr marL="371475" lvl="0" indent="-234950" algn="l" rtl="0">
              <a:lnSpc>
                <a:spcPct val="100000"/>
              </a:lnSpc>
              <a:spcBef>
                <a:spcPts val="1000"/>
              </a:spcBef>
              <a:spcAft>
                <a:spcPts val="0"/>
              </a:spcAft>
              <a:buSzPts val="1000"/>
              <a:buChar char="●"/>
            </a:pPr>
            <a:r>
              <a:rPr lang="en-GB" sz="1000"/>
              <a:t>Have children mimic animal sounds, connecting language skills and auditory discrimination.</a:t>
            </a:r>
            <a:endParaRPr sz="1000"/>
          </a:p>
          <a:p>
            <a:pPr marL="371475" lvl="0" indent="-234950" algn="l" rtl="0">
              <a:lnSpc>
                <a:spcPct val="100000"/>
              </a:lnSpc>
              <a:spcBef>
                <a:spcPts val="1000"/>
              </a:spcBef>
              <a:spcAft>
                <a:spcPts val="1000"/>
              </a:spcAft>
              <a:buSzPts val="1000"/>
              <a:buChar char="●"/>
            </a:pPr>
            <a:r>
              <a:rPr lang="en-GB" sz="1000"/>
              <a:t>Encourage creativity by discussing the origins and cultural significance of the instruments used during music activities.</a:t>
            </a:r>
            <a:endParaRPr sz="1000"/>
          </a:p>
        </p:txBody>
      </p:sp>
      <p:sp>
        <p:nvSpPr>
          <p:cNvPr id="301" name="Google Shape;301;p50" descr="header_1"/>
          <p:cNvSpPr txBox="1"/>
          <p:nvPr>
            <p:ph type="subTitle" idx="4294967295"/>
          </p:nvPr>
        </p:nvSpPr>
        <p:spPr>
          <a:xfrm>
            <a:off x="2584301" y="2668323"/>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1"/>
                </a:solidFill>
              </a:rPr>
              <a:t>Engagement through Nature Activities</a:t>
            </a:r>
            <a:endParaRPr sz="1200" b="1">
              <a:solidFill>
                <a:schemeClr val="accent1"/>
              </a:solidFill>
            </a:endParaRPr>
          </a:p>
        </p:txBody>
      </p:sp>
      <p:grpSp>
        <p:nvGrpSpPr>
          <p:cNvPr id="302" name="Google Shape;302;p50"/>
          <p:cNvGrpSpPr/>
          <p:nvPr/>
        </p:nvGrpSpPr>
        <p:grpSpPr>
          <a:xfrm rot="8807968">
            <a:off x="500308" y="2039098"/>
            <a:ext cx="1648819" cy="2081034"/>
            <a:chOff x="7817100" y="3575725"/>
            <a:chExt cx="1312466" cy="1656511"/>
          </a:xfrm>
        </p:grpSpPr>
        <p:pic>
          <p:nvPicPr>
            <p:cNvPr id="303" name="Google Shape;303;p50"/>
            <p:cNvPicPr preferRelativeResize="0"/>
            <p:nvPr/>
          </p:nvPicPr>
          <p:blipFill rotWithShape="1">
            <a:blip r:embed="rId1"/>
            <a:srcRect l="36025" t="2882" r="38568" b="70986"/>
            <a:stretch>
              <a:fillRect/>
            </a:stretch>
          </p:blipFill>
          <p:spPr>
            <a:xfrm>
              <a:off x="7817100" y="3575725"/>
              <a:ext cx="1273149" cy="1309527"/>
            </a:xfrm>
            <a:prstGeom prst="rect">
              <a:avLst/>
            </a:prstGeom>
            <a:noFill/>
            <a:ln>
              <a:noFill/>
            </a:ln>
          </p:spPr>
        </p:pic>
        <p:pic>
          <p:nvPicPr>
            <p:cNvPr id="304" name="Google Shape;304;p50"/>
            <p:cNvPicPr preferRelativeResize="0"/>
            <p:nvPr/>
          </p:nvPicPr>
          <p:blipFill rotWithShape="1">
            <a:blip r:embed="rId1"/>
            <a:srcRect l="5068" t="36913" r="69525" b="36955"/>
            <a:stretch>
              <a:fillRect/>
            </a:stretch>
          </p:blipFill>
          <p:spPr>
            <a:xfrm>
              <a:off x="8620315" y="3919589"/>
              <a:ext cx="509251" cy="523802"/>
            </a:xfrm>
            <a:prstGeom prst="rect">
              <a:avLst/>
            </a:prstGeom>
            <a:noFill/>
            <a:ln>
              <a:noFill/>
            </a:ln>
          </p:spPr>
        </p:pic>
        <p:pic>
          <p:nvPicPr>
            <p:cNvPr id="305" name="Google Shape;305;p50"/>
            <p:cNvPicPr preferRelativeResize="0"/>
            <p:nvPr/>
          </p:nvPicPr>
          <p:blipFill rotWithShape="1">
            <a:blip r:embed="rId1"/>
            <a:srcRect l="3968" t="4507" r="70625" b="69360"/>
            <a:stretch>
              <a:fillRect/>
            </a:stretch>
          </p:blipFill>
          <p:spPr>
            <a:xfrm>
              <a:off x="7912642" y="4511504"/>
              <a:ext cx="700708" cy="720732"/>
            </a:xfrm>
            <a:prstGeom prst="rect">
              <a:avLst/>
            </a:prstGeom>
            <a:noFill/>
            <a:ln>
              <a:noFill/>
            </a:ln>
          </p:spPr>
        </p:pic>
      </p:grpSp>
      <p:grpSp>
        <p:nvGrpSpPr>
          <p:cNvPr id="306" name="Google Shape;306;p50"/>
          <p:cNvGrpSpPr/>
          <p:nvPr/>
        </p:nvGrpSpPr>
        <p:grpSpPr>
          <a:xfrm>
            <a:off x="129675" y="3971425"/>
            <a:ext cx="2057400" cy="1033200"/>
            <a:chOff x="6922975" y="1548525"/>
            <a:chExt cx="2057400" cy="1033200"/>
          </a:xfrm>
        </p:grpSpPr>
        <p:grpSp>
          <p:nvGrpSpPr>
            <p:cNvPr id="307" name="Google Shape;307;p50"/>
            <p:cNvGrpSpPr/>
            <p:nvPr/>
          </p:nvGrpSpPr>
          <p:grpSpPr>
            <a:xfrm>
              <a:off x="6922975" y="1548525"/>
              <a:ext cx="2057400" cy="1033200"/>
              <a:chOff x="6172200" y="152400"/>
              <a:chExt cx="2057400" cy="1033200"/>
            </a:xfrm>
          </p:grpSpPr>
          <p:sp>
            <p:nvSpPr>
              <p:cNvPr id="308" name="Google Shape;308;p50"/>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09" name="Google Shape;309;p5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10" name="Google Shape;310;p5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images of children engaging in nature activities or examples of nature collages to enhance visual appeal.</a:t>
              </a:r>
              <a:endParaRPr sz="800">
                <a:latin typeface="Inter" panose="02000503000000020004"/>
                <a:ea typeface="Inter" panose="02000503000000020004"/>
                <a:cs typeface="Inter" panose="02000503000000020004"/>
                <a:sym typeface="Inter" panose="02000503000000020004"/>
              </a:endParaRPr>
            </a:p>
          </p:txBody>
        </p:sp>
        <p:pic>
          <p:nvPicPr>
            <p:cNvPr id="311" name="Google Shape;311;p50"/>
            <p:cNvPicPr preferRelativeResize="0"/>
            <p:nvPr/>
          </p:nvPicPr>
          <p:blipFill>
            <a:blip r:embed="rId2"/>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3"/>
          <a:srcRect t="22967" b="48563"/>
          <a:stretch>
            <a:fillRect/>
          </a:stretch>
        </p:blipFill>
        <p:spPr>
          <a:xfrm>
            <a:off x="6649720" y="4364990"/>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315" name="Shape 315"/>
        <p:cNvGrpSpPr/>
        <p:nvPr/>
      </p:nvGrpSpPr>
      <p:grpSpPr>
        <a:xfrm>
          <a:off x="0" y="0"/>
          <a:ext cx="0" cy="0"/>
          <a:chOff x="0" y="0"/>
          <a:chExt cx="0" cy="0"/>
        </a:xfrm>
      </p:grpSpPr>
      <p:sp>
        <p:nvSpPr>
          <p:cNvPr id="316" name="Google Shape;316;p51" descr="title"/>
          <p:cNvSpPr txBox="1"/>
          <p:nvPr>
            <p:ph type="title" idx="4294967295"/>
          </p:nvPr>
        </p:nvSpPr>
        <p:spPr>
          <a:xfrm>
            <a:off x="457200" y="572925"/>
            <a:ext cx="1834500" cy="1953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800">
                <a:solidFill>
                  <a:schemeClr val="lt2"/>
                </a:solidFill>
              </a:rPr>
              <a:t>Colors Theme</a:t>
            </a:r>
            <a:endParaRPr sz="1800">
              <a:solidFill>
                <a:schemeClr val="lt2"/>
              </a:solidFill>
            </a:endParaRPr>
          </a:p>
        </p:txBody>
      </p:sp>
      <p:sp>
        <p:nvSpPr>
          <p:cNvPr id="317" name="Google Shape;317;p51" descr="header_0"/>
          <p:cNvSpPr txBox="1"/>
          <p:nvPr>
            <p:ph type="subTitle" idx="4294967295"/>
          </p:nvPr>
        </p:nvSpPr>
        <p:spPr>
          <a:xfrm>
            <a:off x="2584301" y="572925"/>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1"/>
                </a:solidFill>
              </a:rPr>
              <a:t>Subjects Connected: Art, Math, Language, Science</a:t>
            </a:r>
            <a:endParaRPr sz="1200" b="1">
              <a:solidFill>
                <a:schemeClr val="accent1"/>
              </a:solidFill>
            </a:endParaRPr>
          </a:p>
        </p:txBody>
      </p:sp>
      <p:sp>
        <p:nvSpPr>
          <p:cNvPr id="318" name="Google Shape;318;p51" descr="detail_0"/>
          <p:cNvSpPr txBox="1"/>
          <p:nvPr>
            <p:ph type="body" idx="4294967295"/>
          </p:nvPr>
        </p:nvSpPr>
        <p:spPr>
          <a:xfrm>
            <a:off x="4284874" y="572925"/>
            <a:ext cx="4404000" cy="18882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SzPts val="1000"/>
              <a:buChar char="●"/>
            </a:pPr>
            <a:r>
              <a:rPr lang="en-GB" sz="1000"/>
              <a:t>Provide primary colors of paint for mixing new colors, integrating art and science.</a:t>
            </a:r>
            <a:endParaRPr sz="1000"/>
          </a:p>
          <a:p>
            <a:pPr marL="371475" lvl="0" indent="-234950" algn="l" rtl="0">
              <a:lnSpc>
                <a:spcPct val="100000"/>
              </a:lnSpc>
              <a:spcBef>
                <a:spcPts val="1000"/>
              </a:spcBef>
              <a:spcAft>
                <a:spcPts val="0"/>
              </a:spcAft>
              <a:buSzPts val="1000"/>
              <a:buChar char="●"/>
            </a:pPr>
            <a:r>
              <a:rPr lang="en-GB" sz="1000"/>
              <a:t>Organize a scavenger hunt for different colors around the classroom or playground, categorizing objects to tie into math.</a:t>
            </a:r>
            <a:endParaRPr sz="1000"/>
          </a:p>
          <a:p>
            <a:pPr marL="371475" lvl="0" indent="-234950" algn="l" rtl="0">
              <a:lnSpc>
                <a:spcPct val="100000"/>
              </a:lnSpc>
              <a:spcBef>
                <a:spcPts val="1000"/>
              </a:spcBef>
              <a:spcAft>
                <a:spcPts val="1000"/>
              </a:spcAft>
              <a:buSzPts val="1000"/>
              <a:buChar char="●"/>
            </a:pPr>
            <a:r>
              <a:rPr lang="en-GB" sz="1000"/>
              <a:t>Read books emphasizing colors, like 'Brown Bear, Brown Bear, What Do You See?', discussing favorite objects in those colors.</a:t>
            </a:r>
            <a:endParaRPr sz="1000"/>
          </a:p>
        </p:txBody>
      </p:sp>
      <p:sp>
        <p:nvSpPr>
          <p:cNvPr id="319" name="Google Shape;319;p51" descr="detail_1"/>
          <p:cNvSpPr txBox="1"/>
          <p:nvPr>
            <p:ph type="body" idx="4294967295"/>
          </p:nvPr>
        </p:nvSpPr>
        <p:spPr>
          <a:xfrm>
            <a:off x="4284874" y="2668323"/>
            <a:ext cx="4404000" cy="18882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SzPts val="1000"/>
              <a:buChar char="●"/>
            </a:pPr>
            <a:r>
              <a:rPr lang="en-GB" sz="1000"/>
              <a:t>Color Mixing Exploration helps children understand color theory and fosters creativity.</a:t>
            </a:r>
            <a:endParaRPr sz="1000"/>
          </a:p>
          <a:p>
            <a:pPr marL="371475" lvl="0" indent="-234950" algn="l" rtl="0">
              <a:lnSpc>
                <a:spcPct val="100000"/>
              </a:lnSpc>
              <a:spcBef>
                <a:spcPts val="1000"/>
              </a:spcBef>
              <a:spcAft>
                <a:spcPts val="0"/>
              </a:spcAft>
              <a:buSzPts val="1000"/>
              <a:buChar char="●"/>
            </a:pPr>
            <a:r>
              <a:rPr lang="en-GB" sz="1000"/>
              <a:t>Color Scavenger Hunt promotes categorization and sorting skills, enhancing math understanding.</a:t>
            </a:r>
            <a:endParaRPr sz="1000"/>
          </a:p>
          <a:p>
            <a:pPr marL="371475" lvl="0" indent="-234950" algn="l" rtl="0">
              <a:lnSpc>
                <a:spcPct val="100000"/>
              </a:lnSpc>
              <a:spcBef>
                <a:spcPts val="1000"/>
              </a:spcBef>
              <a:spcAft>
                <a:spcPts val="1000"/>
              </a:spcAft>
              <a:buSzPts val="1000"/>
              <a:buChar char="●"/>
            </a:pPr>
            <a:r>
              <a:rPr lang="en-GB" sz="1000"/>
              <a:t>Story-time with Colors develops language skills and comprehension through interactive reading.</a:t>
            </a:r>
            <a:endParaRPr sz="1000"/>
          </a:p>
        </p:txBody>
      </p:sp>
      <p:sp>
        <p:nvSpPr>
          <p:cNvPr id="320" name="Google Shape;320;p51" descr="header_1"/>
          <p:cNvSpPr txBox="1"/>
          <p:nvPr>
            <p:ph type="subTitle" idx="4294967295"/>
          </p:nvPr>
        </p:nvSpPr>
        <p:spPr>
          <a:xfrm>
            <a:off x="2584301" y="2668323"/>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1"/>
                </a:solidFill>
              </a:rPr>
              <a:t>Activities Overview</a:t>
            </a:r>
            <a:endParaRPr sz="1200" b="1">
              <a:solidFill>
                <a:schemeClr val="accent1"/>
              </a:solidFill>
            </a:endParaRPr>
          </a:p>
        </p:txBody>
      </p:sp>
      <p:grpSp>
        <p:nvGrpSpPr>
          <p:cNvPr id="321" name="Google Shape;321;p51"/>
          <p:cNvGrpSpPr/>
          <p:nvPr/>
        </p:nvGrpSpPr>
        <p:grpSpPr>
          <a:xfrm rot="8807968">
            <a:off x="500308" y="2039098"/>
            <a:ext cx="1648819" cy="2081034"/>
            <a:chOff x="7817100" y="3575725"/>
            <a:chExt cx="1312466" cy="1656511"/>
          </a:xfrm>
        </p:grpSpPr>
        <p:pic>
          <p:nvPicPr>
            <p:cNvPr id="322" name="Google Shape;322;p51"/>
            <p:cNvPicPr preferRelativeResize="0"/>
            <p:nvPr/>
          </p:nvPicPr>
          <p:blipFill rotWithShape="1">
            <a:blip r:embed="rId1"/>
            <a:srcRect l="36025" t="2882" r="38568" b="70986"/>
            <a:stretch>
              <a:fillRect/>
            </a:stretch>
          </p:blipFill>
          <p:spPr>
            <a:xfrm>
              <a:off x="7817100" y="3575725"/>
              <a:ext cx="1273149" cy="1309527"/>
            </a:xfrm>
            <a:prstGeom prst="rect">
              <a:avLst/>
            </a:prstGeom>
            <a:noFill/>
            <a:ln>
              <a:noFill/>
            </a:ln>
          </p:spPr>
        </p:pic>
        <p:pic>
          <p:nvPicPr>
            <p:cNvPr id="323" name="Google Shape;323;p51"/>
            <p:cNvPicPr preferRelativeResize="0"/>
            <p:nvPr/>
          </p:nvPicPr>
          <p:blipFill rotWithShape="1">
            <a:blip r:embed="rId1"/>
            <a:srcRect l="5068" t="36913" r="69525" b="36955"/>
            <a:stretch>
              <a:fillRect/>
            </a:stretch>
          </p:blipFill>
          <p:spPr>
            <a:xfrm>
              <a:off x="8620315" y="3919589"/>
              <a:ext cx="509251" cy="523802"/>
            </a:xfrm>
            <a:prstGeom prst="rect">
              <a:avLst/>
            </a:prstGeom>
            <a:noFill/>
            <a:ln>
              <a:noFill/>
            </a:ln>
          </p:spPr>
        </p:pic>
        <p:pic>
          <p:nvPicPr>
            <p:cNvPr id="324" name="Google Shape;324;p51"/>
            <p:cNvPicPr preferRelativeResize="0"/>
            <p:nvPr/>
          </p:nvPicPr>
          <p:blipFill rotWithShape="1">
            <a:blip r:embed="rId1"/>
            <a:srcRect l="3968" t="4507" r="70625" b="69360"/>
            <a:stretch>
              <a:fillRect/>
            </a:stretch>
          </p:blipFill>
          <p:spPr>
            <a:xfrm>
              <a:off x="7912642" y="4511504"/>
              <a:ext cx="700708" cy="720732"/>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13335" y="4352290"/>
            <a:ext cx="2733040" cy="778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328" name="Shape 328"/>
        <p:cNvGrpSpPr/>
        <p:nvPr/>
      </p:nvGrpSpPr>
      <p:grpSpPr>
        <a:xfrm>
          <a:off x="0" y="0"/>
          <a:ext cx="0" cy="0"/>
          <a:chOff x="0" y="0"/>
          <a:chExt cx="0" cy="0"/>
        </a:xfrm>
      </p:grpSpPr>
      <p:sp>
        <p:nvSpPr>
          <p:cNvPr id="329" name="Google Shape;329;p52" descr="title"/>
          <p:cNvSpPr txBox="1"/>
          <p:nvPr>
            <p:ph type="title" idx="4294967295"/>
          </p:nvPr>
        </p:nvSpPr>
        <p:spPr>
          <a:xfrm>
            <a:off x="457200" y="572925"/>
            <a:ext cx="1834500" cy="1953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800">
                <a:solidFill>
                  <a:schemeClr val="lt2"/>
                </a:solidFill>
              </a:rPr>
              <a:t>Music and Movement Theme</a:t>
            </a:r>
            <a:endParaRPr sz="1800">
              <a:solidFill>
                <a:schemeClr val="lt2"/>
              </a:solidFill>
            </a:endParaRPr>
          </a:p>
        </p:txBody>
      </p:sp>
      <p:sp>
        <p:nvSpPr>
          <p:cNvPr id="330" name="Google Shape;330;p52" descr="header_0"/>
          <p:cNvSpPr txBox="1"/>
          <p:nvPr>
            <p:ph type="subTitle" idx="4294967295"/>
          </p:nvPr>
        </p:nvSpPr>
        <p:spPr>
          <a:xfrm>
            <a:off x="2584301" y="572925"/>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1"/>
                </a:solidFill>
              </a:rPr>
              <a:t>Subjects Connected: Music, Physical Education, Language, Social Studies</a:t>
            </a:r>
            <a:endParaRPr sz="1200" b="1">
              <a:solidFill>
                <a:schemeClr val="accent1"/>
              </a:solidFill>
            </a:endParaRPr>
          </a:p>
        </p:txBody>
      </p:sp>
      <p:sp>
        <p:nvSpPr>
          <p:cNvPr id="331" name="Google Shape;331;p52" descr="detail_0"/>
          <p:cNvSpPr txBox="1"/>
          <p:nvPr>
            <p:ph type="body" idx="4294967295"/>
          </p:nvPr>
        </p:nvSpPr>
        <p:spPr>
          <a:xfrm>
            <a:off x="4284874" y="572925"/>
            <a:ext cx="4404000" cy="1888200"/>
          </a:xfrm>
          <a:prstGeom prst="rect">
            <a:avLst/>
          </a:prstGeom>
        </p:spPr>
        <p:txBody>
          <a:bodyPr spcFirstLastPara="1" wrap="square" lIns="91425" tIns="91425" rIns="91425" bIns="91425" anchor="t" anchorCtr="0">
            <a:noAutofit/>
          </a:bodyPr>
          <a:lstStyle/>
          <a:p>
            <a:pPr marL="371475" lvl="0" indent="-222250" algn="l" rtl="0">
              <a:lnSpc>
                <a:spcPct val="100000"/>
              </a:lnSpc>
              <a:spcBef>
                <a:spcPts val="0"/>
              </a:spcBef>
              <a:spcAft>
                <a:spcPts val="0"/>
              </a:spcAft>
              <a:buSzPts val="800"/>
              <a:buChar char="●"/>
            </a:pPr>
            <a:r>
              <a:rPr lang="en-GB" sz="800"/>
              <a:t>Provide a variety of instruments (shakers, drums, xylophones) for sound exploration.</a:t>
            </a:r>
            <a:endParaRPr sz="800"/>
          </a:p>
          <a:p>
            <a:pPr marL="371475" lvl="0" indent="-222250" algn="l" rtl="0">
              <a:lnSpc>
                <a:spcPct val="100000"/>
              </a:lnSpc>
              <a:spcBef>
                <a:spcPts val="1000"/>
              </a:spcBef>
              <a:spcAft>
                <a:spcPts val="0"/>
              </a:spcAft>
              <a:buSzPts val="800"/>
              <a:buChar char="●"/>
            </a:pPr>
            <a:r>
              <a:rPr lang="en-GB" sz="800"/>
              <a:t>Discuss the instruments' origins and cultural significance as children make sounds.</a:t>
            </a:r>
            <a:endParaRPr sz="800"/>
          </a:p>
          <a:p>
            <a:pPr marL="371475" lvl="0" indent="-222250" algn="l" rtl="0">
              <a:lnSpc>
                <a:spcPct val="100000"/>
              </a:lnSpc>
              <a:spcBef>
                <a:spcPts val="1000"/>
              </a:spcBef>
              <a:spcAft>
                <a:spcPts val="0"/>
              </a:spcAft>
              <a:buSzPts val="800"/>
              <a:buChar char="●"/>
            </a:pPr>
            <a:r>
              <a:rPr lang="en-GB" sz="800"/>
              <a:t>Encourage children to move in different ways (e.g., tiptoe, jump, sway) to music.</a:t>
            </a:r>
            <a:endParaRPr sz="800"/>
          </a:p>
          <a:p>
            <a:pPr marL="371475" lvl="0" indent="-222250" algn="l" rtl="0">
              <a:lnSpc>
                <a:spcPct val="100000"/>
              </a:lnSpc>
              <a:spcBef>
                <a:spcPts val="1000"/>
              </a:spcBef>
              <a:spcAft>
                <a:spcPts val="0"/>
              </a:spcAft>
              <a:buSzPts val="800"/>
              <a:buChar char="●"/>
            </a:pPr>
            <a:r>
              <a:rPr lang="en-GB" sz="800"/>
              <a:t>Introduce concepts of tempo and rhythm through movement games like Freeze Dance.</a:t>
            </a:r>
            <a:endParaRPr sz="800"/>
          </a:p>
          <a:p>
            <a:pPr marL="371475" lvl="0" indent="-222250" algn="l" rtl="0">
              <a:lnSpc>
                <a:spcPct val="100000"/>
              </a:lnSpc>
              <a:spcBef>
                <a:spcPts val="1000"/>
              </a:spcBef>
              <a:spcAft>
                <a:spcPts val="1000"/>
              </a:spcAft>
              <a:buSzPts val="800"/>
              <a:buChar char="●"/>
            </a:pPr>
            <a:r>
              <a:rPr lang="en-GB" sz="800"/>
              <a:t>Create a short dance that tells a story, integrating language and creativity.</a:t>
            </a:r>
            <a:endParaRPr sz="800"/>
          </a:p>
        </p:txBody>
      </p:sp>
      <p:sp>
        <p:nvSpPr>
          <p:cNvPr id="332" name="Google Shape;332;p52" descr="detail_1"/>
          <p:cNvSpPr txBox="1"/>
          <p:nvPr>
            <p:ph type="body" idx="4294967295"/>
          </p:nvPr>
        </p:nvSpPr>
        <p:spPr>
          <a:xfrm>
            <a:off x="4284874" y="2668323"/>
            <a:ext cx="4404000" cy="1888200"/>
          </a:xfrm>
          <a:prstGeom prst="rect">
            <a:avLst/>
          </a:prstGeom>
        </p:spPr>
        <p:txBody>
          <a:bodyPr spcFirstLastPara="1" wrap="square" lIns="91425" tIns="91425" rIns="91425" bIns="91425" anchor="t" anchorCtr="0">
            <a:noAutofit/>
          </a:bodyPr>
          <a:lstStyle/>
          <a:p>
            <a:pPr marL="371475" lvl="0" indent="-228600" algn="l" rtl="0">
              <a:lnSpc>
                <a:spcPct val="100000"/>
              </a:lnSpc>
              <a:spcBef>
                <a:spcPts val="0"/>
              </a:spcBef>
              <a:spcAft>
                <a:spcPts val="0"/>
              </a:spcAft>
              <a:buSzPts val="900"/>
              <a:buChar char="●"/>
            </a:pPr>
            <a:r>
              <a:rPr lang="en-GB" sz="900"/>
              <a:t>Allow children to explore making sounds and rhythms with various instruments.</a:t>
            </a:r>
            <a:endParaRPr sz="900"/>
          </a:p>
          <a:p>
            <a:pPr marL="371475" lvl="0" indent="-228600" algn="l" rtl="0">
              <a:lnSpc>
                <a:spcPct val="100000"/>
              </a:lnSpc>
              <a:spcBef>
                <a:spcPts val="1000"/>
              </a:spcBef>
              <a:spcAft>
                <a:spcPts val="0"/>
              </a:spcAft>
              <a:buSzPts val="900"/>
              <a:buChar char="●"/>
            </a:pPr>
            <a:r>
              <a:rPr lang="en-GB" sz="900"/>
              <a:t>Incorporate movement into lessons using songs that celebrate nature.</a:t>
            </a:r>
            <a:endParaRPr sz="900"/>
          </a:p>
          <a:p>
            <a:pPr marL="371475" lvl="0" indent="-228600" algn="l" rtl="0">
              <a:lnSpc>
                <a:spcPct val="100000"/>
              </a:lnSpc>
              <a:spcBef>
                <a:spcPts val="1000"/>
              </a:spcBef>
              <a:spcAft>
                <a:spcPts val="0"/>
              </a:spcAft>
              <a:buSzPts val="900"/>
              <a:buChar char="●"/>
            </a:pPr>
            <a:r>
              <a:rPr lang="en-GB" sz="900"/>
              <a:t>Encourage mimicry of animal sounds to connect auditory skills and wildlife understanding.</a:t>
            </a:r>
            <a:endParaRPr sz="900"/>
          </a:p>
          <a:p>
            <a:pPr marL="371475" lvl="0" indent="-228600" algn="l" rtl="0">
              <a:lnSpc>
                <a:spcPct val="100000"/>
              </a:lnSpc>
              <a:spcBef>
                <a:spcPts val="1000"/>
              </a:spcBef>
              <a:spcAft>
                <a:spcPts val="0"/>
              </a:spcAft>
              <a:buSzPts val="900"/>
              <a:buChar char="●"/>
            </a:pPr>
            <a:r>
              <a:rPr lang="en-GB" sz="900"/>
              <a:t>Foster social interaction through group dance activities that tell a story.</a:t>
            </a:r>
            <a:endParaRPr sz="900"/>
          </a:p>
          <a:p>
            <a:pPr marL="371475" lvl="0" indent="-228600" algn="l" rtl="0">
              <a:lnSpc>
                <a:spcPct val="100000"/>
              </a:lnSpc>
              <a:spcBef>
                <a:spcPts val="1000"/>
              </a:spcBef>
              <a:spcAft>
                <a:spcPts val="1000"/>
              </a:spcAft>
              <a:buSzPts val="900"/>
              <a:buChar char="●"/>
            </a:pPr>
            <a:r>
              <a:rPr lang="en-GB" sz="900"/>
              <a:t>Engage children in discussions about their favorite movements and music.</a:t>
            </a:r>
            <a:endParaRPr sz="900"/>
          </a:p>
        </p:txBody>
      </p:sp>
      <p:sp>
        <p:nvSpPr>
          <p:cNvPr id="333" name="Google Shape;333;p52" descr="header_1"/>
          <p:cNvSpPr txBox="1"/>
          <p:nvPr>
            <p:ph type="subTitle" idx="4294967295"/>
          </p:nvPr>
        </p:nvSpPr>
        <p:spPr>
          <a:xfrm>
            <a:off x="2584301" y="2668323"/>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1"/>
                </a:solidFill>
              </a:rPr>
              <a:t>Activities and Engagement</a:t>
            </a:r>
            <a:endParaRPr sz="1200" b="1">
              <a:solidFill>
                <a:schemeClr val="accent1"/>
              </a:solidFill>
            </a:endParaRPr>
          </a:p>
        </p:txBody>
      </p:sp>
      <p:grpSp>
        <p:nvGrpSpPr>
          <p:cNvPr id="334" name="Google Shape;334;p52"/>
          <p:cNvGrpSpPr/>
          <p:nvPr/>
        </p:nvGrpSpPr>
        <p:grpSpPr>
          <a:xfrm rot="8807968">
            <a:off x="500308" y="2039098"/>
            <a:ext cx="1648819" cy="2081034"/>
            <a:chOff x="7817100" y="3575725"/>
            <a:chExt cx="1312466" cy="1656511"/>
          </a:xfrm>
        </p:grpSpPr>
        <p:pic>
          <p:nvPicPr>
            <p:cNvPr id="335" name="Google Shape;335;p52"/>
            <p:cNvPicPr preferRelativeResize="0"/>
            <p:nvPr/>
          </p:nvPicPr>
          <p:blipFill rotWithShape="1">
            <a:blip r:embed="rId1"/>
            <a:srcRect l="36025" t="2882" r="38568" b="70986"/>
            <a:stretch>
              <a:fillRect/>
            </a:stretch>
          </p:blipFill>
          <p:spPr>
            <a:xfrm>
              <a:off x="7817100" y="3575725"/>
              <a:ext cx="1273149" cy="1309527"/>
            </a:xfrm>
            <a:prstGeom prst="rect">
              <a:avLst/>
            </a:prstGeom>
            <a:noFill/>
            <a:ln>
              <a:noFill/>
            </a:ln>
          </p:spPr>
        </p:pic>
        <p:pic>
          <p:nvPicPr>
            <p:cNvPr id="336" name="Google Shape;336;p52"/>
            <p:cNvPicPr preferRelativeResize="0"/>
            <p:nvPr/>
          </p:nvPicPr>
          <p:blipFill rotWithShape="1">
            <a:blip r:embed="rId1"/>
            <a:srcRect l="5068" t="36913" r="69525" b="36955"/>
            <a:stretch>
              <a:fillRect/>
            </a:stretch>
          </p:blipFill>
          <p:spPr>
            <a:xfrm>
              <a:off x="8620315" y="3919589"/>
              <a:ext cx="509251" cy="523802"/>
            </a:xfrm>
            <a:prstGeom prst="rect">
              <a:avLst/>
            </a:prstGeom>
            <a:noFill/>
            <a:ln>
              <a:noFill/>
            </a:ln>
          </p:spPr>
        </p:pic>
        <p:pic>
          <p:nvPicPr>
            <p:cNvPr id="337" name="Google Shape;337;p52"/>
            <p:cNvPicPr preferRelativeResize="0"/>
            <p:nvPr/>
          </p:nvPicPr>
          <p:blipFill rotWithShape="1">
            <a:blip r:embed="rId1"/>
            <a:srcRect l="3968" t="4507" r="70625" b="69360"/>
            <a:stretch>
              <a:fillRect/>
            </a:stretch>
          </p:blipFill>
          <p:spPr>
            <a:xfrm>
              <a:off x="7912642" y="4511504"/>
              <a:ext cx="700708" cy="720732"/>
            </a:xfrm>
            <a:prstGeom prst="rect">
              <a:avLst/>
            </a:prstGeom>
            <a:noFill/>
            <a:ln>
              <a:noFill/>
            </a:ln>
          </p:spPr>
        </p:pic>
      </p:grpSp>
      <p:grpSp>
        <p:nvGrpSpPr>
          <p:cNvPr id="338" name="Google Shape;338;p52"/>
          <p:cNvGrpSpPr/>
          <p:nvPr/>
        </p:nvGrpSpPr>
        <p:grpSpPr>
          <a:xfrm>
            <a:off x="129675" y="3971425"/>
            <a:ext cx="2057400" cy="1033200"/>
            <a:chOff x="6922975" y="1548525"/>
            <a:chExt cx="2057400" cy="1033200"/>
          </a:xfrm>
        </p:grpSpPr>
        <p:grpSp>
          <p:nvGrpSpPr>
            <p:cNvPr id="339" name="Google Shape;339;p52"/>
            <p:cNvGrpSpPr/>
            <p:nvPr/>
          </p:nvGrpSpPr>
          <p:grpSpPr>
            <a:xfrm>
              <a:off x="6922975" y="1548525"/>
              <a:ext cx="2057400" cy="1033200"/>
              <a:chOff x="6172200" y="152400"/>
              <a:chExt cx="2057400" cy="1033200"/>
            </a:xfrm>
          </p:grpSpPr>
          <p:sp>
            <p:nvSpPr>
              <p:cNvPr id="340" name="Google Shape;340;p52"/>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41" name="Google Shape;341;p5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42" name="Google Shape;342;p5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songs or instruments that are popular with children to make the activities more relatable.</a:t>
              </a:r>
              <a:endParaRPr sz="800">
                <a:latin typeface="Inter" panose="02000503000000020004"/>
                <a:ea typeface="Inter" panose="02000503000000020004"/>
                <a:cs typeface="Inter" panose="02000503000000020004"/>
                <a:sym typeface="Inter" panose="02000503000000020004"/>
              </a:endParaRPr>
            </a:p>
          </p:txBody>
        </p:sp>
        <p:pic>
          <p:nvPicPr>
            <p:cNvPr id="343" name="Google Shape;343;p52"/>
            <p:cNvPicPr preferRelativeResize="0"/>
            <p:nvPr/>
          </p:nvPicPr>
          <p:blipFill>
            <a:blip r:embed="rId2"/>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3"/>
          <a:srcRect t="22967" b="48563"/>
          <a:stretch>
            <a:fillRect/>
          </a:stretch>
        </p:blipFill>
        <p:spPr>
          <a:xfrm>
            <a:off x="6649720" y="4364990"/>
            <a:ext cx="2733040" cy="7785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347" name="Shape 347"/>
        <p:cNvGrpSpPr/>
        <p:nvPr/>
      </p:nvGrpSpPr>
      <p:grpSpPr>
        <a:xfrm>
          <a:off x="0" y="0"/>
          <a:ext cx="0" cy="0"/>
          <a:chOff x="0" y="0"/>
          <a:chExt cx="0" cy="0"/>
        </a:xfrm>
      </p:grpSpPr>
      <p:sp>
        <p:nvSpPr>
          <p:cNvPr id="348" name="Google Shape;348;p53" descr="title"/>
          <p:cNvSpPr txBox="1"/>
          <p:nvPr>
            <p:ph type="title" idx="4294967295"/>
          </p:nvPr>
        </p:nvSpPr>
        <p:spPr>
          <a:xfrm>
            <a:off x="457200" y="572925"/>
            <a:ext cx="1834500" cy="3983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800">
                <a:solidFill>
                  <a:schemeClr val="lt2"/>
                </a:solidFill>
              </a:rPr>
              <a:t>Seasons Theme</a:t>
            </a:r>
            <a:endParaRPr sz="1800">
              <a:solidFill>
                <a:schemeClr val="lt2"/>
              </a:solidFill>
            </a:endParaRPr>
          </a:p>
        </p:txBody>
      </p:sp>
      <p:sp>
        <p:nvSpPr>
          <p:cNvPr id="349" name="Google Shape;349;p53" descr="header_0"/>
          <p:cNvSpPr txBox="1"/>
          <p:nvPr>
            <p:ph type="subTitle" idx="4294967295"/>
          </p:nvPr>
        </p:nvSpPr>
        <p:spPr>
          <a:xfrm>
            <a:off x="2584301" y="572925"/>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5"/>
                </a:solidFill>
              </a:rPr>
              <a:t>Subjects Connected: Science, Art, Language, Math</a:t>
            </a:r>
            <a:endParaRPr sz="1200" b="1">
              <a:solidFill>
                <a:schemeClr val="accent5"/>
              </a:solidFill>
            </a:endParaRPr>
          </a:p>
        </p:txBody>
      </p:sp>
      <p:sp>
        <p:nvSpPr>
          <p:cNvPr id="350" name="Google Shape;350;p53" descr="detail_0"/>
          <p:cNvSpPr txBox="1"/>
          <p:nvPr>
            <p:ph type="body" idx="4294967295"/>
          </p:nvPr>
        </p:nvSpPr>
        <p:spPr>
          <a:xfrm>
            <a:off x="4284874" y="572925"/>
            <a:ext cx="4404000" cy="18882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SzPts val="1000"/>
              <a:buChar char="●"/>
            </a:pPr>
            <a:r>
              <a:rPr lang="en-GB" sz="1000"/>
              <a:t>Create crafts that represent different seasons.</a:t>
            </a:r>
            <a:endParaRPr sz="1000"/>
          </a:p>
          <a:p>
            <a:pPr marL="371475" lvl="0" indent="-234950" algn="l" rtl="0">
              <a:lnSpc>
                <a:spcPct val="100000"/>
              </a:lnSpc>
              <a:spcBef>
                <a:spcPts val="1000"/>
              </a:spcBef>
              <a:spcAft>
                <a:spcPts val="0"/>
              </a:spcAft>
              <a:buSzPts val="1000"/>
              <a:buChar char="●"/>
            </a:pPr>
            <a:r>
              <a:rPr lang="en-GB" sz="1000"/>
              <a:t>For example, make snowflakes for winter, flowers for spring, leaves for autumn, and sun for summer.</a:t>
            </a:r>
            <a:endParaRPr sz="1000"/>
          </a:p>
          <a:p>
            <a:pPr marL="371475" lvl="0" indent="-234950" algn="l" rtl="0">
              <a:lnSpc>
                <a:spcPct val="100000"/>
              </a:lnSpc>
              <a:spcBef>
                <a:spcPts val="1000"/>
              </a:spcBef>
              <a:spcAft>
                <a:spcPts val="0"/>
              </a:spcAft>
              <a:buSzPts val="1000"/>
              <a:buChar char="●"/>
            </a:pPr>
            <a:r>
              <a:rPr lang="en-GB" sz="1000"/>
              <a:t>Discuss the characteristics of each season during crafting sessions.</a:t>
            </a:r>
            <a:endParaRPr sz="1000"/>
          </a:p>
          <a:p>
            <a:pPr marL="371475" lvl="0" indent="-234950" algn="l" rtl="0">
              <a:lnSpc>
                <a:spcPct val="100000"/>
              </a:lnSpc>
              <a:spcBef>
                <a:spcPts val="1000"/>
              </a:spcBef>
              <a:spcAft>
                <a:spcPts val="1000"/>
              </a:spcAft>
              <a:buSzPts val="1000"/>
              <a:buChar char="●"/>
            </a:pPr>
            <a:r>
              <a:rPr lang="en-GB" sz="1000"/>
              <a:t>Create a daily weather chart where children can observe and mark the weather.</a:t>
            </a:r>
            <a:endParaRPr sz="1000"/>
          </a:p>
        </p:txBody>
      </p:sp>
      <p:sp>
        <p:nvSpPr>
          <p:cNvPr id="351" name="Google Shape;351;p53" descr="detail_1"/>
          <p:cNvSpPr txBox="1"/>
          <p:nvPr>
            <p:ph type="body" idx="4294967295"/>
          </p:nvPr>
        </p:nvSpPr>
        <p:spPr>
          <a:xfrm>
            <a:off x="4284874" y="2668323"/>
            <a:ext cx="4404000" cy="18882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SzPts val="1000"/>
              <a:buChar char="●"/>
            </a:pPr>
            <a:r>
              <a:rPr lang="en-GB" sz="1000"/>
              <a:t>Engage in discussions about seasonal changes and associated weather patterns.</a:t>
            </a:r>
            <a:endParaRPr sz="1000"/>
          </a:p>
          <a:p>
            <a:pPr marL="371475" lvl="0" indent="-234950" algn="l" rtl="0">
              <a:lnSpc>
                <a:spcPct val="100000"/>
              </a:lnSpc>
              <a:spcBef>
                <a:spcPts val="1000"/>
              </a:spcBef>
              <a:spcAft>
                <a:spcPts val="0"/>
              </a:spcAft>
              <a:buSzPts val="1000"/>
              <a:buChar char="●"/>
            </a:pPr>
            <a:r>
              <a:rPr lang="en-GB" sz="1000"/>
              <a:t>Integrate art by using seasonal themes in storytelling and craft-making.</a:t>
            </a:r>
            <a:endParaRPr sz="1000"/>
          </a:p>
          <a:p>
            <a:pPr marL="371475" lvl="0" indent="-234950" algn="l" rtl="0">
              <a:lnSpc>
                <a:spcPct val="100000"/>
              </a:lnSpc>
              <a:spcBef>
                <a:spcPts val="1000"/>
              </a:spcBef>
              <a:spcAft>
                <a:spcPts val="0"/>
              </a:spcAft>
              <a:buSzPts val="1000"/>
              <a:buChar char="●"/>
            </a:pPr>
            <a:r>
              <a:rPr lang="en-GB" sz="1000"/>
              <a:t>Encourage children to observe nature and describe seasonal changes, enhancing vocabulary.</a:t>
            </a:r>
            <a:endParaRPr sz="1000"/>
          </a:p>
          <a:p>
            <a:pPr marL="371475" lvl="0" indent="-234950" algn="l" rtl="0">
              <a:lnSpc>
                <a:spcPct val="100000"/>
              </a:lnSpc>
              <a:spcBef>
                <a:spcPts val="1000"/>
              </a:spcBef>
              <a:spcAft>
                <a:spcPts val="1000"/>
              </a:spcAft>
              <a:buSzPts val="1000"/>
              <a:buChar char="●"/>
            </a:pPr>
            <a:r>
              <a:rPr lang="en-GB" sz="1000"/>
              <a:t>Incorporate tallying and counting based on the weather chart, connecting to math.</a:t>
            </a:r>
            <a:endParaRPr sz="1000"/>
          </a:p>
        </p:txBody>
      </p:sp>
      <p:sp>
        <p:nvSpPr>
          <p:cNvPr id="352" name="Google Shape;352;p53" descr="header_1"/>
          <p:cNvSpPr txBox="1"/>
          <p:nvPr>
            <p:ph type="subTitle" idx="4294967295"/>
          </p:nvPr>
        </p:nvSpPr>
        <p:spPr>
          <a:xfrm>
            <a:off x="2584301" y="2668323"/>
            <a:ext cx="1603500" cy="18882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solidFill>
                  <a:schemeClr val="accent5"/>
                </a:solidFill>
              </a:rPr>
              <a:t>Seasonal Learning Activities</a:t>
            </a:r>
            <a:endParaRPr sz="1200" b="1">
              <a:solidFill>
                <a:schemeClr val="accent5"/>
              </a:solidFill>
            </a:endParaRPr>
          </a:p>
        </p:txBody>
      </p:sp>
      <p:grpSp>
        <p:nvGrpSpPr>
          <p:cNvPr id="353" name="Google Shape;353;p53"/>
          <p:cNvGrpSpPr/>
          <p:nvPr/>
        </p:nvGrpSpPr>
        <p:grpSpPr>
          <a:xfrm>
            <a:off x="318692" y="1785655"/>
            <a:ext cx="2090031" cy="2146750"/>
            <a:chOff x="318692" y="1785655"/>
            <a:chExt cx="2090031" cy="2146750"/>
          </a:xfrm>
        </p:grpSpPr>
        <p:grpSp>
          <p:nvGrpSpPr>
            <p:cNvPr id="354" name="Google Shape;354;p53"/>
            <p:cNvGrpSpPr/>
            <p:nvPr/>
          </p:nvGrpSpPr>
          <p:grpSpPr>
            <a:xfrm rot="-9268882">
              <a:off x="599324" y="2034520"/>
              <a:ext cx="1528765" cy="1649017"/>
              <a:chOff x="7912642" y="3919589"/>
              <a:chExt cx="1216924" cy="1312646"/>
            </a:xfrm>
          </p:grpSpPr>
          <p:pic>
            <p:nvPicPr>
              <p:cNvPr id="355" name="Google Shape;355;p53"/>
              <p:cNvPicPr preferRelativeResize="0"/>
              <p:nvPr/>
            </p:nvPicPr>
            <p:blipFill rotWithShape="1">
              <a:blip r:embed="rId1"/>
              <a:srcRect l="71258" t="3637" r="3335" b="70231"/>
              <a:stretch>
                <a:fillRect/>
              </a:stretch>
            </p:blipFill>
            <p:spPr>
              <a:xfrm>
                <a:off x="8620315" y="3919589"/>
                <a:ext cx="509251" cy="523802"/>
              </a:xfrm>
              <a:prstGeom prst="rect">
                <a:avLst/>
              </a:prstGeom>
              <a:noFill/>
              <a:ln>
                <a:noFill/>
              </a:ln>
            </p:spPr>
          </p:pic>
          <p:pic>
            <p:nvPicPr>
              <p:cNvPr id="356" name="Google Shape;356;p53"/>
              <p:cNvPicPr preferRelativeResize="0"/>
              <p:nvPr/>
            </p:nvPicPr>
            <p:blipFill rotWithShape="1">
              <a:blip r:embed="rId1"/>
              <a:srcRect l="3808" t="35732" r="70785" b="38136"/>
              <a:stretch>
                <a:fillRect/>
              </a:stretch>
            </p:blipFill>
            <p:spPr>
              <a:xfrm>
                <a:off x="7912642" y="4511504"/>
                <a:ext cx="700708" cy="720732"/>
              </a:xfrm>
              <a:prstGeom prst="rect">
                <a:avLst/>
              </a:prstGeom>
              <a:noFill/>
              <a:ln>
                <a:noFill/>
              </a:ln>
            </p:spPr>
          </p:pic>
        </p:grpSp>
        <p:pic>
          <p:nvPicPr>
            <p:cNvPr id="357" name="Google Shape;357;p53"/>
            <p:cNvPicPr preferRelativeResize="0"/>
            <p:nvPr/>
          </p:nvPicPr>
          <p:blipFill rotWithShape="1">
            <a:blip r:embed="rId2"/>
            <a:srcRect l="48130" t="2239" b="49183"/>
            <a:stretch>
              <a:fillRect/>
            </a:stretch>
          </p:blipFill>
          <p:spPr>
            <a:xfrm rot="8284879">
              <a:off x="1169398" y="3229199"/>
              <a:ext cx="611100" cy="572305"/>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13335" y="4364990"/>
            <a:ext cx="2733040" cy="7785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61" name="Shape 361"/>
        <p:cNvGrpSpPr/>
        <p:nvPr/>
      </p:nvGrpSpPr>
      <p:grpSpPr>
        <a:xfrm>
          <a:off x="0" y="0"/>
          <a:ext cx="0" cy="0"/>
          <a:chOff x="0" y="0"/>
          <a:chExt cx="0" cy="0"/>
        </a:xfrm>
      </p:grpSpPr>
      <p:sp>
        <p:nvSpPr>
          <p:cNvPr id="362" name="Google Shape;362;p54" descr="title"/>
          <p:cNvSpPr txBox="1"/>
          <p:nvPr>
            <p:ph type="title"/>
          </p:nvPr>
        </p:nvSpPr>
        <p:spPr>
          <a:xfrm>
            <a:off x="457200" y="915600"/>
            <a:ext cx="1834500" cy="3349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800">
                <a:solidFill>
                  <a:schemeClr val="lt2"/>
                </a:solidFill>
              </a:rPr>
              <a:t>Healthy Living Theme</a:t>
            </a:r>
            <a:endParaRPr sz="1800">
              <a:solidFill>
                <a:schemeClr val="lt2"/>
              </a:solidFill>
            </a:endParaRPr>
          </a:p>
        </p:txBody>
      </p:sp>
      <p:sp>
        <p:nvSpPr>
          <p:cNvPr id="363" name="Google Shape;363;p54" descr="header_0"/>
          <p:cNvSpPr txBox="1"/>
          <p:nvPr>
            <p:ph type="subTitle" idx="4294967295"/>
          </p:nvPr>
        </p:nvSpPr>
        <p:spPr>
          <a:xfrm>
            <a:off x="2584300" y="915600"/>
            <a:ext cx="1603500" cy="15876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t>Subjects Connected: Science, Health, Art, Language</a:t>
            </a:r>
            <a:endParaRPr sz="1200" b="1"/>
          </a:p>
        </p:txBody>
      </p:sp>
      <p:sp>
        <p:nvSpPr>
          <p:cNvPr id="364" name="Google Shape;364;p54" descr="detail_0"/>
          <p:cNvSpPr txBox="1"/>
          <p:nvPr>
            <p:ph type="body" idx="1"/>
          </p:nvPr>
        </p:nvSpPr>
        <p:spPr>
          <a:xfrm>
            <a:off x="4284871" y="915600"/>
            <a:ext cx="4404000" cy="15876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Clr>
                <a:schemeClr val="accent1"/>
              </a:buClr>
              <a:buSzPts val="1000"/>
              <a:buChar char="●"/>
            </a:pPr>
            <a:r>
              <a:rPr lang="en-GB" sz="1200"/>
              <a:t>Create art using pictures of healthy foods, discussing benefits of fruits and vegetables.</a:t>
            </a:r>
            <a:endParaRPr sz="1200"/>
          </a:p>
          <a:p>
            <a:pPr marL="371475" lvl="0" indent="-234950" algn="l" rtl="0">
              <a:lnSpc>
                <a:spcPct val="100000"/>
              </a:lnSpc>
              <a:spcBef>
                <a:spcPts val="1000"/>
              </a:spcBef>
              <a:spcAft>
                <a:spcPts val="0"/>
              </a:spcAft>
              <a:buClr>
                <a:schemeClr val="accent1"/>
              </a:buClr>
              <a:buSzPts val="1000"/>
              <a:buChar char="●"/>
            </a:pPr>
            <a:r>
              <a:rPr lang="en-GB" sz="1200"/>
              <a:t>Introduce simple exercises or yoga poses that promote physical health, integrating math and science.</a:t>
            </a:r>
            <a:endParaRPr sz="1200"/>
          </a:p>
          <a:p>
            <a:pPr marL="371475" lvl="0" indent="-234950" algn="l" rtl="0">
              <a:lnSpc>
                <a:spcPct val="100000"/>
              </a:lnSpc>
              <a:spcBef>
                <a:spcPts val="1000"/>
              </a:spcBef>
              <a:spcAft>
                <a:spcPts val="1000"/>
              </a:spcAft>
              <a:buClr>
                <a:schemeClr val="accent1"/>
              </a:buClr>
              <a:buSzPts val="1000"/>
              <a:buChar char="●"/>
            </a:pPr>
            <a:r>
              <a:rPr lang="en-GB" sz="1200"/>
              <a:t>Read books about healthy living, engaging children in discussions about their favorite healthy foods.</a:t>
            </a:r>
            <a:endParaRPr sz="1200"/>
          </a:p>
        </p:txBody>
      </p:sp>
      <p:sp>
        <p:nvSpPr>
          <p:cNvPr id="365" name="Google Shape;365;p54" descr="detail_1"/>
          <p:cNvSpPr txBox="1"/>
          <p:nvPr>
            <p:ph type="body" idx="1"/>
          </p:nvPr>
        </p:nvSpPr>
        <p:spPr>
          <a:xfrm>
            <a:off x="4284871" y="2677375"/>
            <a:ext cx="4404000" cy="1587600"/>
          </a:xfrm>
          <a:prstGeom prst="rect">
            <a:avLst/>
          </a:prstGeom>
        </p:spPr>
        <p:txBody>
          <a:bodyPr spcFirstLastPara="1" wrap="square" lIns="91425" tIns="91425" rIns="91425" bIns="91425" anchor="t" anchorCtr="0">
            <a:noAutofit/>
          </a:bodyPr>
          <a:lstStyle/>
          <a:p>
            <a:pPr marL="371475" lvl="0" indent="-234950" algn="l" rtl="0">
              <a:lnSpc>
                <a:spcPct val="100000"/>
              </a:lnSpc>
              <a:spcBef>
                <a:spcPts val="0"/>
              </a:spcBef>
              <a:spcAft>
                <a:spcPts val="0"/>
              </a:spcAft>
              <a:buClr>
                <a:schemeClr val="accent3"/>
              </a:buClr>
              <a:buSzPts val="1000"/>
              <a:buChar char="●"/>
            </a:pPr>
            <a:r>
              <a:rPr lang="en-GB" sz="1200"/>
              <a:t>Healthy Food Art: Have children create art using pictures of healthy foods.</a:t>
            </a:r>
            <a:endParaRPr sz="1200"/>
          </a:p>
          <a:p>
            <a:pPr marL="371475" lvl="0" indent="-234950" algn="l" rtl="0">
              <a:lnSpc>
                <a:spcPct val="100000"/>
              </a:lnSpc>
              <a:spcBef>
                <a:spcPts val="1000"/>
              </a:spcBef>
              <a:spcAft>
                <a:spcPts val="0"/>
              </a:spcAft>
              <a:buClr>
                <a:schemeClr val="accent3"/>
              </a:buClr>
              <a:buSzPts val="1000"/>
              <a:buChar char="●"/>
            </a:pPr>
            <a:r>
              <a:rPr lang="en-GB" sz="1200"/>
              <a:t>Movement Activities: Introduce simple exercises or yoga poses that promote physical health.</a:t>
            </a:r>
            <a:endParaRPr sz="1200"/>
          </a:p>
          <a:p>
            <a:pPr marL="371475" lvl="0" indent="-234950" algn="l" rtl="0">
              <a:lnSpc>
                <a:spcPct val="100000"/>
              </a:lnSpc>
              <a:spcBef>
                <a:spcPts val="1000"/>
              </a:spcBef>
              <a:spcAft>
                <a:spcPts val="1000"/>
              </a:spcAft>
              <a:buClr>
                <a:schemeClr val="accent3"/>
              </a:buClr>
              <a:buSzPts val="1000"/>
              <a:buChar char="●"/>
            </a:pPr>
            <a:r>
              <a:rPr lang="en-GB" sz="1200"/>
              <a:t>Story-time on Healthy Habits: Read books about healthy living, like 'Eating the Alphabet'.</a:t>
            </a:r>
            <a:endParaRPr sz="1200"/>
          </a:p>
        </p:txBody>
      </p:sp>
      <p:sp>
        <p:nvSpPr>
          <p:cNvPr id="366" name="Google Shape;366;p54" descr="header_1"/>
          <p:cNvSpPr txBox="1"/>
          <p:nvPr>
            <p:ph type="subTitle" idx="4294967295"/>
          </p:nvPr>
        </p:nvSpPr>
        <p:spPr>
          <a:xfrm>
            <a:off x="2584300" y="2677375"/>
            <a:ext cx="1603500" cy="1587600"/>
          </a:xfrm>
          <a:prstGeom prst="rect">
            <a:avLst/>
          </a:prstGeom>
        </p:spPr>
        <p:txBody>
          <a:bodyPr spcFirstLastPara="1" wrap="square" lIns="91425" tIns="91425" rIns="91425" bIns="0" anchor="t" anchorCtr="0">
            <a:noAutofit/>
          </a:bodyPr>
          <a:lstStyle/>
          <a:p>
            <a:pPr marL="0" lvl="0" indent="0" algn="l" rtl="0">
              <a:spcBef>
                <a:spcPts val="0"/>
              </a:spcBef>
              <a:spcAft>
                <a:spcPts val="800"/>
              </a:spcAft>
              <a:buNone/>
            </a:pPr>
            <a:r>
              <a:rPr lang="en-GB" sz="1200" b="1"/>
              <a:t>Activity Ideas</a:t>
            </a:r>
            <a:endParaRPr sz="1200" b="1"/>
          </a:p>
        </p:txBody>
      </p:sp>
      <p:pic>
        <p:nvPicPr>
          <p:cNvPr id="7" name="Picture 6" descr="pixelcut-export (1)"/>
          <p:cNvPicPr>
            <a:picLocks noChangeAspect="1"/>
          </p:cNvPicPr>
          <p:nvPr/>
        </p:nvPicPr>
        <p:blipFill>
          <a:blip r:embed="rId1"/>
          <a:srcRect t="22967" b="48563"/>
          <a:stretch>
            <a:fillRect/>
          </a:stretch>
        </p:blipFill>
        <p:spPr>
          <a:xfrm>
            <a:off x="13335" y="4364990"/>
            <a:ext cx="2733040" cy="7785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370" name="Shape 370"/>
        <p:cNvGrpSpPr/>
        <p:nvPr/>
      </p:nvGrpSpPr>
      <p:grpSpPr>
        <a:xfrm>
          <a:off x="0" y="0"/>
          <a:ext cx="0" cy="0"/>
          <a:chOff x="0" y="0"/>
          <a:chExt cx="0" cy="0"/>
        </a:xfrm>
      </p:grpSpPr>
      <p:sp>
        <p:nvSpPr>
          <p:cNvPr id="371" name="Google Shape;371;p55" descr="detail_0"/>
          <p:cNvSpPr txBox="1"/>
          <p:nvPr>
            <p:ph type="body" idx="4294967295"/>
          </p:nvPr>
        </p:nvSpPr>
        <p:spPr>
          <a:xfrm>
            <a:off x="2746275" y="1772350"/>
            <a:ext cx="5511900" cy="2905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800"/>
              </a:spcAft>
              <a:buNone/>
            </a:pPr>
            <a:r>
              <a:rPr lang="en-GB" sz="1200">
                <a:solidFill>
                  <a:schemeClr val="accent6"/>
                </a:solidFill>
              </a:rPr>
              <a:t>Incorporating games and hands-on activities allows children aged 3 to 6 to learn through exploration and play. These methods foster curiosity, creativity, and critical thinking while supporting their overall development. By enacting themed lessons that connect various subjects, educators can create a rich, holistic learning experience. Tailoring activities to children's interests and developmental stages ensures that learning is both fun and meaningful, ultimately enhancing their educational journey.</a:t>
            </a:r>
            <a:endParaRPr sz="1200">
              <a:solidFill>
                <a:schemeClr val="accent6"/>
              </a:solidFill>
            </a:endParaRPr>
          </a:p>
        </p:txBody>
      </p:sp>
      <p:sp>
        <p:nvSpPr>
          <p:cNvPr id="372" name="Google Shape;372;p55" descr="title"/>
          <p:cNvSpPr txBox="1"/>
          <p:nvPr>
            <p:ph type="title"/>
          </p:nvPr>
        </p:nvSpPr>
        <p:spPr>
          <a:xfrm>
            <a:off x="2743875" y="915600"/>
            <a:ext cx="5516700" cy="572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GB"/>
              <a:t>Conclusion</a:t>
            </a:r>
            <a:endParaRPr sz="2600">
              <a:solidFill>
                <a:schemeClr val="lt2"/>
              </a:solidFill>
            </a:endParaRPr>
          </a:p>
        </p:txBody>
      </p:sp>
      <p:grpSp>
        <p:nvGrpSpPr>
          <p:cNvPr id="373" name="Google Shape;373;p55"/>
          <p:cNvGrpSpPr/>
          <p:nvPr/>
        </p:nvGrpSpPr>
        <p:grpSpPr>
          <a:xfrm>
            <a:off x="6952825" y="3952950"/>
            <a:ext cx="2057400" cy="1033200"/>
            <a:chOff x="6922975" y="1548525"/>
            <a:chExt cx="2057400" cy="1033200"/>
          </a:xfrm>
        </p:grpSpPr>
        <p:grpSp>
          <p:nvGrpSpPr>
            <p:cNvPr id="374" name="Google Shape;374;p55"/>
            <p:cNvGrpSpPr/>
            <p:nvPr/>
          </p:nvGrpSpPr>
          <p:grpSpPr>
            <a:xfrm>
              <a:off x="6922975" y="1548525"/>
              <a:ext cx="2057400" cy="1033200"/>
              <a:chOff x="6172200" y="152400"/>
              <a:chExt cx="2057400" cy="1033200"/>
            </a:xfrm>
          </p:grpSpPr>
          <p:sp>
            <p:nvSpPr>
              <p:cNvPr id="375" name="Google Shape;375;p55"/>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76" name="Google Shape;376;p5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77" name="Google Shape;377;p5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how these methodologies have positively impacted children's learning and engagement.</a:t>
              </a:r>
              <a:endParaRPr sz="800">
                <a:latin typeface="Inter" panose="02000503000000020004"/>
                <a:ea typeface="Inter" panose="02000503000000020004"/>
                <a:cs typeface="Inter" panose="02000503000000020004"/>
                <a:sym typeface="Inter" panose="02000503000000020004"/>
              </a:endParaRPr>
            </a:p>
          </p:txBody>
        </p:sp>
        <p:pic>
          <p:nvPicPr>
            <p:cNvPr id="378" name="Google Shape;378;p55"/>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6614795" y="0"/>
            <a:ext cx="2733040" cy="7785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382" name="Shape 382"/>
        <p:cNvGrpSpPr/>
        <p:nvPr/>
      </p:nvGrpSpPr>
      <p:grpSpPr>
        <a:xfrm>
          <a:off x="0" y="0"/>
          <a:ext cx="0" cy="0"/>
          <a:chOff x="0" y="0"/>
          <a:chExt cx="0" cy="0"/>
        </a:xfrm>
      </p:grpSpPr>
      <p:sp>
        <p:nvSpPr>
          <p:cNvPr id="383" name="Google Shape;383;p56"/>
          <p:cNvSpPr/>
          <p:nvPr/>
        </p:nvSpPr>
        <p:spPr>
          <a:xfrm>
            <a:off x="6159625" y="1326900"/>
            <a:ext cx="2286000" cy="2286000"/>
          </a:xfrm>
          <a:prstGeom prst="roundRect">
            <a:avLst>
              <a:gd name="adj" fmla="val 9852"/>
            </a:avLst>
          </a:prstGeom>
          <a:solidFill>
            <a:schemeClr val="accent4"/>
          </a:solidFill>
          <a:ln w="9525" cap="flat" cmpd="sng">
            <a:solidFill>
              <a:schemeClr val="lt1"/>
            </a:solidFill>
            <a:prstDash val="solid"/>
            <a:round/>
            <a:headEnd type="none" w="sm" len="sm"/>
            <a:tailEnd type="none" w="sm" len="sm"/>
          </a:ln>
          <a:effectLst>
            <a:outerShdw dist="95250" dir="2580000" algn="bl" rotWithShape="0">
              <a:schemeClr val="lt2"/>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Lexend"/>
              <a:ea typeface="Lexend"/>
              <a:cs typeface="Lexend"/>
              <a:sym typeface="Lexend"/>
            </a:endParaRPr>
          </a:p>
        </p:txBody>
      </p:sp>
      <p:pic>
        <p:nvPicPr>
          <p:cNvPr id="384" name="Google Shape;384;p56"/>
          <p:cNvPicPr preferRelativeResize="0"/>
          <p:nvPr/>
        </p:nvPicPr>
        <p:blipFill rotWithShape="1">
          <a:blip r:embed="rId1"/>
          <a:srcRect/>
          <a:stretch>
            <a:fillRect/>
          </a:stretch>
        </p:blipFill>
        <p:spPr>
          <a:xfrm>
            <a:off x="6159625" y="1326900"/>
            <a:ext cx="2286000" cy="2286000"/>
          </a:xfrm>
          <a:prstGeom prst="roundRect">
            <a:avLst>
              <a:gd name="adj" fmla="val 9848"/>
            </a:avLst>
          </a:prstGeom>
          <a:noFill/>
          <a:ln w="9525" cap="flat" cmpd="sng">
            <a:solidFill>
              <a:srgbClr val="000000"/>
            </a:solidFill>
            <a:prstDash val="solid"/>
            <a:round/>
            <a:headEnd type="none" w="sm" len="sm"/>
            <a:tailEnd type="none" w="sm" len="sm"/>
          </a:ln>
        </p:spPr>
      </p:pic>
      <p:pic>
        <p:nvPicPr>
          <p:cNvPr id="385" name="Google Shape;385;p56"/>
          <p:cNvPicPr preferRelativeResize="0"/>
          <p:nvPr/>
        </p:nvPicPr>
        <p:blipFill rotWithShape="1">
          <a:blip r:embed="rId2"/>
          <a:srcRect l="35959" t="2908" r="38634" b="34681"/>
          <a:stretch>
            <a:fillRect/>
          </a:stretch>
        </p:blipFill>
        <p:spPr>
          <a:xfrm rot="3656320">
            <a:off x="6318006" y="-392541"/>
            <a:ext cx="1147639" cy="2819230"/>
          </a:xfrm>
          <a:prstGeom prst="rect">
            <a:avLst/>
          </a:prstGeom>
          <a:noFill/>
          <a:ln>
            <a:noFill/>
          </a:ln>
        </p:spPr>
      </p:pic>
      <p:pic>
        <p:nvPicPr>
          <p:cNvPr id="386" name="Google Shape;386;p56"/>
          <p:cNvPicPr preferRelativeResize="0"/>
          <p:nvPr/>
        </p:nvPicPr>
        <p:blipFill rotWithShape="1">
          <a:blip r:embed="rId2"/>
          <a:srcRect l="1958" t="3601" r="72635" b="33988"/>
          <a:stretch>
            <a:fillRect/>
          </a:stretch>
        </p:blipFill>
        <p:spPr>
          <a:xfrm rot="4046628" flipH="1">
            <a:off x="7169232" y="2122508"/>
            <a:ext cx="1147640" cy="2819232"/>
          </a:xfrm>
          <a:prstGeom prst="rect">
            <a:avLst/>
          </a:prstGeom>
          <a:noFill/>
          <a:ln>
            <a:noFill/>
          </a:ln>
        </p:spPr>
      </p:pic>
      <p:sp>
        <p:nvSpPr>
          <p:cNvPr id="387" name="Google Shape;387;p56" descr="header_0"/>
          <p:cNvSpPr txBox="1"/>
          <p:nvPr>
            <p:ph type="subTitle" idx="4294967295"/>
          </p:nvPr>
        </p:nvSpPr>
        <p:spPr>
          <a:xfrm>
            <a:off x="457200" y="1326900"/>
            <a:ext cx="5036700" cy="620700"/>
          </a:xfrm>
          <a:prstGeom prst="rect">
            <a:avLst/>
          </a:prstGeom>
        </p:spPr>
        <p:txBody>
          <a:bodyPr spcFirstLastPara="1" wrap="square" lIns="91425" tIns="91425" rIns="91425" bIns="91425" anchor="b" anchorCtr="0">
            <a:noAutofit/>
          </a:bodyPr>
          <a:lstStyle/>
          <a:p>
            <a:pPr marL="0" lvl="0" indent="0" algn="l" rtl="0">
              <a:spcBef>
                <a:spcPts val="0"/>
              </a:spcBef>
              <a:spcAft>
                <a:spcPts val="800"/>
              </a:spcAft>
              <a:buNone/>
            </a:pPr>
            <a:r>
              <a:rPr lang="en-GB" b="1">
                <a:solidFill>
                  <a:schemeClr val="lt2"/>
                </a:solidFill>
              </a:rPr>
              <a:t>Theme-Based Craft Creation</a:t>
            </a:r>
            <a:endParaRPr b="1">
              <a:solidFill>
                <a:schemeClr val="lt2"/>
              </a:solidFill>
            </a:endParaRPr>
          </a:p>
        </p:txBody>
      </p:sp>
      <p:sp>
        <p:nvSpPr>
          <p:cNvPr id="388" name="Google Shape;388;p56" descr="detail_0"/>
          <p:cNvSpPr txBox="1"/>
          <p:nvPr>
            <p:ph type="body" idx="1"/>
          </p:nvPr>
        </p:nvSpPr>
        <p:spPr>
          <a:xfrm>
            <a:off x="457200" y="1947600"/>
            <a:ext cx="5036700" cy="2089500"/>
          </a:xfrm>
          <a:prstGeom prst="rect">
            <a:avLst/>
          </a:prstGeom>
        </p:spPr>
        <p:txBody>
          <a:bodyPr spcFirstLastPara="1" wrap="square" lIns="91425" tIns="91425" rIns="0" bIns="91425" anchor="t" anchorCtr="0">
            <a:noAutofit/>
          </a:bodyPr>
          <a:lstStyle/>
          <a:p>
            <a:pPr marL="371475" marR="0" lvl="0" indent="-241300" algn="l" rtl="0">
              <a:lnSpc>
                <a:spcPct val="100000"/>
              </a:lnSpc>
              <a:spcBef>
                <a:spcPts val="0"/>
              </a:spcBef>
              <a:spcAft>
                <a:spcPts val="0"/>
              </a:spcAft>
              <a:buClr>
                <a:schemeClr val="accent5"/>
              </a:buClr>
              <a:buSzPts val="1100"/>
              <a:buChar char="●"/>
            </a:pPr>
            <a:r>
              <a:rPr lang="en-GB" sz="1100"/>
              <a:t>Children are encouraged to choose any theme they are interested in, such as nature, colors, or seasons, to guide their craft-making activities.</a:t>
            </a:r>
            <a:endParaRPr sz="1100"/>
          </a:p>
          <a:p>
            <a:pPr marL="371475" marR="0" lvl="0" indent="-241300" algn="l" rtl="0">
              <a:lnSpc>
                <a:spcPct val="100000"/>
              </a:lnSpc>
              <a:spcBef>
                <a:spcPts val="1000"/>
              </a:spcBef>
              <a:spcAft>
                <a:spcPts val="0"/>
              </a:spcAft>
              <a:buClr>
                <a:schemeClr val="accent5"/>
              </a:buClr>
              <a:buSzPts val="1100"/>
              <a:buChar char="●"/>
            </a:pPr>
            <a:r>
              <a:rPr lang="en-GB" sz="1100"/>
              <a:t>Using relevant materials, they can create unique crafts that reflect their chosen theme, fostering creativity and personal expression.</a:t>
            </a:r>
            <a:endParaRPr sz="1100"/>
          </a:p>
          <a:p>
            <a:pPr marL="371475" marR="0" lvl="0" indent="-241300" algn="l" rtl="0">
              <a:lnSpc>
                <a:spcPct val="100000"/>
              </a:lnSpc>
              <a:spcBef>
                <a:spcPts val="1000"/>
              </a:spcBef>
              <a:spcAft>
                <a:spcPts val="1000"/>
              </a:spcAft>
              <a:buClr>
                <a:schemeClr val="accent5"/>
              </a:buClr>
              <a:buSzPts val="1100"/>
              <a:buChar char="●"/>
            </a:pPr>
            <a:r>
              <a:rPr lang="en-GB" sz="1100"/>
              <a:t>This hands-on experience enhances thematic understanding as children discuss the significance of their crafts and the themes they represent.</a:t>
            </a:r>
            <a:endParaRPr sz="1100"/>
          </a:p>
        </p:txBody>
      </p:sp>
      <p:sp>
        <p:nvSpPr>
          <p:cNvPr id="389" name="Google Shape;389;p56" descr="title"/>
          <p:cNvSpPr txBox="1"/>
          <p:nvPr>
            <p:ph type="title"/>
          </p:nvPr>
        </p:nvSpPr>
        <p:spPr>
          <a:xfrm>
            <a:off x="457200" y="617825"/>
            <a:ext cx="5036700" cy="709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GB" sz="2000">
                <a:solidFill>
                  <a:schemeClr val="lt2"/>
                </a:solidFill>
              </a:rPr>
              <a:t>Craft Making Activity</a:t>
            </a:r>
            <a:endParaRPr sz="2000">
              <a:solidFill>
                <a:schemeClr val="lt2"/>
              </a:solidFill>
            </a:endParaRPr>
          </a:p>
        </p:txBody>
      </p:sp>
      <p:grpSp>
        <p:nvGrpSpPr>
          <p:cNvPr id="390" name="Google Shape;390;p56"/>
          <p:cNvGrpSpPr/>
          <p:nvPr/>
        </p:nvGrpSpPr>
        <p:grpSpPr>
          <a:xfrm>
            <a:off x="129675" y="3971425"/>
            <a:ext cx="2057400" cy="1033200"/>
            <a:chOff x="6922975" y="1548525"/>
            <a:chExt cx="2057400" cy="1033200"/>
          </a:xfrm>
        </p:grpSpPr>
        <p:grpSp>
          <p:nvGrpSpPr>
            <p:cNvPr id="391" name="Google Shape;391;p56"/>
            <p:cNvGrpSpPr/>
            <p:nvPr/>
          </p:nvGrpSpPr>
          <p:grpSpPr>
            <a:xfrm>
              <a:off x="6922975" y="1548525"/>
              <a:ext cx="2057400" cy="1033200"/>
              <a:chOff x="6172200" y="152400"/>
              <a:chExt cx="2057400" cy="1033200"/>
            </a:xfrm>
          </p:grpSpPr>
          <p:sp>
            <p:nvSpPr>
              <p:cNvPr id="392" name="Google Shape;392;p56"/>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93" name="Google Shape;393;p5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94" name="Google Shape;394;p5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Customize this slide by suggesting specific themes relevant to your audience, or by adding examples of crafts that can be made for each theme.</a:t>
              </a:r>
              <a:endParaRPr sz="800">
                <a:latin typeface="Inter" panose="02000503000000020004"/>
                <a:ea typeface="Inter" panose="02000503000000020004"/>
                <a:cs typeface="Inter" panose="02000503000000020004"/>
                <a:sym typeface="Inter" panose="02000503000000020004"/>
              </a:endParaRPr>
            </a:p>
          </p:txBody>
        </p:sp>
        <p:pic>
          <p:nvPicPr>
            <p:cNvPr id="395" name="Google Shape;395;p56"/>
            <p:cNvPicPr preferRelativeResize="0"/>
            <p:nvPr/>
          </p:nvPicPr>
          <p:blipFill>
            <a:blip r:embed="rId3"/>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4"/>
          <a:srcRect t="22967" b="48563"/>
          <a:stretch>
            <a:fillRect/>
          </a:stretch>
        </p:blipFill>
        <p:spPr>
          <a:xfrm>
            <a:off x="6626860" y="4364990"/>
            <a:ext cx="2733040" cy="7785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399" name="Shape 399"/>
        <p:cNvGrpSpPr/>
        <p:nvPr/>
      </p:nvGrpSpPr>
      <p:grpSpPr>
        <a:xfrm>
          <a:off x="0" y="0"/>
          <a:ext cx="0" cy="0"/>
          <a:chOff x="0" y="0"/>
          <a:chExt cx="0" cy="0"/>
        </a:xfrm>
      </p:grpSpPr>
      <p:sp>
        <p:nvSpPr>
          <p:cNvPr id="400" name="Google Shape;400;p57" descr="title"/>
          <p:cNvSpPr txBox="1"/>
          <p:nvPr>
            <p:ph type="title"/>
          </p:nvPr>
        </p:nvSpPr>
        <p:spPr>
          <a:xfrm>
            <a:off x="2743875" y="915600"/>
            <a:ext cx="5516700" cy="572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GB"/>
              <a:t>Action Rhymes</a:t>
            </a:r>
            <a:endParaRPr sz="2600">
              <a:solidFill>
                <a:schemeClr val="lt2"/>
              </a:solidFill>
            </a:endParaRPr>
          </a:p>
        </p:txBody>
      </p:sp>
      <p:sp>
        <p:nvSpPr>
          <p:cNvPr id="401" name="Google Shape;401;p57" descr="detail_0"/>
          <p:cNvSpPr txBox="1"/>
          <p:nvPr>
            <p:ph type="body" idx="4294967295"/>
          </p:nvPr>
        </p:nvSpPr>
        <p:spPr>
          <a:xfrm>
            <a:off x="2743875" y="1826950"/>
            <a:ext cx="5463600" cy="2738700"/>
          </a:xfrm>
          <a:prstGeom prst="rect">
            <a:avLst/>
          </a:prstGeom>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Clr>
                <a:schemeClr val="accent5"/>
              </a:buClr>
              <a:buSzPts val="1400"/>
              <a:buFont typeface="DM Mono"/>
              <a:buChar char="●"/>
            </a:pPr>
            <a:r>
              <a:rPr lang="en-GB"/>
              <a:t>Singing action rhymes engages children physically and cognitively, allowing them to learn through movement.</a:t>
            </a:r>
            <a:endParaRPr lang="en-GB"/>
          </a:p>
          <a:p>
            <a:pPr marL="457200" lvl="0" indent="-317500" algn="l" rtl="0">
              <a:lnSpc>
                <a:spcPct val="100000"/>
              </a:lnSpc>
              <a:spcBef>
                <a:spcPts val="1000"/>
              </a:spcBef>
              <a:spcAft>
                <a:spcPts val="0"/>
              </a:spcAft>
              <a:buClr>
                <a:schemeClr val="accent5"/>
              </a:buClr>
              <a:buSzPts val="1400"/>
              <a:buFont typeface="DM Mono"/>
              <a:buChar char="●"/>
            </a:pPr>
            <a:r>
              <a:rPr lang="en-GB"/>
              <a:t>These rhymes can be adapted to various themes, making them relevant and enjoyable for young learners.</a:t>
            </a:r>
            <a:endParaRPr lang="en-GB"/>
          </a:p>
          <a:p>
            <a:pPr marL="457200" lvl="0" indent="-317500" algn="l" rtl="0">
              <a:lnSpc>
                <a:spcPct val="100000"/>
              </a:lnSpc>
              <a:spcBef>
                <a:spcPts val="1000"/>
              </a:spcBef>
              <a:spcAft>
                <a:spcPts val="1000"/>
              </a:spcAft>
              <a:buClr>
                <a:schemeClr val="accent5"/>
              </a:buClr>
              <a:buSzPts val="1400"/>
              <a:buFont typeface="DM Mono"/>
              <a:buChar char="●"/>
            </a:pPr>
            <a:r>
              <a:rPr lang="en-GB"/>
              <a:t>Incorporating hand motions or movements related to the lyrics fosters physical coordination and enhances memory retention.</a:t>
            </a:r>
            <a:endParaRPr lang="en-GB"/>
          </a:p>
        </p:txBody>
      </p:sp>
      <p:grpSp>
        <p:nvGrpSpPr>
          <p:cNvPr id="402" name="Google Shape;402;p57"/>
          <p:cNvGrpSpPr/>
          <p:nvPr/>
        </p:nvGrpSpPr>
        <p:grpSpPr>
          <a:xfrm>
            <a:off x="6952825" y="3983725"/>
            <a:ext cx="2057400" cy="1033200"/>
            <a:chOff x="6922975" y="1548525"/>
            <a:chExt cx="2057400" cy="1033200"/>
          </a:xfrm>
        </p:grpSpPr>
        <p:grpSp>
          <p:nvGrpSpPr>
            <p:cNvPr id="403" name="Google Shape;403;p57"/>
            <p:cNvGrpSpPr/>
            <p:nvPr/>
          </p:nvGrpSpPr>
          <p:grpSpPr>
            <a:xfrm>
              <a:off x="6922975" y="1548525"/>
              <a:ext cx="2057400" cy="1033200"/>
              <a:chOff x="6172200" y="152400"/>
              <a:chExt cx="2057400" cy="1033200"/>
            </a:xfrm>
          </p:grpSpPr>
          <p:sp>
            <p:nvSpPr>
              <p:cNvPr id="404" name="Google Shape;404;p57"/>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05" name="Google Shape;405;p5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06" name="Google Shape;406;p5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choosing themes that align with the current curriculum or seasonal events to make the activity more engaging for the children.</a:t>
              </a:r>
              <a:endParaRPr sz="800">
                <a:latin typeface="Inter" panose="02000503000000020004"/>
                <a:ea typeface="Inter" panose="02000503000000020004"/>
                <a:cs typeface="Inter" panose="02000503000000020004"/>
                <a:sym typeface="Inter" panose="02000503000000020004"/>
              </a:endParaRPr>
            </a:p>
          </p:txBody>
        </p:sp>
        <p:pic>
          <p:nvPicPr>
            <p:cNvPr id="407" name="Google Shape;407;p57"/>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6667500" y="0"/>
            <a:ext cx="2733040" cy="7785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411" name="Shape 411"/>
        <p:cNvGrpSpPr/>
        <p:nvPr/>
      </p:nvGrpSpPr>
      <p:grpSpPr>
        <a:xfrm>
          <a:off x="0" y="0"/>
          <a:ext cx="0" cy="0"/>
          <a:chOff x="0" y="0"/>
          <a:chExt cx="0" cy="0"/>
        </a:xfrm>
      </p:grpSpPr>
      <p:sp>
        <p:nvSpPr>
          <p:cNvPr id="412" name="Google Shape;412;p58" descr="title"/>
          <p:cNvSpPr txBox="1"/>
          <p:nvPr>
            <p:ph type="title"/>
          </p:nvPr>
        </p:nvSpPr>
        <p:spPr>
          <a:xfrm>
            <a:off x="2257500" y="789400"/>
            <a:ext cx="4629000" cy="927600"/>
          </a:xfrm>
          <a:prstGeom prst="rect">
            <a:avLst/>
          </a:prstGeom>
        </p:spPr>
        <p:txBody>
          <a:bodyPr spcFirstLastPara="1" wrap="square" lIns="0" tIns="91425" rIns="0" bIns="91425" anchor="b" anchorCtr="0">
            <a:noAutofit/>
          </a:bodyPr>
          <a:lstStyle/>
          <a:p>
            <a:pPr marL="0" lvl="0" indent="0" algn="ctr" rtl="0">
              <a:lnSpc>
                <a:spcPct val="80000"/>
              </a:lnSpc>
              <a:spcBef>
                <a:spcPts val="0"/>
              </a:spcBef>
              <a:spcAft>
                <a:spcPts val="0"/>
              </a:spcAft>
              <a:buNone/>
            </a:pPr>
            <a:r>
              <a:rPr lang="en-GB" sz="2400">
                <a:solidFill>
                  <a:schemeClr val="lt2"/>
                </a:solidFill>
              </a:rPr>
              <a:t>Word Puzzle Activity</a:t>
            </a:r>
            <a:endParaRPr sz="2400">
              <a:solidFill>
                <a:schemeClr val="lt2"/>
              </a:solidFill>
            </a:endParaRPr>
          </a:p>
        </p:txBody>
      </p:sp>
      <p:sp>
        <p:nvSpPr>
          <p:cNvPr id="413" name="Google Shape;413;p58" descr="detail_0"/>
          <p:cNvSpPr txBox="1"/>
          <p:nvPr>
            <p:ph type="body" idx="1"/>
          </p:nvPr>
        </p:nvSpPr>
        <p:spPr>
          <a:xfrm>
            <a:off x="1822050" y="1917250"/>
            <a:ext cx="5499900" cy="2470500"/>
          </a:xfrm>
          <a:prstGeom prst="rect">
            <a:avLst/>
          </a:prstGeom>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Clr>
                <a:schemeClr val="accent1"/>
              </a:buClr>
              <a:buSzPts val="1400"/>
              <a:buFont typeface="DM Mono"/>
              <a:buChar char="○"/>
            </a:pPr>
            <a:r>
              <a:rPr lang="en-GB"/>
              <a:t>Organize children into teams of two to foster collaboration and communication.</a:t>
            </a:r>
            <a:endParaRPr lang="en-GB"/>
          </a:p>
          <a:p>
            <a:pPr marL="457200" lvl="0" indent="-317500" algn="l" rtl="0">
              <a:lnSpc>
                <a:spcPct val="100000"/>
              </a:lnSpc>
              <a:spcBef>
                <a:spcPts val="1000"/>
              </a:spcBef>
              <a:spcAft>
                <a:spcPts val="0"/>
              </a:spcAft>
              <a:buClr>
                <a:schemeClr val="accent1"/>
              </a:buClr>
              <a:buSzPts val="1400"/>
              <a:buFont typeface="DM Mono"/>
              <a:buChar char="○"/>
            </a:pPr>
            <a:r>
              <a:rPr lang="en-GB"/>
              <a:t>Provide each team with a word puzzle that they need to solve together, enhancing their problem-solving skills.</a:t>
            </a:r>
            <a:endParaRPr lang="en-GB"/>
          </a:p>
          <a:p>
            <a:pPr marL="457200" lvl="0" indent="-317500" algn="l" rtl="0">
              <a:lnSpc>
                <a:spcPct val="100000"/>
              </a:lnSpc>
              <a:spcBef>
                <a:spcPts val="1000"/>
              </a:spcBef>
              <a:spcAft>
                <a:spcPts val="1000"/>
              </a:spcAft>
              <a:buClr>
                <a:schemeClr val="accent1"/>
              </a:buClr>
              <a:buSzPts val="1400"/>
              <a:buFont typeface="DM Mono"/>
              <a:buChar char="○"/>
            </a:pPr>
            <a:r>
              <a:rPr lang="en-GB"/>
              <a:t>Encourage teams to create their own word puzzles to challenge other teams, promoting creativity and language development.</a:t>
            </a:r>
            <a:endParaRPr lang="en-GB"/>
          </a:p>
        </p:txBody>
      </p:sp>
      <p:grpSp>
        <p:nvGrpSpPr>
          <p:cNvPr id="414" name="Google Shape;414;p58"/>
          <p:cNvGrpSpPr/>
          <p:nvPr/>
        </p:nvGrpSpPr>
        <p:grpSpPr>
          <a:xfrm>
            <a:off x="6952825" y="3983725"/>
            <a:ext cx="2057400" cy="1033200"/>
            <a:chOff x="6922975" y="1548525"/>
            <a:chExt cx="2057400" cy="1033200"/>
          </a:xfrm>
        </p:grpSpPr>
        <p:grpSp>
          <p:nvGrpSpPr>
            <p:cNvPr id="415" name="Google Shape;415;p58"/>
            <p:cNvGrpSpPr/>
            <p:nvPr/>
          </p:nvGrpSpPr>
          <p:grpSpPr>
            <a:xfrm>
              <a:off x="6922975" y="1548525"/>
              <a:ext cx="2057400" cy="1033200"/>
              <a:chOff x="6172200" y="152400"/>
              <a:chExt cx="2057400" cy="1033200"/>
            </a:xfrm>
          </p:grpSpPr>
          <p:sp>
            <p:nvSpPr>
              <p:cNvPr id="416" name="Google Shape;416;p58"/>
              <p:cNvSpPr/>
              <p:nvPr/>
            </p:nvSpPr>
            <p:spPr>
              <a:xfrm>
                <a:off x="6172200" y="152400"/>
                <a:ext cx="2057400" cy="1033200"/>
              </a:xfrm>
              <a:prstGeom prst="roundRect">
                <a:avLst>
                  <a:gd name="adj" fmla="val 8292"/>
                </a:avLst>
              </a:prstGeom>
              <a:solidFill>
                <a:srgbClr val="B0FFB1"/>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17" name="Google Shape;417;p5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18" name="Google Shape;418;p5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varying the difficulty of the word puzzles based on the children's language skills. This activity can be adapted for different themes to keep it engaging.</a:t>
              </a:r>
              <a:endParaRPr sz="700">
                <a:latin typeface="Inter" panose="02000503000000020004"/>
                <a:ea typeface="Inter" panose="02000503000000020004"/>
                <a:cs typeface="Inter" panose="02000503000000020004"/>
                <a:sym typeface="Inter" panose="02000503000000020004"/>
              </a:endParaRPr>
            </a:p>
          </p:txBody>
        </p:sp>
        <p:pic>
          <p:nvPicPr>
            <p:cNvPr id="419" name="Google Shape;419;p58"/>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13335" y="4364990"/>
            <a:ext cx="2733040" cy="7785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423" name="Shape 423"/>
        <p:cNvGrpSpPr/>
        <p:nvPr/>
      </p:nvGrpSpPr>
      <p:grpSpPr>
        <a:xfrm>
          <a:off x="0" y="0"/>
          <a:ext cx="0" cy="0"/>
          <a:chOff x="0" y="0"/>
          <a:chExt cx="0" cy="0"/>
        </a:xfrm>
      </p:grpSpPr>
      <p:pic>
        <p:nvPicPr>
          <p:cNvPr id="424" name="Google Shape;424;p59"/>
          <p:cNvPicPr preferRelativeResize="0"/>
          <p:nvPr/>
        </p:nvPicPr>
        <p:blipFill>
          <a:blip r:embed="rId1"/>
          <a:stretch>
            <a:fillRect/>
          </a:stretch>
        </p:blipFill>
        <p:spPr>
          <a:xfrm>
            <a:off x="2" y="0"/>
            <a:ext cx="9144003" cy="5081002"/>
          </a:xfrm>
          <a:prstGeom prst="rect">
            <a:avLst/>
          </a:prstGeom>
          <a:noFill/>
          <a:ln>
            <a:noFill/>
          </a:ln>
        </p:spPr>
      </p:pic>
      <p:pic>
        <p:nvPicPr>
          <p:cNvPr id="4" name="Picture 3" descr="Inspiration"/>
          <p:cNvPicPr>
            <a:picLocks noChangeAspect="1"/>
          </p:cNvPicPr>
          <p:nvPr/>
        </p:nvPicPr>
        <p:blipFill>
          <a:blip r:embed="rId2"/>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bg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bg1"/>
              </a:solidFill>
              <a:latin typeface="Outfit" charset="0"/>
              <a:cs typeface="Outfit" charset="0"/>
            </a:endParaRPr>
          </a:p>
        </p:txBody>
      </p:sp>
      <p:pic>
        <p:nvPicPr>
          <p:cNvPr id="3" name="Picture 2" descr="pixelcut-export (1)"/>
          <p:cNvPicPr>
            <a:picLocks noChangeAspect="1"/>
          </p:cNvPicPr>
          <p:nvPr/>
        </p:nvPicPr>
        <p:blipFill>
          <a:blip r:embed="rId3"/>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quishy">
  <a:themeElements>
    <a:clrScheme name="Custom">
      <a:dk1>
        <a:srgbClr val="FFFFFF"/>
      </a:dk1>
      <a:lt1>
        <a:srgbClr val="0D0014"/>
      </a:lt1>
      <a:dk2>
        <a:srgbClr val="FFFFE6"/>
      </a:dk2>
      <a:lt2>
        <a:srgbClr val="31081F"/>
      </a:lt2>
      <a:accent1>
        <a:srgbClr val="624CAB"/>
      </a:accent1>
      <a:accent2>
        <a:srgbClr val="CFC9E5"/>
      </a:accent2>
      <a:accent3>
        <a:srgbClr val="F05D5E"/>
      </a:accent3>
      <a:accent4>
        <a:srgbClr val="FFF689"/>
      </a:accent4>
      <a:accent5>
        <a:srgbClr val="5438DC"/>
      </a:accent5>
      <a:accent6>
        <a:srgbClr val="32311B"/>
      </a:accent6>
      <a:hlink>
        <a:srgbClr val="9AA0A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14961</Words>
  <Application>WPS Writer</Application>
  <PresentationFormat/>
  <Paragraphs>255</Paragraphs>
  <Slides>22</Slides>
  <Notes>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22</vt:i4>
      </vt:variant>
    </vt:vector>
  </HeadingPairs>
  <TitlesOfParts>
    <vt:vector size="44" baseType="lpstr">
      <vt:lpstr>Arial</vt:lpstr>
      <vt:lpstr>SimSun</vt:lpstr>
      <vt:lpstr>Wingdings</vt:lpstr>
      <vt:lpstr>Arial</vt:lpstr>
      <vt:lpstr>Lexend</vt:lpstr>
      <vt:lpstr>Inter</vt:lpstr>
      <vt:lpstr>DM Serif Display</vt:lpstr>
      <vt:lpstr>Inter Medium</vt:lpstr>
      <vt:lpstr>Hanken Grotesk</vt:lpstr>
      <vt:lpstr>Helvetica Neue</vt:lpstr>
      <vt:lpstr>Microsoft YaHei</vt:lpstr>
      <vt:lpstr>汉仪旗黑</vt:lpstr>
      <vt:lpstr>Arial Unicode MS</vt:lpstr>
      <vt:lpstr>DM Mono</vt:lpstr>
      <vt:lpstr>Thonburi</vt:lpstr>
      <vt:lpstr>Heiti SC Medium</vt:lpstr>
      <vt:lpstr>Calibri</vt:lpstr>
      <vt:lpstr>Helvetica Neue</vt:lpstr>
      <vt:lpstr>Outfit</vt:lpstr>
      <vt:lpstr>苹方-简</vt:lpstr>
      <vt:lpstr>Simple Light</vt:lpstr>
      <vt:lpstr>Squishy</vt:lpstr>
      <vt:lpstr>Play Based Learning Activities</vt:lpstr>
      <vt:lpstr>PowerPoint 演示文稿</vt:lpstr>
      <vt:lpstr>PowerPoint 演示文稿</vt:lpstr>
      <vt:lpstr>Nature Exploration Games</vt:lpstr>
      <vt:lpstr>Math and Shape Activities</vt:lpstr>
      <vt:lpstr>Science Exploration</vt:lpstr>
      <vt:lpstr>Art and Creativity</vt:lpstr>
      <vt:lpstr>Language and Literacy Games</vt:lpstr>
      <vt:lpstr>Physical Activities</vt:lpstr>
      <vt:lpstr>Social Skills Activities</vt:lpstr>
      <vt:lpstr>Art and Creativity</vt:lpstr>
      <vt:lpstr>Reflection and Discussion</vt:lpstr>
      <vt:lpstr>Nature Theme</vt:lpstr>
      <vt:lpstr>Colors Theme</vt:lpstr>
      <vt:lpstr>Music and Movement Theme</vt:lpstr>
      <vt:lpstr>Seasons Theme</vt:lpstr>
      <vt:lpstr>Healthy Living Theme</vt:lpstr>
      <vt:lpstr>Conclusion</vt:lpstr>
      <vt:lpstr>Craft Making Activity</vt:lpstr>
      <vt:lpstr>Action Rhymes</vt:lpstr>
      <vt:lpstr>Word Puzzle Activity</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 Based Learning Activities</dc:title>
  <dc:creator/>
  <cp:lastModifiedBy>apple</cp:lastModifiedBy>
  <cp:revision>1</cp:revision>
  <dcterms:created xsi:type="dcterms:W3CDTF">2024-11-04T03:26:50Z</dcterms:created>
  <dcterms:modified xsi:type="dcterms:W3CDTF">2024-11-04T03:26:50Z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9A5609A5E2AFFCB4F93E28678A10BEFA_43</vt:lpwstr>
  </property>
  <property fmtid="{D5CDD505-2E9C-101B-9397-08002B2CF9AE}" pid="3" name="KSOProductBuildVer">
    <vt:lpwstr>1033-6.10.1.8203</vt:lpwstr>
  </property>
</Properties>
</file>