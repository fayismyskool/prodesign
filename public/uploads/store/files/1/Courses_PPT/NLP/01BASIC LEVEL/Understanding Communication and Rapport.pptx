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68" r:id="rId6"/>
    <p:sldId id="257" r:id="rId7"/>
    <p:sldId id="258" r:id="rId8"/>
    <p:sldId id="259" r:id="rId9"/>
    <p:sldId id="260" r:id="rId10"/>
    <p:sldId id="261" r:id="rId11"/>
    <p:sldId id="262" r:id="rId12"/>
    <p:sldId id="263" r:id="rId13"/>
    <p:sldId id="264" r:id="rId14"/>
    <p:sldId id="265" r:id="rId15"/>
    <p:sldId id="266" r:id="rId16"/>
    <p:sldId id="267" r:id="rId17"/>
  </p:sldIdLst>
  <p:sldSz cx="9144000" cy="5143500"/>
  <p:notesSz cx="6858000" cy="9144000"/>
  <p:embeddedFontLst>
    <p:embeddedFont>
      <p:font typeface="Hanken Grotesk SemiBold"/>
      <p:regular r:id="rId21"/>
    </p:embeddedFont>
    <p:embeddedFont>
      <p:font typeface="Helvetica Neue" panose="02000503000000020004"/>
      <p:regular r:id="rId22"/>
    </p:embeddedFont>
    <p:embeddedFont>
      <p:font typeface="Hanken Grotesk Medium"/>
      <p:regular r:id="rId23"/>
    </p:embeddedFont>
    <p:embeddedFont>
      <p:font typeface="Hanken Grotesk"/>
      <p:regular r:id="rId24"/>
    </p:embeddedFont>
    <p:embeddedFont>
      <p:font typeface="Inter" panose="02000503000000020004"/>
      <p:regular r:id="rId25"/>
    </p:embeddedFont>
    <p:embeddedFont>
      <p:font typeface="Inter Medium"/>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SLIDES_API2147052172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SLIDES_API214705217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SLIDES_API2147052172_15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SLIDES_API2147052172_15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SLIDES_API2147052172_1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SLIDES_API214705217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SLIDES_API2147052172_2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SLIDES_API2147052172_2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SLIDES_API2147052172_4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SLIDES_API2147052172_4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SLIDES_API2147052172_5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SLIDES_API2147052172_5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SLIDES_API2147052172_6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SLIDES_API2147052172_6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 name="Shape 262"/>
        <p:cNvGrpSpPr/>
        <p:nvPr/>
      </p:nvGrpSpPr>
      <p:grpSpPr>
        <a:xfrm>
          <a:off x="0" y="0"/>
          <a:ext cx="0" cy="0"/>
          <a:chOff x="0" y="0"/>
          <a:chExt cx="0" cy="0"/>
        </a:xfrm>
      </p:grpSpPr>
      <p:sp>
        <p:nvSpPr>
          <p:cNvPr id="263" name="Google Shape;263;SLIDES_API2147052172_8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SLIDES_API2147052172_8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SLIDES_API2147052172_9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SLIDES_API2147052172_9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SLIDES_API2147052172_11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SLIDES_API2147052172_11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SLIDES_API2147052172_12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SLIDES_API2147052172_12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SLIDES_API2147052172_14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SLIDES_API2147052172_14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SLIDES_API2147052172_156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SLIDES_API2147052172_15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lt2"/>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5200"/>
              <a:buNone/>
              <a:defRPr sz="5200">
                <a:solidFill>
                  <a:schemeClr val="dk1"/>
                </a:solidFill>
              </a:defRPr>
            </a:lvl1pPr>
            <a:lvl2pPr lvl="1">
              <a:lnSpc>
                <a:spcPct val="75000"/>
              </a:lnSpc>
              <a:spcBef>
                <a:spcPts val="0"/>
              </a:spcBef>
              <a:spcAft>
                <a:spcPts val="0"/>
              </a:spcAft>
              <a:buClr>
                <a:schemeClr val="dk1"/>
              </a:buClr>
              <a:buSzPts val="5200"/>
              <a:buNone/>
              <a:defRPr sz="5200">
                <a:solidFill>
                  <a:schemeClr val="dk1"/>
                </a:solidFill>
              </a:defRPr>
            </a:lvl2pPr>
            <a:lvl3pPr lvl="2">
              <a:lnSpc>
                <a:spcPct val="75000"/>
              </a:lnSpc>
              <a:spcBef>
                <a:spcPts val="0"/>
              </a:spcBef>
              <a:spcAft>
                <a:spcPts val="0"/>
              </a:spcAft>
              <a:buClr>
                <a:schemeClr val="dk1"/>
              </a:buClr>
              <a:buSzPts val="5200"/>
              <a:buNone/>
              <a:defRPr sz="5200">
                <a:solidFill>
                  <a:schemeClr val="dk1"/>
                </a:solidFill>
              </a:defRPr>
            </a:lvl3pPr>
            <a:lvl4pPr lvl="3">
              <a:lnSpc>
                <a:spcPct val="75000"/>
              </a:lnSpc>
              <a:spcBef>
                <a:spcPts val="0"/>
              </a:spcBef>
              <a:spcAft>
                <a:spcPts val="0"/>
              </a:spcAft>
              <a:buClr>
                <a:schemeClr val="dk1"/>
              </a:buClr>
              <a:buSzPts val="5200"/>
              <a:buNone/>
              <a:defRPr sz="5200">
                <a:solidFill>
                  <a:schemeClr val="dk1"/>
                </a:solidFill>
              </a:defRPr>
            </a:lvl4pPr>
            <a:lvl5pPr lvl="4">
              <a:lnSpc>
                <a:spcPct val="75000"/>
              </a:lnSpc>
              <a:spcBef>
                <a:spcPts val="0"/>
              </a:spcBef>
              <a:spcAft>
                <a:spcPts val="0"/>
              </a:spcAft>
              <a:buClr>
                <a:schemeClr val="dk1"/>
              </a:buClr>
              <a:buSzPts val="5200"/>
              <a:buNone/>
              <a:defRPr sz="5200">
                <a:solidFill>
                  <a:schemeClr val="dk1"/>
                </a:solidFill>
              </a:defRPr>
            </a:lvl5pPr>
            <a:lvl6pPr lvl="5">
              <a:lnSpc>
                <a:spcPct val="75000"/>
              </a:lnSpc>
              <a:spcBef>
                <a:spcPts val="0"/>
              </a:spcBef>
              <a:spcAft>
                <a:spcPts val="0"/>
              </a:spcAft>
              <a:buClr>
                <a:schemeClr val="dk1"/>
              </a:buClr>
              <a:buSzPts val="5200"/>
              <a:buNone/>
              <a:defRPr sz="5200">
                <a:solidFill>
                  <a:schemeClr val="dk1"/>
                </a:solidFill>
              </a:defRPr>
            </a:lvl6pPr>
            <a:lvl7pPr lvl="6">
              <a:lnSpc>
                <a:spcPct val="75000"/>
              </a:lnSpc>
              <a:spcBef>
                <a:spcPts val="0"/>
              </a:spcBef>
              <a:spcAft>
                <a:spcPts val="0"/>
              </a:spcAft>
              <a:buClr>
                <a:schemeClr val="dk1"/>
              </a:buClr>
              <a:buSzPts val="5200"/>
              <a:buNone/>
              <a:defRPr sz="5200">
                <a:solidFill>
                  <a:schemeClr val="dk1"/>
                </a:solidFill>
              </a:defRPr>
            </a:lvl7pPr>
            <a:lvl8pPr lvl="7">
              <a:lnSpc>
                <a:spcPct val="75000"/>
              </a:lnSpc>
              <a:spcBef>
                <a:spcPts val="0"/>
              </a:spcBef>
              <a:spcAft>
                <a:spcPts val="0"/>
              </a:spcAft>
              <a:buClr>
                <a:schemeClr val="dk1"/>
              </a:buClr>
              <a:buSzPts val="5200"/>
              <a:buNone/>
              <a:defRPr sz="5200">
                <a:solidFill>
                  <a:schemeClr val="dk1"/>
                </a:solidFill>
              </a:defRPr>
            </a:lvl8pPr>
            <a:lvl9pPr lvl="8">
              <a:lnSpc>
                <a:spcPct val="75000"/>
              </a:lnSpc>
              <a:spcBef>
                <a:spcPts val="0"/>
              </a:spcBef>
              <a:spcAft>
                <a:spcPts val="0"/>
              </a:spcAft>
              <a:buClr>
                <a:schemeClr val="dk1"/>
              </a:buClr>
              <a:buSzPts val="5200"/>
              <a:buNone/>
              <a:defRPr sz="5200">
                <a:solidFill>
                  <a:schemeClr val="dk1"/>
                </a:solidFill>
              </a:defRPr>
            </a:lvl9pPr>
          </a:lstStyle>
          <a:p/>
        </p:txBody>
      </p:sp>
      <p:sp>
        <p:nvSpPr>
          <p:cNvPr id="56" name="Google Shape;56;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7" name="Google Shape;57;p14"/>
          <p:cNvSpPr txBox="1"/>
          <p:nvPr>
            <p:ph type="subTitle" idx="1"/>
          </p:nvPr>
        </p:nvSpPr>
        <p:spPr>
          <a:xfrm>
            <a:off x="914400" y="3278275"/>
            <a:ext cx="4680900" cy="451800"/>
          </a:xfrm>
          <a:prstGeom prst="rect">
            <a:avLst/>
          </a:prstGeom>
        </p:spPr>
        <p:txBody>
          <a:bodyPr spcFirstLastPara="1" wrap="square" lIns="0"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Clr>
                <a:schemeClr val="dk1"/>
              </a:buClr>
              <a:buSzPts val="1800"/>
              <a:buNone/>
              <a:defRPr sz="1800"/>
            </a:lvl3pPr>
            <a:lvl4pPr lvl="3">
              <a:lnSpc>
                <a:spcPct val="100000"/>
              </a:lnSpc>
              <a:spcBef>
                <a:spcPts val="0"/>
              </a:spcBef>
              <a:spcAft>
                <a:spcPts val="0"/>
              </a:spcAft>
              <a:buClr>
                <a:schemeClr val="dk1"/>
              </a:buClr>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 name="Google Shape;58;p14"/>
          <p:cNvSpPr txBox="1"/>
          <p:nvPr>
            <p:ph type="subTitle" idx="2"/>
          </p:nvPr>
        </p:nvSpPr>
        <p:spPr>
          <a:xfrm>
            <a:off x="914400" y="4120200"/>
            <a:ext cx="17271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900"/>
              <a:buFont typeface="Hanken Grotesk"/>
              <a:buNone/>
              <a:defRPr sz="900">
                <a:latin typeface="Hanken Grotesk"/>
                <a:ea typeface="Hanken Grotesk"/>
                <a:cs typeface="Hanken Grotesk"/>
                <a:sym typeface="Hanken Grotesk"/>
              </a:defRPr>
            </a:lvl1pPr>
            <a:lvl2pPr lvl="1">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2pPr>
            <a:lvl3pPr lvl="2">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3pPr>
            <a:lvl4pPr lvl="3">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4pPr>
            <a:lvl5pPr lvl="4">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5pPr>
            <a:lvl6pPr lvl="5">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6pPr>
            <a:lvl7pPr lvl="6">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7pPr>
            <a:lvl8pPr lvl="7">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8pPr>
            <a:lvl9pPr lvl="8">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1600"/>
              <a:buNone/>
              <a:defRPr>
                <a:solidFill>
                  <a:schemeClr val="dk1"/>
                </a:solidFill>
              </a:defRPr>
            </a:lvl1pPr>
            <a:lvl2pPr lvl="1">
              <a:spcBef>
                <a:spcPts val="0"/>
              </a:spcBef>
              <a:spcAft>
                <a:spcPts val="0"/>
              </a:spcAft>
              <a:buClr>
                <a:schemeClr val="dk1"/>
              </a:buClr>
              <a:buSzPts val="1600"/>
              <a:buNone/>
              <a:defRPr>
                <a:solidFill>
                  <a:schemeClr val="dk1"/>
                </a:solidFill>
              </a:defRPr>
            </a:lvl2pPr>
            <a:lvl3pPr lvl="2">
              <a:spcBef>
                <a:spcPts val="0"/>
              </a:spcBef>
              <a:spcAft>
                <a:spcPts val="0"/>
              </a:spcAft>
              <a:buClr>
                <a:schemeClr val="dk1"/>
              </a:buClr>
              <a:buSzPts val="1600"/>
              <a:buNone/>
              <a:defRPr>
                <a:solidFill>
                  <a:schemeClr val="dk1"/>
                </a:solidFill>
              </a:defRPr>
            </a:lvl3pPr>
            <a:lvl4pPr lvl="3">
              <a:spcBef>
                <a:spcPts val="0"/>
              </a:spcBef>
              <a:spcAft>
                <a:spcPts val="0"/>
              </a:spcAft>
              <a:buClr>
                <a:schemeClr val="dk1"/>
              </a:buClr>
              <a:buSzPts val="1600"/>
              <a:buNone/>
              <a:defRPr>
                <a:solidFill>
                  <a:schemeClr val="dk1"/>
                </a:solidFill>
              </a:defRPr>
            </a:lvl4pPr>
            <a:lvl5pPr lvl="4">
              <a:spcBef>
                <a:spcPts val="0"/>
              </a:spcBef>
              <a:spcAft>
                <a:spcPts val="0"/>
              </a:spcAft>
              <a:buClr>
                <a:schemeClr val="dk1"/>
              </a:buClr>
              <a:buSzPts val="1600"/>
              <a:buNone/>
              <a:defRPr>
                <a:solidFill>
                  <a:schemeClr val="dk1"/>
                </a:solidFill>
              </a:defRPr>
            </a:lvl5pPr>
            <a:lvl6pPr lvl="5">
              <a:spcBef>
                <a:spcPts val="0"/>
              </a:spcBef>
              <a:spcAft>
                <a:spcPts val="0"/>
              </a:spcAft>
              <a:buClr>
                <a:schemeClr val="dk1"/>
              </a:buClr>
              <a:buSzPts val="1600"/>
              <a:buNone/>
              <a:defRPr>
                <a:solidFill>
                  <a:schemeClr val="dk1"/>
                </a:solidFill>
              </a:defRPr>
            </a:lvl6pPr>
            <a:lvl7pPr lvl="6">
              <a:spcBef>
                <a:spcPts val="0"/>
              </a:spcBef>
              <a:spcAft>
                <a:spcPts val="0"/>
              </a:spcAft>
              <a:buClr>
                <a:schemeClr val="dk1"/>
              </a:buClr>
              <a:buSzPts val="1600"/>
              <a:buNone/>
              <a:defRPr>
                <a:solidFill>
                  <a:schemeClr val="dk1"/>
                </a:solidFill>
              </a:defRPr>
            </a:lvl7pPr>
            <a:lvl8pPr lvl="7">
              <a:spcBef>
                <a:spcPts val="0"/>
              </a:spcBef>
              <a:spcAft>
                <a:spcPts val="0"/>
              </a:spcAft>
              <a:buClr>
                <a:schemeClr val="dk1"/>
              </a:buClr>
              <a:buSzPts val="1600"/>
              <a:buNone/>
              <a:defRPr>
                <a:solidFill>
                  <a:schemeClr val="dk1"/>
                </a:solidFill>
              </a:defRPr>
            </a:lvl8pPr>
            <a:lvl9pPr lvl="8">
              <a:spcBef>
                <a:spcPts val="0"/>
              </a:spcBef>
              <a:spcAft>
                <a:spcPts val="0"/>
              </a:spcAft>
              <a:buClr>
                <a:schemeClr val="dk1"/>
              </a:buClr>
              <a:buSzPts val="1600"/>
              <a:buNone/>
              <a:defRPr>
                <a:solidFill>
                  <a:schemeClr val="dk1"/>
                </a:solidFill>
              </a:defRPr>
            </a:lvl9pPr>
          </a:lstStyle>
          <a:p/>
        </p:txBody>
      </p:sp>
      <p:sp>
        <p:nvSpPr>
          <p:cNvPr id="64" name="Google Shape;64;p1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6"/>
          <p:cNvSpPr txBox="1"/>
          <p:nvPr>
            <p:ph type="body" idx="2"/>
          </p:nvPr>
        </p:nvSpPr>
        <p:spPr>
          <a:xfrm>
            <a:off x="4576800" y="1933000"/>
            <a:ext cx="3895500" cy="2636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Helvetica Neue" panose="02000503000000020004"/>
              <a:buChar char="•"/>
              <a:defRPr/>
            </a:lvl1pPr>
            <a:lvl2pPr marL="914400" lvl="1" indent="-317500">
              <a:spcBef>
                <a:spcPts val="2000"/>
              </a:spcBef>
              <a:spcAft>
                <a:spcPts val="0"/>
              </a:spcAft>
              <a:buSzPts val="1400"/>
              <a:buChar char="•"/>
              <a:defRPr/>
            </a:lvl2pPr>
            <a:lvl3pPr marL="1371600" lvl="2" indent="-317500">
              <a:spcBef>
                <a:spcPts val="2000"/>
              </a:spcBef>
              <a:spcAft>
                <a:spcPts val="0"/>
              </a:spcAft>
              <a:buSzPts val="1400"/>
              <a:buChar char="•"/>
              <a:defRPr/>
            </a:lvl3pPr>
            <a:lvl4pPr marL="1828800" lvl="3" indent="-317500">
              <a:spcBef>
                <a:spcPts val="2000"/>
              </a:spcBef>
              <a:spcAft>
                <a:spcPts val="0"/>
              </a:spcAft>
              <a:buSzPts val="1400"/>
              <a:buChar char="•"/>
              <a:defRPr/>
            </a:lvl4pPr>
            <a:lvl5pPr marL="2286000" lvl="4" indent="-317500">
              <a:spcBef>
                <a:spcPts val="2000"/>
              </a:spcBef>
              <a:spcAft>
                <a:spcPts val="0"/>
              </a:spcAft>
              <a:buSzPts val="1400"/>
              <a:buChar char="•"/>
              <a:defRPr/>
            </a:lvl5pPr>
            <a:lvl6pPr marL="2743200" lvl="5" indent="-317500">
              <a:spcBef>
                <a:spcPts val="2000"/>
              </a:spcBef>
              <a:spcAft>
                <a:spcPts val="0"/>
              </a:spcAft>
              <a:buSzPts val="1400"/>
              <a:buChar char="•"/>
              <a:defRPr/>
            </a:lvl6pPr>
            <a:lvl7pPr marL="3200400" lvl="6" indent="-317500">
              <a:spcBef>
                <a:spcPts val="2000"/>
              </a:spcBef>
              <a:spcAft>
                <a:spcPts val="0"/>
              </a:spcAft>
              <a:buSzPts val="1400"/>
              <a:buChar char="•"/>
              <a:defRPr/>
            </a:lvl7pPr>
            <a:lvl8pPr marL="3657600" lvl="7" indent="-317500">
              <a:spcBef>
                <a:spcPts val="2000"/>
              </a:spcBef>
              <a:spcAft>
                <a:spcPts val="0"/>
              </a:spcAft>
              <a:buSzPts val="1400"/>
              <a:buChar char="•"/>
              <a:defRPr/>
            </a:lvl8pPr>
            <a:lvl9pPr marL="4114800" lvl="8" indent="-317500">
              <a:spcBef>
                <a:spcPts val="2000"/>
              </a:spcBef>
              <a:spcAft>
                <a:spcPts val="2000"/>
              </a:spcAft>
              <a:buSzPts val="1400"/>
              <a:buChar char="•"/>
              <a:defRPr/>
            </a:lvl9pPr>
          </a:lstStyle>
          <a:p/>
        </p:txBody>
      </p:sp>
      <p:sp>
        <p:nvSpPr>
          <p:cNvPr id="66" name="Google Shape;66;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6"/>
          <p:cNvSpPr txBox="1"/>
          <p:nvPr>
            <p:ph type="subTitle" idx="3"/>
          </p:nvPr>
        </p:nvSpPr>
        <p:spPr>
          <a:xfrm>
            <a:off x="4572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type="subTitle" idx="4"/>
          </p:nvPr>
        </p:nvSpPr>
        <p:spPr>
          <a:xfrm>
            <a:off x="45768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6"/>
          <p:cNvSpPr txBox="1"/>
          <p:nvPr>
            <p:ph type="title" idx="5"/>
          </p:nvPr>
        </p:nvSpPr>
        <p:spPr>
          <a:xfrm>
            <a:off x="457200" y="1301400"/>
            <a:ext cx="30936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1600"/>
              <a:buNone/>
              <a:defRPr>
                <a:solidFill>
                  <a:schemeClr val="dk1"/>
                </a:solidFill>
              </a:defRPr>
            </a:lvl1pPr>
            <a:lvl2pPr lvl="1">
              <a:spcBef>
                <a:spcPts val="0"/>
              </a:spcBef>
              <a:spcAft>
                <a:spcPts val="0"/>
              </a:spcAft>
              <a:buClr>
                <a:schemeClr val="dk1"/>
              </a:buClr>
              <a:buSzPts val="1600"/>
              <a:buNone/>
              <a:defRPr>
                <a:solidFill>
                  <a:schemeClr val="dk1"/>
                </a:solidFill>
              </a:defRPr>
            </a:lvl2pPr>
            <a:lvl3pPr lvl="2">
              <a:spcBef>
                <a:spcPts val="0"/>
              </a:spcBef>
              <a:spcAft>
                <a:spcPts val="0"/>
              </a:spcAft>
              <a:buClr>
                <a:schemeClr val="dk1"/>
              </a:buClr>
              <a:buSzPts val="1600"/>
              <a:buNone/>
              <a:defRPr>
                <a:solidFill>
                  <a:schemeClr val="dk1"/>
                </a:solidFill>
              </a:defRPr>
            </a:lvl3pPr>
            <a:lvl4pPr lvl="3">
              <a:spcBef>
                <a:spcPts val="0"/>
              </a:spcBef>
              <a:spcAft>
                <a:spcPts val="0"/>
              </a:spcAft>
              <a:buClr>
                <a:schemeClr val="dk1"/>
              </a:buClr>
              <a:buSzPts val="1600"/>
              <a:buNone/>
              <a:defRPr>
                <a:solidFill>
                  <a:schemeClr val="dk1"/>
                </a:solidFill>
              </a:defRPr>
            </a:lvl4pPr>
            <a:lvl5pPr lvl="4">
              <a:spcBef>
                <a:spcPts val="0"/>
              </a:spcBef>
              <a:spcAft>
                <a:spcPts val="0"/>
              </a:spcAft>
              <a:buClr>
                <a:schemeClr val="dk1"/>
              </a:buClr>
              <a:buSzPts val="1600"/>
              <a:buNone/>
              <a:defRPr>
                <a:solidFill>
                  <a:schemeClr val="dk1"/>
                </a:solidFill>
              </a:defRPr>
            </a:lvl5pPr>
            <a:lvl6pPr lvl="5">
              <a:spcBef>
                <a:spcPts val="0"/>
              </a:spcBef>
              <a:spcAft>
                <a:spcPts val="0"/>
              </a:spcAft>
              <a:buClr>
                <a:schemeClr val="dk1"/>
              </a:buClr>
              <a:buSzPts val="1600"/>
              <a:buNone/>
              <a:defRPr>
                <a:solidFill>
                  <a:schemeClr val="dk1"/>
                </a:solidFill>
              </a:defRPr>
            </a:lvl6pPr>
            <a:lvl7pPr lvl="6">
              <a:spcBef>
                <a:spcPts val="0"/>
              </a:spcBef>
              <a:spcAft>
                <a:spcPts val="0"/>
              </a:spcAft>
              <a:buClr>
                <a:schemeClr val="dk1"/>
              </a:buClr>
              <a:buSzPts val="1600"/>
              <a:buNone/>
              <a:defRPr>
                <a:solidFill>
                  <a:schemeClr val="dk1"/>
                </a:solidFill>
              </a:defRPr>
            </a:lvl7pPr>
            <a:lvl8pPr lvl="7">
              <a:spcBef>
                <a:spcPts val="0"/>
              </a:spcBef>
              <a:spcAft>
                <a:spcPts val="0"/>
              </a:spcAft>
              <a:buClr>
                <a:schemeClr val="dk1"/>
              </a:buClr>
              <a:buSzPts val="1600"/>
              <a:buNone/>
              <a:defRPr>
                <a:solidFill>
                  <a:schemeClr val="dk1"/>
                </a:solidFill>
              </a:defRPr>
            </a:lvl8pPr>
            <a:lvl9pPr lvl="8">
              <a:spcBef>
                <a:spcPts val="0"/>
              </a:spcBef>
              <a:spcAft>
                <a:spcPts val="0"/>
              </a:spcAft>
              <a:buClr>
                <a:schemeClr val="dk1"/>
              </a:buClr>
              <a:buSzPts val="16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70" name="Shape 70"/>
        <p:cNvGrpSpPr/>
        <p:nvPr/>
      </p:nvGrpSpPr>
      <p:grpSpPr>
        <a:xfrm>
          <a:off x="0" y="0"/>
          <a:ext cx="0" cy="0"/>
          <a:chOff x="0" y="0"/>
          <a:chExt cx="0" cy="0"/>
        </a:xfrm>
      </p:grpSpPr>
      <p:sp>
        <p:nvSpPr>
          <p:cNvPr id="71" name="Google Shape;71;p1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73" name="Google Shape;73;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74" name="Shape 74"/>
        <p:cNvGrpSpPr/>
        <p:nvPr/>
      </p:nvGrpSpPr>
      <p:grpSpPr>
        <a:xfrm>
          <a:off x="0" y="0"/>
          <a:ext cx="0" cy="0"/>
          <a:chOff x="0" y="0"/>
          <a:chExt cx="0" cy="0"/>
        </a:xfrm>
      </p:grpSpPr>
      <p:sp>
        <p:nvSpPr>
          <p:cNvPr id="75" name="Google Shape;75;p18"/>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76" name="Google Shape;76;p18"/>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7" name="Google Shape;77;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8" name="Google Shape;78;p18"/>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9" name="Shape 79"/>
        <p:cNvGrpSpPr/>
        <p:nvPr/>
      </p:nvGrpSpPr>
      <p:grpSpPr>
        <a:xfrm>
          <a:off x="0" y="0"/>
          <a:ext cx="0" cy="0"/>
          <a:chOff x="0" y="0"/>
          <a:chExt cx="0" cy="0"/>
        </a:xfrm>
      </p:grpSpPr>
      <p:sp>
        <p:nvSpPr>
          <p:cNvPr id="80" name="Google Shape;80;p19"/>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2" name="Google Shape;82;p19"/>
          <p:cNvSpPr/>
          <p:nvPr>
            <p:ph type="pic" idx="2"/>
          </p:nvPr>
        </p:nvSpPr>
        <p:spPr>
          <a:xfrm>
            <a:off x="6173525" y="-13300"/>
            <a:ext cx="2970600" cy="5156700"/>
          </a:xfrm>
          <a:prstGeom prst="rect">
            <a:avLst/>
          </a:prstGeom>
          <a:noFill/>
          <a:ln>
            <a:noFill/>
          </a:ln>
        </p:spPr>
      </p:sp>
      <p:sp>
        <p:nvSpPr>
          <p:cNvPr id="83" name="Google Shape;83;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84" name="Shape 84"/>
        <p:cNvGrpSpPr/>
        <p:nvPr/>
      </p:nvGrpSpPr>
      <p:grpSpPr>
        <a:xfrm>
          <a:off x="0" y="0"/>
          <a:ext cx="0" cy="0"/>
          <a:chOff x="0" y="0"/>
          <a:chExt cx="0" cy="0"/>
        </a:xfrm>
      </p:grpSpPr>
      <p:sp>
        <p:nvSpPr>
          <p:cNvPr id="85" name="Google Shape;85;p20"/>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6" name="Google Shape;86;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7" name="Google Shape;87;p2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 name="Google Shape;88;p20"/>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9" name="Google Shape;89;p20"/>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90" name="Google Shape;90;p20"/>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1" name="Google Shape;91;p20"/>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2" name="Google Shape;92;p20"/>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lt2"/>
        </a:solidFill>
        <a:effectLst/>
      </p:bgPr>
    </p:bg>
    <p:spTree>
      <p:nvGrpSpPr>
        <p:cNvPr id="93" name="Shape 93"/>
        <p:cNvGrpSpPr/>
        <p:nvPr/>
      </p:nvGrpSpPr>
      <p:grpSpPr>
        <a:xfrm>
          <a:off x="0" y="0"/>
          <a:ext cx="0" cy="0"/>
          <a:chOff x="0" y="0"/>
          <a:chExt cx="0" cy="0"/>
        </a:xfrm>
      </p:grpSpPr>
      <p:sp>
        <p:nvSpPr>
          <p:cNvPr id="94" name="Google Shape;94;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95" name="Google Shape;95;p21"/>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2200"/>
              <a:buNone/>
              <a:defRPr sz="2200">
                <a:solidFill>
                  <a:schemeClr val="dk1"/>
                </a:solidFill>
              </a:defRPr>
            </a:lvl1pPr>
            <a:lvl2pPr lvl="1">
              <a:lnSpc>
                <a:spcPct val="75000"/>
              </a:lnSpc>
              <a:spcBef>
                <a:spcPts val="0"/>
              </a:spcBef>
              <a:spcAft>
                <a:spcPts val="0"/>
              </a:spcAft>
              <a:buClr>
                <a:schemeClr val="dk1"/>
              </a:buClr>
              <a:buSzPts val="2200"/>
              <a:buNone/>
              <a:defRPr sz="2200">
                <a:solidFill>
                  <a:schemeClr val="dk1"/>
                </a:solidFill>
              </a:defRPr>
            </a:lvl2pPr>
            <a:lvl3pPr lvl="2">
              <a:lnSpc>
                <a:spcPct val="75000"/>
              </a:lnSpc>
              <a:spcBef>
                <a:spcPts val="0"/>
              </a:spcBef>
              <a:spcAft>
                <a:spcPts val="0"/>
              </a:spcAft>
              <a:buClr>
                <a:schemeClr val="dk1"/>
              </a:buClr>
              <a:buSzPts val="2200"/>
              <a:buNone/>
              <a:defRPr sz="2200">
                <a:solidFill>
                  <a:schemeClr val="dk1"/>
                </a:solidFill>
              </a:defRPr>
            </a:lvl3pPr>
            <a:lvl4pPr lvl="3">
              <a:lnSpc>
                <a:spcPct val="75000"/>
              </a:lnSpc>
              <a:spcBef>
                <a:spcPts val="0"/>
              </a:spcBef>
              <a:spcAft>
                <a:spcPts val="0"/>
              </a:spcAft>
              <a:buClr>
                <a:schemeClr val="dk1"/>
              </a:buClr>
              <a:buSzPts val="2200"/>
              <a:buNone/>
              <a:defRPr sz="2200">
                <a:solidFill>
                  <a:schemeClr val="dk1"/>
                </a:solidFill>
              </a:defRPr>
            </a:lvl4pPr>
            <a:lvl5pPr lvl="4">
              <a:lnSpc>
                <a:spcPct val="75000"/>
              </a:lnSpc>
              <a:spcBef>
                <a:spcPts val="0"/>
              </a:spcBef>
              <a:spcAft>
                <a:spcPts val="0"/>
              </a:spcAft>
              <a:buClr>
                <a:schemeClr val="dk1"/>
              </a:buClr>
              <a:buSzPts val="2200"/>
              <a:buNone/>
              <a:defRPr sz="2200">
                <a:solidFill>
                  <a:schemeClr val="dk1"/>
                </a:solidFill>
              </a:defRPr>
            </a:lvl5pPr>
            <a:lvl6pPr lvl="5">
              <a:lnSpc>
                <a:spcPct val="75000"/>
              </a:lnSpc>
              <a:spcBef>
                <a:spcPts val="0"/>
              </a:spcBef>
              <a:spcAft>
                <a:spcPts val="0"/>
              </a:spcAft>
              <a:buClr>
                <a:schemeClr val="dk1"/>
              </a:buClr>
              <a:buSzPts val="2200"/>
              <a:buNone/>
              <a:defRPr sz="2200">
                <a:solidFill>
                  <a:schemeClr val="dk1"/>
                </a:solidFill>
              </a:defRPr>
            </a:lvl6pPr>
            <a:lvl7pPr lvl="6">
              <a:lnSpc>
                <a:spcPct val="75000"/>
              </a:lnSpc>
              <a:spcBef>
                <a:spcPts val="0"/>
              </a:spcBef>
              <a:spcAft>
                <a:spcPts val="0"/>
              </a:spcAft>
              <a:buClr>
                <a:schemeClr val="dk1"/>
              </a:buClr>
              <a:buSzPts val="2200"/>
              <a:buNone/>
              <a:defRPr sz="2200">
                <a:solidFill>
                  <a:schemeClr val="dk1"/>
                </a:solidFill>
              </a:defRPr>
            </a:lvl7pPr>
            <a:lvl8pPr lvl="7">
              <a:lnSpc>
                <a:spcPct val="75000"/>
              </a:lnSpc>
              <a:spcBef>
                <a:spcPts val="0"/>
              </a:spcBef>
              <a:spcAft>
                <a:spcPts val="0"/>
              </a:spcAft>
              <a:buClr>
                <a:schemeClr val="dk1"/>
              </a:buClr>
              <a:buSzPts val="2200"/>
              <a:buNone/>
              <a:defRPr sz="2200">
                <a:solidFill>
                  <a:schemeClr val="dk1"/>
                </a:solidFill>
              </a:defRPr>
            </a:lvl8pPr>
            <a:lvl9pPr lvl="8">
              <a:lnSpc>
                <a:spcPct val="75000"/>
              </a:lnSpc>
              <a:spcBef>
                <a:spcPts val="0"/>
              </a:spcBef>
              <a:spcAft>
                <a:spcPts val="0"/>
              </a:spcAft>
              <a:buClr>
                <a:schemeClr val="dk1"/>
              </a:buClr>
              <a:buSzPts val="2200"/>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6" name="Shape 96"/>
        <p:cNvGrpSpPr/>
        <p:nvPr/>
      </p:nvGrpSpPr>
      <p:grpSpPr>
        <a:xfrm>
          <a:off x="0" y="0"/>
          <a:ext cx="0" cy="0"/>
          <a:chOff x="0" y="0"/>
          <a:chExt cx="0" cy="0"/>
        </a:xfrm>
      </p:grpSpPr>
      <p:sp>
        <p:nvSpPr>
          <p:cNvPr id="97" name="Google Shape;97;p22"/>
          <p:cNvSpPr txBox="1"/>
          <p:nvPr>
            <p:ph type="body" idx="1"/>
          </p:nvPr>
        </p:nvSpPr>
        <p:spPr>
          <a:xfrm>
            <a:off x="457200" y="1330925"/>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8" name="Google Shape;98;p22"/>
          <p:cNvSpPr txBox="1"/>
          <p:nvPr>
            <p:ph type="body" idx="2"/>
          </p:nvPr>
        </p:nvSpPr>
        <p:spPr>
          <a:xfrm>
            <a:off x="5023050" y="1330913"/>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9" name="Google Shape;99;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00" name="Google Shape;100;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1600"/>
              <a:buNone/>
              <a:defRPr>
                <a:solidFill>
                  <a:schemeClr val="dk1"/>
                </a:solidFill>
              </a:defRPr>
            </a:lvl1pPr>
            <a:lvl2pPr lvl="1">
              <a:spcBef>
                <a:spcPts val="0"/>
              </a:spcBef>
              <a:spcAft>
                <a:spcPts val="0"/>
              </a:spcAft>
              <a:buClr>
                <a:schemeClr val="dk1"/>
              </a:buClr>
              <a:buSzPts val="1600"/>
              <a:buNone/>
              <a:defRPr>
                <a:solidFill>
                  <a:schemeClr val="dk1"/>
                </a:solidFill>
              </a:defRPr>
            </a:lvl2pPr>
            <a:lvl3pPr lvl="2">
              <a:spcBef>
                <a:spcPts val="0"/>
              </a:spcBef>
              <a:spcAft>
                <a:spcPts val="0"/>
              </a:spcAft>
              <a:buClr>
                <a:schemeClr val="dk1"/>
              </a:buClr>
              <a:buSzPts val="1600"/>
              <a:buNone/>
              <a:defRPr>
                <a:solidFill>
                  <a:schemeClr val="dk1"/>
                </a:solidFill>
              </a:defRPr>
            </a:lvl3pPr>
            <a:lvl4pPr lvl="3">
              <a:spcBef>
                <a:spcPts val="0"/>
              </a:spcBef>
              <a:spcAft>
                <a:spcPts val="0"/>
              </a:spcAft>
              <a:buClr>
                <a:schemeClr val="dk1"/>
              </a:buClr>
              <a:buSzPts val="1600"/>
              <a:buNone/>
              <a:defRPr>
                <a:solidFill>
                  <a:schemeClr val="dk1"/>
                </a:solidFill>
              </a:defRPr>
            </a:lvl4pPr>
            <a:lvl5pPr lvl="4">
              <a:spcBef>
                <a:spcPts val="0"/>
              </a:spcBef>
              <a:spcAft>
                <a:spcPts val="0"/>
              </a:spcAft>
              <a:buClr>
                <a:schemeClr val="dk1"/>
              </a:buClr>
              <a:buSzPts val="1600"/>
              <a:buNone/>
              <a:defRPr>
                <a:solidFill>
                  <a:schemeClr val="dk1"/>
                </a:solidFill>
              </a:defRPr>
            </a:lvl5pPr>
            <a:lvl6pPr lvl="5">
              <a:spcBef>
                <a:spcPts val="0"/>
              </a:spcBef>
              <a:spcAft>
                <a:spcPts val="0"/>
              </a:spcAft>
              <a:buClr>
                <a:schemeClr val="dk1"/>
              </a:buClr>
              <a:buSzPts val="1600"/>
              <a:buNone/>
              <a:defRPr>
                <a:solidFill>
                  <a:schemeClr val="dk1"/>
                </a:solidFill>
              </a:defRPr>
            </a:lvl6pPr>
            <a:lvl7pPr lvl="6">
              <a:spcBef>
                <a:spcPts val="0"/>
              </a:spcBef>
              <a:spcAft>
                <a:spcPts val="0"/>
              </a:spcAft>
              <a:buClr>
                <a:schemeClr val="dk1"/>
              </a:buClr>
              <a:buSzPts val="1600"/>
              <a:buNone/>
              <a:defRPr>
                <a:solidFill>
                  <a:schemeClr val="dk1"/>
                </a:solidFill>
              </a:defRPr>
            </a:lvl7pPr>
            <a:lvl8pPr lvl="7">
              <a:spcBef>
                <a:spcPts val="0"/>
              </a:spcBef>
              <a:spcAft>
                <a:spcPts val="0"/>
              </a:spcAft>
              <a:buClr>
                <a:schemeClr val="dk1"/>
              </a:buClr>
              <a:buSzPts val="1600"/>
              <a:buNone/>
              <a:defRPr>
                <a:solidFill>
                  <a:schemeClr val="dk1"/>
                </a:solidFill>
              </a:defRPr>
            </a:lvl8pPr>
            <a:lvl9pPr lvl="8">
              <a:spcBef>
                <a:spcPts val="0"/>
              </a:spcBef>
              <a:spcAft>
                <a:spcPts val="0"/>
              </a:spcAft>
              <a:buClr>
                <a:schemeClr val="dk1"/>
              </a:buClr>
              <a:buSzPts val="1600"/>
              <a:buNone/>
              <a:defRPr>
                <a:solidFill>
                  <a:schemeClr val="dk1"/>
                </a:solidFill>
              </a:defRPr>
            </a:lvl9pPr>
          </a:lstStyle>
          <a:p/>
        </p:txBody>
      </p:sp>
      <p:sp>
        <p:nvSpPr>
          <p:cNvPr id="101" name="Google Shape;101;p22"/>
          <p:cNvSpPr txBox="1"/>
          <p:nvPr>
            <p:ph type="subTitle" idx="3"/>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txBox="1"/>
          <p:nvPr>
            <p:ph type="subTitle" idx="4"/>
          </p:nvPr>
        </p:nvSpPr>
        <p:spPr>
          <a:xfrm>
            <a:off x="457200" y="962775"/>
            <a:ext cx="36588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03" name="Google Shape;103;p22"/>
          <p:cNvSpPr txBox="1"/>
          <p:nvPr>
            <p:ph type="subTitle" idx="5"/>
          </p:nvPr>
        </p:nvSpPr>
        <p:spPr>
          <a:xfrm>
            <a:off x="5023050" y="962775"/>
            <a:ext cx="32172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04" name="Shape 104"/>
        <p:cNvGrpSpPr/>
        <p:nvPr/>
      </p:nvGrpSpPr>
      <p:grpSpPr>
        <a:xfrm>
          <a:off x="0" y="0"/>
          <a:ext cx="0" cy="0"/>
          <a:chOff x="0" y="0"/>
          <a:chExt cx="0" cy="0"/>
        </a:xfrm>
      </p:grpSpPr>
      <p:sp>
        <p:nvSpPr>
          <p:cNvPr id="105" name="Google Shape;105;p23"/>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06" name="Google Shape;106;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7" name="Shape 107"/>
        <p:cNvGrpSpPr/>
        <p:nvPr/>
      </p:nvGrpSpPr>
      <p:grpSpPr>
        <a:xfrm>
          <a:off x="0" y="0"/>
          <a:ext cx="0" cy="0"/>
          <a:chOff x="0" y="0"/>
          <a:chExt cx="0" cy="0"/>
        </a:xfrm>
      </p:grpSpPr>
      <p:sp>
        <p:nvSpPr>
          <p:cNvPr id="108" name="Google Shape;108;p24"/>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9" name="Google Shape;109;p24"/>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10" name="Google Shape;110;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11" name="Shape 111"/>
        <p:cNvGrpSpPr/>
        <p:nvPr/>
      </p:nvGrpSpPr>
      <p:grpSpPr>
        <a:xfrm>
          <a:off x="0" y="0"/>
          <a:ext cx="0" cy="0"/>
          <a:chOff x="0" y="0"/>
          <a:chExt cx="0" cy="0"/>
        </a:xfrm>
      </p:grpSpPr>
      <p:sp>
        <p:nvSpPr>
          <p:cNvPr id="112" name="Google Shape;112;p25"/>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3" name="Google Shape;113;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14" name="Shape 114"/>
        <p:cNvGrpSpPr/>
        <p:nvPr/>
      </p:nvGrpSpPr>
      <p:grpSpPr>
        <a:xfrm>
          <a:off x="0" y="0"/>
          <a:ext cx="0" cy="0"/>
          <a:chOff x="0" y="0"/>
          <a:chExt cx="0" cy="0"/>
        </a:xfrm>
      </p:grpSpPr>
      <p:sp>
        <p:nvSpPr>
          <p:cNvPr id="115" name="Google Shape;115;p26"/>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16" name="Google Shape;116;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17" name="Google Shape;117;p26"/>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2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27"/>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1" name="Google Shape;121;p27"/>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27"/>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23" name="Google Shape;123;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24" name="Shape 124"/>
        <p:cNvGrpSpPr/>
        <p:nvPr/>
      </p:nvGrpSpPr>
      <p:grpSpPr>
        <a:xfrm>
          <a:off x="0" y="0"/>
          <a:ext cx="0" cy="0"/>
          <a:chOff x="0" y="0"/>
          <a:chExt cx="0" cy="0"/>
        </a:xfrm>
      </p:grpSpPr>
      <p:sp>
        <p:nvSpPr>
          <p:cNvPr id="125" name="Google Shape;125;p28"/>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26" name="Google Shape;126;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7" name="Shape 127"/>
        <p:cNvGrpSpPr/>
        <p:nvPr/>
      </p:nvGrpSpPr>
      <p:grpSpPr>
        <a:xfrm>
          <a:off x="0" y="0"/>
          <a:ext cx="0" cy="0"/>
          <a:chOff x="0" y="0"/>
          <a:chExt cx="0" cy="0"/>
        </a:xfrm>
      </p:grpSpPr>
      <p:sp>
        <p:nvSpPr>
          <p:cNvPr id="128" name="Google Shape;128;p29"/>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9" name="Google Shape;129;p29"/>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30" name="Google Shape;130;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31" name="Shape 131"/>
        <p:cNvGrpSpPr/>
        <p:nvPr/>
      </p:nvGrpSpPr>
      <p:grpSpPr>
        <a:xfrm>
          <a:off x="0" y="0"/>
          <a:ext cx="0" cy="0"/>
          <a:chOff x="0" y="0"/>
          <a:chExt cx="0" cy="0"/>
        </a:xfrm>
      </p:grpSpPr>
      <p:sp>
        <p:nvSpPr>
          <p:cNvPr id="132" name="Google Shape;132;p3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33" name="Shape 133"/>
        <p:cNvGrpSpPr/>
        <p:nvPr/>
      </p:nvGrpSpPr>
      <p:grpSpPr>
        <a:xfrm>
          <a:off x="0" y="0"/>
          <a:ext cx="0" cy="0"/>
          <a:chOff x="0" y="0"/>
          <a:chExt cx="0" cy="0"/>
        </a:xfrm>
      </p:grpSpPr>
      <p:sp>
        <p:nvSpPr>
          <p:cNvPr id="134" name="Google Shape;134;p31"/>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35" name="Google Shape;135;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36" name="Shape 136"/>
        <p:cNvGrpSpPr/>
        <p:nvPr/>
      </p:nvGrpSpPr>
      <p:grpSpPr>
        <a:xfrm>
          <a:off x="0" y="0"/>
          <a:ext cx="0" cy="0"/>
          <a:chOff x="0" y="0"/>
          <a:chExt cx="0" cy="0"/>
        </a:xfrm>
      </p:grpSpPr>
      <p:sp>
        <p:nvSpPr>
          <p:cNvPr id="137" name="Google Shape;137;p32"/>
          <p:cNvSpPr txBox="1"/>
          <p:nvPr>
            <p:ph type="ctrTitle"/>
          </p:nvPr>
        </p:nvSpPr>
        <p:spPr>
          <a:xfrm>
            <a:off x="311708" y="744575"/>
            <a:ext cx="8520600" cy="2052600"/>
          </a:xfrm>
          <a:prstGeom prst="rect">
            <a:avLst/>
          </a:prstGeom>
        </p:spPr>
        <p:txBody>
          <a:bodyPr spcFirstLastPara="1" wrap="square" lIns="0" tIns="91425" rIns="0"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8" name="Google Shape;138;p3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3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Graphic Sans 1">
  <p:cSld name="TITLE_2">
    <p:bg>
      <p:bgPr>
        <a:solidFill>
          <a:schemeClr val="lt1"/>
        </a:solidFill>
        <a:effectLst/>
      </p:bgPr>
    </p:bg>
    <p:spTree>
      <p:nvGrpSpPr>
        <p:cNvPr id="140" name="Shape 140"/>
        <p:cNvGrpSpPr/>
        <p:nvPr/>
      </p:nvGrpSpPr>
      <p:grpSpPr>
        <a:xfrm>
          <a:off x="0" y="0"/>
          <a:ext cx="0" cy="0"/>
          <a:chOff x="0" y="0"/>
          <a:chExt cx="0" cy="0"/>
        </a:xfrm>
      </p:grpSpPr>
      <p:sp>
        <p:nvSpPr>
          <p:cNvPr id="141" name="Google Shape;141;p33"/>
          <p:cNvSpPr txBox="1"/>
          <p:nvPr>
            <p:ph type="ctrTitle"/>
          </p:nvPr>
        </p:nvSpPr>
        <p:spPr>
          <a:xfrm>
            <a:off x="2289975" y="1545525"/>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5"/>
              </a:buClr>
              <a:buSzPts val="6800"/>
              <a:buNone/>
              <a:defRPr sz="6800">
                <a:solidFill>
                  <a:schemeClr val="accent5"/>
                </a:solidFill>
              </a:defRPr>
            </a:lvl1pPr>
            <a:lvl2pPr lvl="1">
              <a:lnSpc>
                <a:spcPct val="75000"/>
              </a:lnSpc>
              <a:spcBef>
                <a:spcPts val="0"/>
              </a:spcBef>
              <a:spcAft>
                <a:spcPts val="0"/>
              </a:spcAft>
              <a:buClr>
                <a:schemeClr val="accent5"/>
              </a:buClr>
              <a:buSzPts val="6800"/>
              <a:buNone/>
              <a:defRPr sz="6800">
                <a:solidFill>
                  <a:schemeClr val="accent5"/>
                </a:solidFill>
              </a:defRPr>
            </a:lvl2pPr>
            <a:lvl3pPr lvl="2">
              <a:lnSpc>
                <a:spcPct val="75000"/>
              </a:lnSpc>
              <a:spcBef>
                <a:spcPts val="0"/>
              </a:spcBef>
              <a:spcAft>
                <a:spcPts val="0"/>
              </a:spcAft>
              <a:buClr>
                <a:schemeClr val="accent5"/>
              </a:buClr>
              <a:buSzPts val="6800"/>
              <a:buNone/>
              <a:defRPr sz="6800">
                <a:solidFill>
                  <a:schemeClr val="accent5"/>
                </a:solidFill>
              </a:defRPr>
            </a:lvl3pPr>
            <a:lvl4pPr lvl="3">
              <a:lnSpc>
                <a:spcPct val="75000"/>
              </a:lnSpc>
              <a:spcBef>
                <a:spcPts val="0"/>
              </a:spcBef>
              <a:spcAft>
                <a:spcPts val="0"/>
              </a:spcAft>
              <a:buClr>
                <a:schemeClr val="accent5"/>
              </a:buClr>
              <a:buSzPts val="6800"/>
              <a:buNone/>
              <a:defRPr sz="6800">
                <a:solidFill>
                  <a:schemeClr val="accent5"/>
                </a:solidFill>
              </a:defRPr>
            </a:lvl4pPr>
            <a:lvl5pPr lvl="4">
              <a:lnSpc>
                <a:spcPct val="75000"/>
              </a:lnSpc>
              <a:spcBef>
                <a:spcPts val="0"/>
              </a:spcBef>
              <a:spcAft>
                <a:spcPts val="0"/>
              </a:spcAft>
              <a:buClr>
                <a:schemeClr val="accent5"/>
              </a:buClr>
              <a:buSzPts val="6800"/>
              <a:buNone/>
              <a:defRPr sz="6800">
                <a:solidFill>
                  <a:schemeClr val="accent5"/>
                </a:solidFill>
              </a:defRPr>
            </a:lvl5pPr>
            <a:lvl6pPr lvl="5">
              <a:lnSpc>
                <a:spcPct val="75000"/>
              </a:lnSpc>
              <a:spcBef>
                <a:spcPts val="0"/>
              </a:spcBef>
              <a:spcAft>
                <a:spcPts val="0"/>
              </a:spcAft>
              <a:buClr>
                <a:schemeClr val="accent5"/>
              </a:buClr>
              <a:buSzPts val="6800"/>
              <a:buNone/>
              <a:defRPr sz="6800">
                <a:solidFill>
                  <a:schemeClr val="accent5"/>
                </a:solidFill>
              </a:defRPr>
            </a:lvl6pPr>
            <a:lvl7pPr lvl="6">
              <a:lnSpc>
                <a:spcPct val="75000"/>
              </a:lnSpc>
              <a:spcBef>
                <a:spcPts val="0"/>
              </a:spcBef>
              <a:spcAft>
                <a:spcPts val="0"/>
              </a:spcAft>
              <a:buClr>
                <a:schemeClr val="accent5"/>
              </a:buClr>
              <a:buSzPts val="6800"/>
              <a:buNone/>
              <a:defRPr sz="6800">
                <a:solidFill>
                  <a:schemeClr val="accent5"/>
                </a:solidFill>
              </a:defRPr>
            </a:lvl7pPr>
            <a:lvl8pPr lvl="7">
              <a:lnSpc>
                <a:spcPct val="75000"/>
              </a:lnSpc>
              <a:spcBef>
                <a:spcPts val="0"/>
              </a:spcBef>
              <a:spcAft>
                <a:spcPts val="0"/>
              </a:spcAft>
              <a:buClr>
                <a:schemeClr val="accent5"/>
              </a:buClr>
              <a:buSzPts val="6800"/>
              <a:buNone/>
              <a:defRPr sz="6800">
                <a:solidFill>
                  <a:schemeClr val="accent5"/>
                </a:solidFill>
              </a:defRPr>
            </a:lvl8pPr>
            <a:lvl9pPr lvl="8">
              <a:lnSpc>
                <a:spcPct val="75000"/>
              </a:lnSpc>
              <a:spcBef>
                <a:spcPts val="0"/>
              </a:spcBef>
              <a:spcAft>
                <a:spcPts val="0"/>
              </a:spcAft>
              <a:buClr>
                <a:schemeClr val="accent5"/>
              </a:buClr>
              <a:buSzPts val="6800"/>
              <a:buNone/>
              <a:defRPr sz="6800">
                <a:solidFill>
                  <a:schemeClr val="accent5"/>
                </a:solidFill>
              </a:defRPr>
            </a:lvl9pPr>
          </a:lstStyle>
          <a:p/>
        </p:txBody>
      </p:sp>
      <p:sp>
        <p:nvSpPr>
          <p:cNvPr id="142" name="Google Shape;142;p33"/>
          <p:cNvSpPr txBox="1"/>
          <p:nvPr>
            <p:ph type="subTitle" idx="1"/>
          </p:nvPr>
        </p:nvSpPr>
        <p:spPr>
          <a:xfrm>
            <a:off x="2289975" y="4120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3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4" name="Google Shape;144;p33"/>
          <p:cNvSpPr txBox="1"/>
          <p:nvPr>
            <p:ph type="subTitle" idx="2"/>
          </p:nvPr>
        </p:nvSpPr>
        <p:spPr>
          <a:xfrm>
            <a:off x="2289975" y="3502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Graphic Sans 2">
  <p:cSld name="TITLE_3">
    <p:bg>
      <p:bgPr>
        <a:solidFill>
          <a:schemeClr val="dk1"/>
        </a:solidFill>
        <a:effectLst/>
      </p:bgPr>
    </p:bg>
    <p:spTree>
      <p:nvGrpSpPr>
        <p:cNvPr id="145" name="Shape 145"/>
        <p:cNvGrpSpPr/>
        <p:nvPr/>
      </p:nvGrpSpPr>
      <p:grpSpPr>
        <a:xfrm>
          <a:off x="0" y="0"/>
          <a:ext cx="0" cy="0"/>
          <a:chOff x="0" y="0"/>
          <a:chExt cx="0" cy="0"/>
        </a:xfrm>
      </p:grpSpPr>
      <p:sp>
        <p:nvSpPr>
          <p:cNvPr id="146" name="Google Shape;146;p34"/>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47" name="Google Shape;147;p3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48" name="Google Shape;148;p3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9" name="Google Shape;149;p34"/>
          <p:cNvSpPr/>
          <p:nvPr>
            <p:ph type="pic" idx="2"/>
          </p:nvPr>
        </p:nvSpPr>
        <p:spPr>
          <a:xfrm>
            <a:off x="6173525" y="-13300"/>
            <a:ext cx="2970600" cy="5156700"/>
          </a:xfrm>
          <a:prstGeom prst="rect">
            <a:avLst/>
          </a:prstGeom>
          <a:noFill/>
          <a:ln>
            <a:noFill/>
          </a:ln>
        </p:spPr>
      </p:sp>
      <p:sp>
        <p:nvSpPr>
          <p:cNvPr id="150" name="Google Shape;150;p34"/>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aphic Sans 3">
  <p:cSld name="TITLE_4">
    <p:bg>
      <p:bgPr>
        <a:solidFill>
          <a:schemeClr val="dk1"/>
        </a:solidFill>
        <a:effectLst/>
      </p:bgPr>
    </p:bg>
    <p:spTree>
      <p:nvGrpSpPr>
        <p:cNvPr id="151" name="Shape 151"/>
        <p:cNvGrpSpPr/>
        <p:nvPr/>
      </p:nvGrpSpPr>
      <p:grpSpPr>
        <a:xfrm>
          <a:off x="0" y="0"/>
          <a:ext cx="0" cy="0"/>
          <a:chOff x="0" y="0"/>
          <a:chExt cx="0" cy="0"/>
        </a:xfrm>
      </p:grpSpPr>
      <p:sp>
        <p:nvSpPr>
          <p:cNvPr id="152" name="Google Shape;152;p35"/>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53" name="Google Shape;153;p35"/>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54" name="Google Shape;154;p3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55" name="Google Shape;155;p35"/>
          <p:cNvSpPr/>
          <p:nvPr>
            <p:ph type="pic" idx="2"/>
          </p:nvPr>
        </p:nvSpPr>
        <p:spPr>
          <a:xfrm>
            <a:off x="6173525" y="-13300"/>
            <a:ext cx="2970600" cy="5156700"/>
          </a:xfrm>
          <a:prstGeom prst="rect">
            <a:avLst/>
          </a:prstGeom>
          <a:noFill/>
          <a:ln>
            <a:noFill/>
          </a:ln>
        </p:spPr>
      </p:sp>
      <p:sp>
        <p:nvSpPr>
          <p:cNvPr id="156" name="Google Shape;156;p35"/>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57" name="Shape 157"/>
        <p:cNvGrpSpPr/>
        <p:nvPr/>
      </p:nvGrpSpPr>
      <p:grpSpPr>
        <a:xfrm>
          <a:off x="0" y="0"/>
          <a:ext cx="0" cy="0"/>
          <a:chOff x="0" y="0"/>
          <a:chExt cx="0" cy="0"/>
        </a:xfrm>
      </p:grpSpPr>
      <p:sp>
        <p:nvSpPr>
          <p:cNvPr id="158" name="Google Shape;158;p3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1600"/>
              <a:buNone/>
              <a:defRPr>
                <a:solidFill>
                  <a:schemeClr val="dk1"/>
                </a:solidFill>
              </a:defRPr>
            </a:lvl1pPr>
            <a:lvl2pPr lvl="1">
              <a:spcBef>
                <a:spcPts val="0"/>
              </a:spcBef>
              <a:spcAft>
                <a:spcPts val="0"/>
              </a:spcAft>
              <a:buClr>
                <a:schemeClr val="dk1"/>
              </a:buClr>
              <a:buSzPts val="1600"/>
              <a:buNone/>
              <a:defRPr>
                <a:solidFill>
                  <a:schemeClr val="dk1"/>
                </a:solidFill>
              </a:defRPr>
            </a:lvl2pPr>
            <a:lvl3pPr lvl="2">
              <a:spcBef>
                <a:spcPts val="0"/>
              </a:spcBef>
              <a:spcAft>
                <a:spcPts val="0"/>
              </a:spcAft>
              <a:buClr>
                <a:schemeClr val="dk1"/>
              </a:buClr>
              <a:buSzPts val="1600"/>
              <a:buNone/>
              <a:defRPr>
                <a:solidFill>
                  <a:schemeClr val="dk1"/>
                </a:solidFill>
              </a:defRPr>
            </a:lvl3pPr>
            <a:lvl4pPr lvl="3">
              <a:spcBef>
                <a:spcPts val="0"/>
              </a:spcBef>
              <a:spcAft>
                <a:spcPts val="0"/>
              </a:spcAft>
              <a:buClr>
                <a:schemeClr val="dk1"/>
              </a:buClr>
              <a:buSzPts val="1600"/>
              <a:buNone/>
              <a:defRPr>
                <a:solidFill>
                  <a:schemeClr val="dk1"/>
                </a:solidFill>
              </a:defRPr>
            </a:lvl4pPr>
            <a:lvl5pPr lvl="4">
              <a:spcBef>
                <a:spcPts val="0"/>
              </a:spcBef>
              <a:spcAft>
                <a:spcPts val="0"/>
              </a:spcAft>
              <a:buClr>
                <a:schemeClr val="dk1"/>
              </a:buClr>
              <a:buSzPts val="1600"/>
              <a:buNone/>
              <a:defRPr>
                <a:solidFill>
                  <a:schemeClr val="dk1"/>
                </a:solidFill>
              </a:defRPr>
            </a:lvl5pPr>
            <a:lvl6pPr lvl="5">
              <a:spcBef>
                <a:spcPts val="0"/>
              </a:spcBef>
              <a:spcAft>
                <a:spcPts val="0"/>
              </a:spcAft>
              <a:buClr>
                <a:schemeClr val="dk1"/>
              </a:buClr>
              <a:buSzPts val="1600"/>
              <a:buNone/>
              <a:defRPr>
                <a:solidFill>
                  <a:schemeClr val="dk1"/>
                </a:solidFill>
              </a:defRPr>
            </a:lvl6pPr>
            <a:lvl7pPr lvl="6">
              <a:spcBef>
                <a:spcPts val="0"/>
              </a:spcBef>
              <a:spcAft>
                <a:spcPts val="0"/>
              </a:spcAft>
              <a:buClr>
                <a:schemeClr val="dk1"/>
              </a:buClr>
              <a:buSzPts val="1600"/>
              <a:buNone/>
              <a:defRPr>
                <a:solidFill>
                  <a:schemeClr val="dk1"/>
                </a:solidFill>
              </a:defRPr>
            </a:lvl7pPr>
            <a:lvl8pPr lvl="7">
              <a:spcBef>
                <a:spcPts val="0"/>
              </a:spcBef>
              <a:spcAft>
                <a:spcPts val="0"/>
              </a:spcAft>
              <a:buClr>
                <a:schemeClr val="dk1"/>
              </a:buClr>
              <a:buSzPts val="1600"/>
              <a:buNone/>
              <a:defRPr>
                <a:solidFill>
                  <a:schemeClr val="dk1"/>
                </a:solidFill>
              </a:defRPr>
            </a:lvl8pPr>
            <a:lvl9pPr lvl="8">
              <a:spcBef>
                <a:spcPts val="0"/>
              </a:spcBef>
              <a:spcAft>
                <a:spcPts val="0"/>
              </a:spcAft>
              <a:buClr>
                <a:schemeClr val="dk1"/>
              </a:buClr>
              <a:buSzPts val="1600"/>
              <a:buNone/>
              <a:defRPr>
                <a:solidFill>
                  <a:schemeClr val="dk1"/>
                </a:solidFill>
              </a:defRPr>
            </a:lvl9pPr>
          </a:lstStyle>
          <a:p/>
        </p:txBody>
      </p:sp>
      <p:sp>
        <p:nvSpPr>
          <p:cNvPr id="160" name="Google Shape;160;p36"/>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1" name="Google Shape;161;p3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ustom Layout 2 1 2">
  <p:cSld name="CUSTOM_3_1_2">
    <p:spTree>
      <p:nvGrpSpPr>
        <p:cNvPr id="162" name="Shape 162"/>
        <p:cNvGrpSpPr/>
        <p:nvPr/>
      </p:nvGrpSpPr>
      <p:grpSpPr>
        <a:xfrm>
          <a:off x="0" y="0"/>
          <a:ext cx="0" cy="0"/>
          <a:chOff x="0" y="0"/>
          <a:chExt cx="0" cy="0"/>
        </a:xfrm>
      </p:grpSpPr>
      <p:sp>
        <p:nvSpPr>
          <p:cNvPr id="163" name="Google Shape;163;p37"/>
          <p:cNvSpPr txBox="1"/>
          <p:nvPr>
            <p:ph type="title"/>
          </p:nvPr>
        </p:nvSpPr>
        <p:spPr>
          <a:xfrm>
            <a:off x="457200" y="445025"/>
            <a:ext cx="8229600" cy="572700"/>
          </a:xfrm>
          <a:prstGeom prst="rect">
            <a:avLst/>
          </a:prstGeom>
        </p:spPr>
        <p:txBody>
          <a:bodyPr spcFirstLastPara="1" wrap="square" lIns="0" tIns="91425" rIns="0" bIns="91425" anchor="ctr" anchorCtr="0">
            <a:normAutofit/>
          </a:bodyPr>
          <a:lstStyle>
            <a:lvl1pPr lvl="0">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1pPr>
            <a:lvl2pPr lvl="1">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2pPr>
            <a:lvl3pPr lvl="2">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3pPr>
            <a:lvl4pPr lvl="3">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4pPr>
            <a:lvl5pPr lvl="4">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5pPr>
            <a:lvl6pPr lvl="5">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6pPr>
            <a:lvl7pPr lvl="6">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7pPr>
            <a:lvl8pPr lvl="7">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8pPr>
            <a:lvl9pPr lvl="8">
              <a:spcBef>
                <a:spcPts val="0"/>
              </a:spcBef>
              <a:spcAft>
                <a:spcPts val="0"/>
              </a:spcAft>
              <a:buClr>
                <a:schemeClr val="dk1"/>
              </a:buClr>
              <a:buSzPts val="1600"/>
              <a:buFont typeface="Hanken Grotesk"/>
              <a:buNone/>
              <a:defRPr b="1">
                <a:solidFill>
                  <a:schemeClr val="dk1"/>
                </a:solidFill>
                <a:latin typeface="Hanken Grotesk"/>
                <a:ea typeface="Hanken Grotesk"/>
                <a:cs typeface="Hanken Grotesk"/>
                <a:sym typeface="Hanken Grotesk"/>
              </a:defRPr>
            </a:lvl9pPr>
          </a:lstStyle>
          <a:p/>
        </p:txBody>
      </p:sp>
      <p:sp>
        <p:nvSpPr>
          <p:cNvPr id="164" name="Google Shape;164;p37"/>
          <p:cNvSpPr txBox="1"/>
          <p:nvPr>
            <p:ph type="body" idx="1"/>
          </p:nvPr>
        </p:nvSpPr>
        <p:spPr>
          <a:xfrm>
            <a:off x="4572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5" name="Google Shape;165;p37"/>
          <p:cNvSpPr txBox="1"/>
          <p:nvPr>
            <p:ph type="body" idx="2"/>
          </p:nvPr>
        </p:nvSpPr>
        <p:spPr>
          <a:xfrm>
            <a:off x="48004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6" name="Google Shape;166;p37"/>
          <p:cNvSpPr txBox="1"/>
          <p:nvPr>
            <p:ph type="subTitle" idx="3"/>
          </p:nvPr>
        </p:nvSpPr>
        <p:spPr>
          <a:xfrm>
            <a:off x="4572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67" name="Google Shape;167;p37"/>
          <p:cNvSpPr txBox="1"/>
          <p:nvPr>
            <p:ph type="subTitle" idx="4"/>
          </p:nvPr>
        </p:nvSpPr>
        <p:spPr>
          <a:xfrm>
            <a:off x="48004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4">
  <p:cSld name="TITLE_AND_BODY_5">
    <p:spTree>
      <p:nvGrpSpPr>
        <p:cNvPr id="168" name="Shape 168"/>
        <p:cNvGrpSpPr/>
        <p:nvPr/>
      </p:nvGrpSpPr>
      <p:grpSpPr>
        <a:xfrm>
          <a:off x="0" y="0"/>
          <a:ext cx="0" cy="0"/>
          <a:chOff x="0" y="0"/>
          <a:chExt cx="0" cy="0"/>
        </a:xfrm>
      </p:grpSpPr>
      <p:sp>
        <p:nvSpPr>
          <p:cNvPr id="169" name="Google Shape;169;p38"/>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8"/>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71" name="Google Shape;171;p38"/>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72" name="Google Shape;172;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1pPr>
            <a:lvl2pPr lvl="1">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2pPr>
            <a:lvl3pPr lvl="2">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3pPr>
            <a:lvl4pPr lvl="3">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4pPr>
            <a:lvl5pPr lvl="4">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5pPr>
            <a:lvl6pPr lvl="5">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6pPr>
            <a:lvl7pPr lvl="6">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7pPr>
            <a:lvl8pPr lvl="7">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8pPr>
            <a:lvl9pPr lvl="8">
              <a:lnSpc>
                <a:spcPct val="75000"/>
              </a:lnSpc>
              <a:spcBef>
                <a:spcPts val="0"/>
              </a:spcBef>
              <a:spcAft>
                <a:spcPts val="0"/>
              </a:spcAft>
              <a:buClr>
                <a:schemeClr val="dk2"/>
              </a:buClr>
              <a:buSzPts val="1600"/>
              <a:buFont typeface="Hanken Grotesk SemiBold"/>
              <a:buNone/>
              <a:defRPr sz="1600">
                <a:solidFill>
                  <a:schemeClr val="dk2"/>
                </a:solidFill>
                <a:latin typeface="Hanken Grotesk SemiBold"/>
                <a:ea typeface="Hanken Grotesk SemiBold"/>
                <a:cs typeface="Hanken Grotesk SemiBold"/>
                <a:sym typeface="Hanken Grotesk SemiBol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accent3"/>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1pPr>
            <a:lvl2pPr marL="914400" lvl="1" indent="-317500">
              <a:lnSpc>
                <a:spcPct val="100000"/>
              </a:lnSpc>
              <a:spcBef>
                <a:spcPts val="800"/>
              </a:spcBef>
              <a:spcAft>
                <a:spcPts val="0"/>
              </a:spcAft>
              <a:buClr>
                <a:schemeClr val="accent3"/>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2pPr>
            <a:lvl3pPr marL="1371600" lvl="2" indent="-317500">
              <a:lnSpc>
                <a:spcPct val="100000"/>
              </a:lnSpc>
              <a:spcBef>
                <a:spcPts val="800"/>
              </a:spcBef>
              <a:spcAft>
                <a:spcPts val="0"/>
              </a:spcAft>
              <a:buClr>
                <a:schemeClr val="accent3"/>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3pPr>
            <a:lvl4pPr marL="1828800" lvl="3" indent="-317500">
              <a:lnSpc>
                <a:spcPct val="100000"/>
              </a:lnSpc>
              <a:spcBef>
                <a:spcPts val="800"/>
              </a:spcBef>
              <a:spcAft>
                <a:spcPts val="0"/>
              </a:spcAft>
              <a:buClr>
                <a:schemeClr val="accent3"/>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4pPr>
            <a:lvl5pPr marL="2286000" lvl="4" indent="-317500">
              <a:lnSpc>
                <a:spcPct val="100000"/>
              </a:lnSpc>
              <a:spcBef>
                <a:spcPts val="800"/>
              </a:spcBef>
              <a:spcAft>
                <a:spcPts val="0"/>
              </a:spcAft>
              <a:buClr>
                <a:schemeClr val="dk1"/>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5pPr>
            <a:lvl6pPr marL="2743200" lvl="5" indent="-317500">
              <a:lnSpc>
                <a:spcPct val="100000"/>
              </a:lnSpc>
              <a:spcBef>
                <a:spcPts val="800"/>
              </a:spcBef>
              <a:spcAft>
                <a:spcPts val="0"/>
              </a:spcAft>
              <a:buClr>
                <a:schemeClr val="dk1"/>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6pPr>
            <a:lvl7pPr marL="3200400" lvl="6" indent="-317500">
              <a:lnSpc>
                <a:spcPct val="100000"/>
              </a:lnSpc>
              <a:spcBef>
                <a:spcPts val="800"/>
              </a:spcBef>
              <a:spcAft>
                <a:spcPts val="0"/>
              </a:spcAft>
              <a:buClr>
                <a:schemeClr val="dk1"/>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7pPr>
            <a:lvl8pPr marL="3657600" lvl="7" indent="-317500">
              <a:lnSpc>
                <a:spcPct val="100000"/>
              </a:lnSpc>
              <a:spcBef>
                <a:spcPts val="800"/>
              </a:spcBef>
              <a:spcAft>
                <a:spcPts val="0"/>
              </a:spcAft>
              <a:buClr>
                <a:schemeClr val="dk1"/>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8pPr>
            <a:lvl9pPr marL="4114800" lvl="8" indent="-317500">
              <a:lnSpc>
                <a:spcPct val="100000"/>
              </a:lnSpc>
              <a:spcBef>
                <a:spcPts val="800"/>
              </a:spcBef>
              <a:spcAft>
                <a:spcPts val="800"/>
              </a:spcAft>
              <a:buClr>
                <a:schemeClr val="dk1"/>
              </a:buClr>
              <a:buSzPts val="1400"/>
              <a:buFont typeface="Helvetica Neue" panose="02000503000000020004"/>
              <a:buChar char="•"/>
              <a:defRPr>
                <a:solidFill>
                  <a:schemeClr val="dk1"/>
                </a:solidFill>
                <a:latin typeface="Hanken Grotesk Medium"/>
                <a:ea typeface="Hanken Grotesk Medium"/>
                <a:cs typeface="Hanken Grotesk Medium"/>
                <a:sym typeface="Hanken Grotesk Medium"/>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4.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1.xml"/><Relationship Id="rId2" Type="http://schemas.openxmlformats.org/officeDocument/2006/relationships/image" Target="../media/image2.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0.xml"/><Relationship Id="rId5" Type="http://schemas.openxmlformats.org/officeDocument/2006/relationships/image" Target="../media/image2.png"/><Relationship Id="rId4" Type="http://schemas.openxmlformats.org/officeDocument/2006/relationships/image" Target="../media/image7.pn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6.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76" name="Shape 176"/>
        <p:cNvGrpSpPr/>
        <p:nvPr/>
      </p:nvGrpSpPr>
      <p:grpSpPr>
        <a:xfrm>
          <a:off x="0" y="0"/>
          <a:ext cx="0" cy="0"/>
          <a:chOff x="0" y="0"/>
          <a:chExt cx="0" cy="0"/>
        </a:xfrm>
      </p:grpSpPr>
      <p:sp>
        <p:nvSpPr>
          <p:cNvPr id="177" name="Google Shape;177;p39" descr="presentation_title"/>
          <p:cNvSpPr txBox="1"/>
          <p:nvPr>
            <p:ph type="ctrTitle"/>
          </p:nvPr>
        </p:nvSpPr>
        <p:spPr>
          <a:xfrm>
            <a:off x="654685" y="1310005"/>
            <a:ext cx="4826635" cy="303657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GB"/>
              <a:t>Understanding Communication and Rapport</a:t>
            </a:r>
            <a:endParaRPr lang="en-GB"/>
          </a:p>
        </p:txBody>
      </p:sp>
      <p:sp>
        <p:nvSpPr>
          <p:cNvPr id="179" name="Google Shape;179;p39"/>
          <p:cNvSpPr/>
          <p:nvPr/>
        </p:nvSpPr>
        <p:spPr>
          <a:xfrm>
            <a:off x="7053979" y="559015"/>
            <a:ext cx="1423200" cy="1423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180" name="Google Shape;180;p39" descr="swappable_0"/>
          <p:cNvPicPr preferRelativeResize="0"/>
          <p:nvPr/>
        </p:nvPicPr>
        <p:blipFill rotWithShape="1">
          <a:blip r:embed="rId1">
            <a:alphaModFix amt="62000"/>
          </a:blip>
          <a:srcRect/>
          <a:stretch>
            <a:fillRect/>
          </a:stretch>
        </p:blipFill>
        <p:spPr>
          <a:xfrm>
            <a:off x="5762650" y="797300"/>
            <a:ext cx="2365402" cy="3548902"/>
          </a:xfrm>
          <a:prstGeom prst="rect">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0" y="0"/>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83" name="Shape 383"/>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84" name="Shape 184"/>
        <p:cNvGrpSpPr/>
        <p:nvPr/>
      </p:nvGrpSpPr>
      <p:grpSpPr>
        <a:xfrm>
          <a:off x="0" y="0"/>
          <a:ext cx="0" cy="0"/>
          <a:chOff x="0" y="0"/>
          <a:chExt cx="0" cy="0"/>
        </a:xfrm>
      </p:grpSpPr>
      <p:sp>
        <p:nvSpPr>
          <p:cNvPr id="185" name="Google Shape;185;p40"/>
          <p:cNvSpPr txBox="1"/>
          <p:nvPr>
            <p:ph type="title"/>
          </p:nvPr>
        </p:nvSpPr>
        <p:spPr>
          <a:xfrm>
            <a:off x="457200" y="3429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sz="1800">
                <a:solidFill>
                  <a:schemeClr val="accent1"/>
                </a:solidFill>
              </a:rPr>
              <a:t>Agenda</a:t>
            </a:r>
            <a:endParaRPr sz="1800">
              <a:solidFill>
                <a:schemeClr val="accent1"/>
              </a:solidFill>
            </a:endParaRPr>
          </a:p>
        </p:txBody>
      </p:sp>
      <p:sp>
        <p:nvSpPr>
          <p:cNvPr id="186" name="Google Shape;186;p40" descr="agenda_0"/>
          <p:cNvSpPr txBox="1"/>
          <p:nvPr>
            <p:ph type="body" idx="4294967295"/>
          </p:nvPr>
        </p:nvSpPr>
        <p:spPr>
          <a:xfrm>
            <a:off x="457200" y="915600"/>
            <a:ext cx="4161900" cy="3662400"/>
          </a:xfrm>
          <a:prstGeom prst="rect">
            <a:avLst/>
          </a:prstGeom>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Char char="•"/>
            </a:pPr>
            <a:r>
              <a:rPr lang="en-GB" sz="1600">
                <a:solidFill>
                  <a:schemeClr val="lt1"/>
                </a:solidFill>
              </a:rPr>
              <a:t>Understanding the Communication Model</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Tips for Effective Communication</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Verbal vs. Nonverbal Communication</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Active Listening Skills</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Practicing Communication Skills</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Importance of Rapport in Communication</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Techniques for Building Rapport</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Rapport Building Exercise</a:t>
            </a:r>
            <a:endParaRPr sz="1600">
              <a:solidFill>
                <a:schemeClr val="lt1"/>
              </a:solidFill>
            </a:endParaRPr>
          </a:p>
          <a:p>
            <a:pPr marL="0" lvl="0" indent="-190500" algn="l" rtl="0">
              <a:lnSpc>
                <a:spcPct val="150000"/>
              </a:lnSpc>
              <a:spcBef>
                <a:spcPts val="0"/>
              </a:spcBef>
              <a:spcAft>
                <a:spcPts val="0"/>
              </a:spcAft>
              <a:buClr>
                <a:schemeClr val="dk1"/>
              </a:buClr>
              <a:buSzPts val="1200"/>
              <a:buChar char="•"/>
            </a:pPr>
            <a:r>
              <a:rPr lang="en-GB" sz="1600">
                <a:solidFill>
                  <a:schemeClr val="lt1"/>
                </a:solidFill>
              </a:rPr>
              <a:t>Conclusion</a:t>
            </a:r>
            <a:endParaRPr sz="1600">
              <a:solidFill>
                <a:schemeClr val="lt1"/>
              </a:solidFill>
            </a:endParaRPr>
          </a:p>
        </p:txBody>
      </p:sp>
      <p:pic>
        <p:nvPicPr>
          <p:cNvPr id="1" name="Picture 0" descr="communication"/>
          <p:cNvPicPr>
            <a:picLocks noChangeAspect="1"/>
          </p:cNvPicPr>
          <p:nvPr/>
        </p:nvPicPr>
        <p:blipFill>
          <a:blip r:embed="rId1"/>
          <a:stretch>
            <a:fillRect/>
          </a:stretch>
        </p:blipFill>
        <p:spPr>
          <a:xfrm>
            <a:off x="4804410" y="1380490"/>
            <a:ext cx="4162425" cy="2863850"/>
          </a:xfrm>
          <a:prstGeom prst="rect">
            <a:avLst/>
          </a:prstGeom>
        </p:spPr>
      </p:pic>
      <p:pic>
        <p:nvPicPr>
          <p:cNvPr id="7" name="Picture 6" descr="pixelcut-export (1)"/>
          <p:cNvPicPr>
            <a:picLocks noChangeAspect="1"/>
          </p:cNvPicPr>
          <p:nvPr/>
        </p:nvPicPr>
        <p:blipFill>
          <a:blip r:embed="rId2"/>
          <a:srcRect t="22967" b="48563"/>
          <a:stretch>
            <a:fillRect/>
          </a:stretch>
        </p:blipFill>
        <p:spPr>
          <a:xfrm>
            <a:off x="641096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90" name="Shape 190"/>
        <p:cNvGrpSpPr/>
        <p:nvPr/>
      </p:nvGrpSpPr>
      <p:grpSpPr>
        <a:xfrm>
          <a:off x="0" y="0"/>
          <a:ext cx="0" cy="0"/>
          <a:chOff x="0" y="0"/>
          <a:chExt cx="0" cy="0"/>
        </a:xfrm>
      </p:grpSpPr>
      <p:sp>
        <p:nvSpPr>
          <p:cNvPr id="191" name="Google Shape;191;p41" descr="title"/>
          <p:cNvSpPr txBox="1"/>
          <p:nvPr>
            <p:ph type="title"/>
          </p:nvPr>
        </p:nvSpPr>
        <p:spPr>
          <a:xfrm>
            <a:off x="457200" y="502650"/>
            <a:ext cx="7782900" cy="4128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Understanding the Communication Model</a:t>
            </a:r>
            <a:endParaRPr lang="en-GB"/>
          </a:p>
        </p:txBody>
      </p:sp>
      <p:sp>
        <p:nvSpPr>
          <p:cNvPr id="192" name="Google Shape;192;p41" descr="header_0"/>
          <p:cNvSpPr txBox="1"/>
          <p:nvPr>
            <p:ph type="subTitle" idx="4"/>
          </p:nvPr>
        </p:nvSpPr>
        <p:spPr>
          <a:xfrm>
            <a:off x="457200" y="2486775"/>
            <a:ext cx="2547300" cy="4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a:t>Sender</a:t>
            </a:r>
            <a:endParaRPr lang="en-GB"/>
          </a:p>
        </p:txBody>
      </p:sp>
      <p:sp>
        <p:nvSpPr>
          <p:cNvPr id="193" name="Google Shape;193;p41" descr="header_1"/>
          <p:cNvSpPr txBox="1"/>
          <p:nvPr>
            <p:ph type="subTitle" idx="5"/>
          </p:nvPr>
        </p:nvSpPr>
        <p:spPr>
          <a:xfrm>
            <a:off x="3298909" y="2486775"/>
            <a:ext cx="2547300" cy="4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a:t>Message</a:t>
            </a:r>
            <a:endParaRPr lang="en-GB"/>
          </a:p>
        </p:txBody>
      </p:sp>
      <p:sp>
        <p:nvSpPr>
          <p:cNvPr id="194" name="Google Shape;194;p41" descr="header_2"/>
          <p:cNvSpPr txBox="1"/>
          <p:nvPr>
            <p:ph type="subTitle" idx="5"/>
          </p:nvPr>
        </p:nvSpPr>
        <p:spPr>
          <a:xfrm>
            <a:off x="6140624" y="2486775"/>
            <a:ext cx="2547300" cy="4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GB"/>
              <a:t>Receiver</a:t>
            </a:r>
            <a:endParaRPr lang="en-GB"/>
          </a:p>
        </p:txBody>
      </p:sp>
      <p:sp>
        <p:nvSpPr>
          <p:cNvPr id="195" name="Google Shape;195;p41"/>
          <p:cNvSpPr/>
          <p:nvPr/>
        </p:nvSpPr>
        <p:spPr>
          <a:xfrm>
            <a:off x="1246049" y="1314324"/>
            <a:ext cx="969600" cy="969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41"/>
          <p:cNvSpPr/>
          <p:nvPr/>
        </p:nvSpPr>
        <p:spPr>
          <a:xfrm>
            <a:off x="4087190" y="1302085"/>
            <a:ext cx="969600" cy="969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41"/>
          <p:cNvSpPr/>
          <p:nvPr/>
        </p:nvSpPr>
        <p:spPr>
          <a:xfrm>
            <a:off x="6928340" y="1314317"/>
            <a:ext cx="969600" cy="969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41" descr="detail_0"/>
          <p:cNvSpPr txBox="1"/>
          <p:nvPr>
            <p:ph type="body" idx="1"/>
          </p:nvPr>
        </p:nvSpPr>
        <p:spPr>
          <a:xfrm>
            <a:off x="457200" y="3079700"/>
            <a:ext cx="2547300" cy="14997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latin typeface="Hanken Grotesk"/>
                <a:ea typeface="Hanken Grotesk"/>
                <a:cs typeface="Hanken Grotesk"/>
                <a:sym typeface="Hanken Grotesk"/>
              </a:rPr>
              <a:t>The sender is the person who initiates the message, responsible for encoding it clearly and effectively.</a:t>
            </a:r>
            <a:endParaRPr sz="1000">
              <a:latin typeface="Hanken Grotesk"/>
              <a:ea typeface="Hanken Grotesk"/>
              <a:cs typeface="Hanken Grotesk"/>
              <a:sym typeface="Hanken Grotesk"/>
            </a:endParaRPr>
          </a:p>
        </p:txBody>
      </p:sp>
      <p:sp>
        <p:nvSpPr>
          <p:cNvPr id="199" name="Google Shape;199;p41" descr="detail_1"/>
          <p:cNvSpPr txBox="1"/>
          <p:nvPr>
            <p:ph type="body" idx="1"/>
          </p:nvPr>
        </p:nvSpPr>
        <p:spPr>
          <a:xfrm>
            <a:off x="3298900" y="3079700"/>
            <a:ext cx="2547300" cy="14997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latin typeface="Hanken Grotesk"/>
                <a:ea typeface="Hanken Grotesk"/>
                <a:cs typeface="Hanken Grotesk"/>
                <a:sym typeface="Hanken Grotesk"/>
              </a:rPr>
              <a:t>The message consists of the information, thoughts, or feelings conveyed from the sender to the receiver. It can be verbal (spoken or written) or nonverbal (gestures, body language).</a:t>
            </a:r>
            <a:endParaRPr sz="1000">
              <a:latin typeface="Hanken Grotesk"/>
              <a:ea typeface="Hanken Grotesk"/>
              <a:cs typeface="Hanken Grotesk"/>
              <a:sym typeface="Hanken Grotesk"/>
            </a:endParaRPr>
          </a:p>
        </p:txBody>
      </p:sp>
      <p:sp>
        <p:nvSpPr>
          <p:cNvPr id="200" name="Google Shape;200;p41" descr="detail_2"/>
          <p:cNvSpPr txBox="1"/>
          <p:nvPr>
            <p:ph type="body" idx="1"/>
          </p:nvPr>
        </p:nvSpPr>
        <p:spPr>
          <a:xfrm>
            <a:off x="6140600" y="3079700"/>
            <a:ext cx="2547300" cy="14997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latin typeface="Hanken Grotesk"/>
                <a:ea typeface="Hanken Grotesk"/>
                <a:cs typeface="Hanken Grotesk"/>
                <a:sym typeface="Hanken Grotesk"/>
              </a:rPr>
              <a:t>The receiver is the individual who receives and decodes the message. Effective communication occurs when the receiver understands the message as intended by the sender.</a:t>
            </a:r>
            <a:endParaRPr sz="1000">
              <a:latin typeface="Hanken Grotesk"/>
              <a:ea typeface="Hanken Grotesk"/>
              <a:cs typeface="Hanken Grotesk"/>
              <a:sym typeface="Hanken Grotesk"/>
            </a:endParaRPr>
          </a:p>
        </p:txBody>
      </p:sp>
      <p:pic>
        <p:nvPicPr>
          <p:cNvPr id="201" name="Google Shape;201;p41"/>
          <p:cNvPicPr preferRelativeResize="0"/>
          <p:nvPr/>
        </p:nvPicPr>
        <p:blipFill rotWithShape="1">
          <a:blip r:embed="rId1">
            <a:alphaModFix amt="47000"/>
          </a:blip>
          <a:srcRect l="5413" r="62306" b="56894"/>
          <a:stretch>
            <a:fillRect/>
          </a:stretch>
        </p:blipFill>
        <p:spPr>
          <a:xfrm>
            <a:off x="1246050" y="1313575"/>
            <a:ext cx="969600" cy="971100"/>
          </a:xfrm>
          <a:prstGeom prst="ellipse">
            <a:avLst/>
          </a:prstGeom>
          <a:noFill/>
          <a:ln>
            <a:noFill/>
          </a:ln>
        </p:spPr>
      </p:pic>
      <p:pic>
        <p:nvPicPr>
          <p:cNvPr id="202" name="Google Shape;202;p41"/>
          <p:cNvPicPr preferRelativeResize="0"/>
          <p:nvPr/>
        </p:nvPicPr>
        <p:blipFill rotWithShape="1">
          <a:blip r:embed="rId1">
            <a:alphaModFix amt="47000"/>
          </a:blip>
          <a:srcRect l="36182" t="28445" r="31537" b="28449"/>
          <a:stretch>
            <a:fillRect/>
          </a:stretch>
        </p:blipFill>
        <p:spPr>
          <a:xfrm>
            <a:off x="4087200" y="1301325"/>
            <a:ext cx="969600" cy="971100"/>
          </a:xfrm>
          <a:prstGeom prst="ellipse">
            <a:avLst/>
          </a:prstGeom>
          <a:noFill/>
          <a:ln>
            <a:noFill/>
          </a:ln>
        </p:spPr>
      </p:pic>
      <p:pic>
        <p:nvPicPr>
          <p:cNvPr id="203" name="Google Shape;203;p41"/>
          <p:cNvPicPr preferRelativeResize="0"/>
          <p:nvPr/>
        </p:nvPicPr>
        <p:blipFill rotWithShape="1">
          <a:blip r:embed="rId1">
            <a:alphaModFix amt="47000"/>
          </a:blip>
          <a:srcRect l="24900" t="53549" r="42819" b="3344"/>
          <a:stretch>
            <a:fillRect/>
          </a:stretch>
        </p:blipFill>
        <p:spPr>
          <a:xfrm>
            <a:off x="6928350" y="1313575"/>
            <a:ext cx="969600" cy="971100"/>
          </a:xfrm>
          <a:prstGeom prst="ellipse">
            <a:avLst/>
          </a:prstGeom>
          <a:noFill/>
          <a:ln>
            <a:noFill/>
          </a:ln>
        </p:spPr>
      </p:pic>
      <p:sp>
        <p:nvSpPr>
          <p:cNvPr id="204" name="Google Shape;204;p41"/>
          <p:cNvSpPr/>
          <p:nvPr/>
        </p:nvSpPr>
        <p:spPr>
          <a:xfrm>
            <a:off x="485750" y="414100"/>
            <a:ext cx="82200" cy="82200"/>
          </a:xfrm>
          <a:prstGeom prst="ellipse">
            <a:avLst/>
          </a:prstGeom>
          <a:solidFill>
            <a:srgbClr val="736C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205" name="Google Shape;205;p41"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Communication</a:t>
            </a:r>
            <a:endParaRPr sz="800">
              <a:solidFill>
                <a:srgbClr val="736CED"/>
              </a:solidFill>
              <a:latin typeface="Hanken Grotesk"/>
              <a:ea typeface="Hanken Grotesk"/>
              <a:cs typeface="Hanken Grotesk"/>
              <a:sym typeface="Hanken Grotesk"/>
            </a:endParaRPr>
          </a:p>
        </p:txBody>
      </p:sp>
      <p:grpSp>
        <p:nvGrpSpPr>
          <p:cNvPr id="206" name="Google Shape;206;p41"/>
          <p:cNvGrpSpPr/>
          <p:nvPr/>
        </p:nvGrpSpPr>
        <p:grpSpPr>
          <a:xfrm>
            <a:off x="6968200" y="111875"/>
            <a:ext cx="2057400" cy="1033200"/>
            <a:chOff x="6922975" y="1548525"/>
            <a:chExt cx="2057400" cy="1033200"/>
          </a:xfrm>
        </p:grpSpPr>
        <p:grpSp>
          <p:nvGrpSpPr>
            <p:cNvPr id="207" name="Google Shape;207;p41"/>
            <p:cNvGrpSpPr/>
            <p:nvPr/>
          </p:nvGrpSpPr>
          <p:grpSpPr>
            <a:xfrm>
              <a:off x="6922975" y="1548525"/>
              <a:ext cx="2057400" cy="1033200"/>
              <a:chOff x="6172200" y="152400"/>
              <a:chExt cx="2057400" cy="1033200"/>
            </a:xfrm>
          </p:grpSpPr>
          <p:sp>
            <p:nvSpPr>
              <p:cNvPr id="208" name="Google Shape;208;p41"/>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09" name="Google Shape;209;p4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10" name="Google Shape;210;p4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examples or scenarios that illustrate each component of the communication model.</a:t>
              </a:r>
              <a:endParaRPr sz="800">
                <a:latin typeface="Inter" panose="02000503000000020004"/>
                <a:ea typeface="Inter" panose="02000503000000020004"/>
                <a:cs typeface="Inter" panose="02000503000000020004"/>
                <a:sym typeface="Inter" panose="02000503000000020004"/>
              </a:endParaRPr>
            </a:p>
          </p:txBody>
        </p:sp>
        <p:pic>
          <p:nvPicPr>
            <p:cNvPr id="211" name="Google Shape;211;p41"/>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776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15" name="Shape 215"/>
        <p:cNvGrpSpPr/>
        <p:nvPr/>
      </p:nvGrpSpPr>
      <p:grpSpPr>
        <a:xfrm>
          <a:off x="0" y="0"/>
          <a:ext cx="0" cy="0"/>
          <a:chOff x="0" y="0"/>
          <a:chExt cx="0" cy="0"/>
        </a:xfrm>
      </p:grpSpPr>
      <p:sp>
        <p:nvSpPr>
          <p:cNvPr id="216" name="Google Shape;216;p42"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Tips for Effective Communication</a:t>
            </a:r>
            <a:endParaRPr>
              <a:solidFill>
                <a:schemeClr val="dk1"/>
              </a:solidFill>
            </a:endParaRPr>
          </a:p>
        </p:txBody>
      </p:sp>
      <p:sp>
        <p:nvSpPr>
          <p:cNvPr id="217" name="Google Shape;217;p42" descr="detail_0"/>
          <p:cNvSpPr txBox="1"/>
          <p:nvPr>
            <p:ph type="body" idx="2"/>
          </p:nvPr>
        </p:nvSpPr>
        <p:spPr>
          <a:xfrm>
            <a:off x="1825625" y="1079225"/>
            <a:ext cx="6381600" cy="3486300"/>
          </a:xfrm>
          <a:prstGeom prst="rect">
            <a:avLst/>
          </a:prstGeom>
        </p:spPr>
        <p:txBody>
          <a:bodyPr spcFirstLastPara="1" wrap="square" lIns="91425" tIns="91425" rIns="91425" bIns="91425" anchor="ctr" anchorCtr="0">
            <a:noAutofit/>
          </a:bodyPr>
          <a:lstStyle/>
          <a:p>
            <a:pPr marL="457200" lvl="0" indent="-330200" algn="l" rtl="0">
              <a:lnSpc>
                <a:spcPct val="130000"/>
              </a:lnSpc>
              <a:spcBef>
                <a:spcPts val="0"/>
              </a:spcBef>
              <a:spcAft>
                <a:spcPts val="0"/>
              </a:spcAft>
              <a:buClr>
                <a:schemeClr val="accent1"/>
              </a:buClr>
              <a:buSzPts val="1600"/>
              <a:buChar char="•"/>
            </a:pPr>
            <a:r>
              <a:rPr lang="en-GB" sz="1600"/>
              <a:t>Ensure clarity and conciseness in your messages.</a:t>
            </a:r>
            <a:endParaRPr sz="1600"/>
          </a:p>
          <a:p>
            <a:pPr marL="457200" lvl="0" indent="-330200" algn="l" rtl="0">
              <a:lnSpc>
                <a:spcPct val="130000"/>
              </a:lnSpc>
              <a:spcBef>
                <a:spcPts val="800"/>
              </a:spcBef>
              <a:spcAft>
                <a:spcPts val="0"/>
              </a:spcAft>
              <a:buClr>
                <a:schemeClr val="accent1"/>
              </a:buClr>
              <a:buSzPts val="1600"/>
              <a:buChar char="•"/>
            </a:pPr>
            <a:r>
              <a:rPr lang="en-GB" sz="1600"/>
              <a:t>Be aware of potential barriers (e.g., noise, misunderstandings) that can disrupt communication.</a:t>
            </a:r>
            <a:endParaRPr sz="1600"/>
          </a:p>
          <a:p>
            <a:pPr marL="457200" lvl="0" indent="-330200" algn="l" rtl="0">
              <a:lnSpc>
                <a:spcPct val="130000"/>
              </a:lnSpc>
              <a:spcBef>
                <a:spcPts val="800"/>
              </a:spcBef>
              <a:spcAft>
                <a:spcPts val="800"/>
              </a:spcAft>
              <a:buClr>
                <a:schemeClr val="accent1"/>
              </a:buClr>
              <a:buSzPts val="1600"/>
              <a:buChar char="•"/>
            </a:pPr>
            <a:r>
              <a:rPr lang="en-GB" sz="1600"/>
              <a:t>Provide feedback to confirm understanding.</a:t>
            </a:r>
            <a:endParaRPr sz="1600"/>
          </a:p>
        </p:txBody>
      </p:sp>
      <p:sp>
        <p:nvSpPr>
          <p:cNvPr id="218" name="Google Shape;218;p42"/>
          <p:cNvSpPr/>
          <p:nvPr/>
        </p:nvSpPr>
        <p:spPr>
          <a:xfrm>
            <a:off x="0" y="5088450"/>
            <a:ext cx="9144000" cy="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219" name="Google Shape;219;p42"/>
          <p:cNvSpPr/>
          <p:nvPr/>
        </p:nvSpPr>
        <p:spPr>
          <a:xfrm>
            <a:off x="485750" y="414100"/>
            <a:ext cx="82200" cy="8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220" name="Google Shape;220;p42" descr="chapter"/>
          <p:cNvSpPr txBox="1"/>
          <p:nvPr>
            <p:ph type="subTitle" idx="1"/>
          </p:nvPr>
        </p:nvSpPr>
        <p:spPr>
          <a:xfrm>
            <a:off x="625600" y="292900"/>
            <a:ext cx="24672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accent1"/>
                </a:solidFill>
                <a:latin typeface="Hanken Grotesk"/>
                <a:ea typeface="Hanken Grotesk"/>
                <a:cs typeface="Hanken Grotesk"/>
                <a:sym typeface="Hanken Grotesk"/>
              </a:rPr>
              <a:t>Communication</a:t>
            </a:r>
            <a:endParaRPr>
              <a:solidFill>
                <a:schemeClr val="accent1"/>
              </a:solidFill>
              <a:latin typeface="Hanken Grotesk"/>
              <a:ea typeface="Hanken Grotesk"/>
              <a:cs typeface="Hanken Grotesk"/>
              <a:sym typeface="Hanken Grotesk"/>
            </a:endParaRPr>
          </a:p>
        </p:txBody>
      </p:sp>
      <p:grpSp>
        <p:nvGrpSpPr>
          <p:cNvPr id="221" name="Google Shape;221;p42"/>
          <p:cNvGrpSpPr/>
          <p:nvPr/>
        </p:nvGrpSpPr>
        <p:grpSpPr>
          <a:xfrm>
            <a:off x="6968200" y="111875"/>
            <a:ext cx="2057400" cy="1033200"/>
            <a:chOff x="6922975" y="1548525"/>
            <a:chExt cx="2057400" cy="1033200"/>
          </a:xfrm>
        </p:grpSpPr>
        <p:grpSp>
          <p:nvGrpSpPr>
            <p:cNvPr id="222" name="Google Shape;222;p42"/>
            <p:cNvGrpSpPr/>
            <p:nvPr/>
          </p:nvGrpSpPr>
          <p:grpSpPr>
            <a:xfrm>
              <a:off x="6922975" y="1548525"/>
              <a:ext cx="2057400" cy="1033200"/>
              <a:chOff x="6172200" y="152400"/>
              <a:chExt cx="2057400" cy="1033200"/>
            </a:xfrm>
          </p:grpSpPr>
          <p:sp>
            <p:nvSpPr>
              <p:cNvPr id="223" name="Google Shape;223;p42"/>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24" name="Google Shape;224;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25" name="Google Shape;225;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tailoring these tips to specific situations or audiences you frequently communicate with. This will help make your communication more effective and relevant.</a:t>
              </a:r>
              <a:endParaRPr sz="700">
                <a:latin typeface="Inter" panose="02000503000000020004"/>
                <a:ea typeface="Inter" panose="02000503000000020004"/>
                <a:cs typeface="Inter" panose="02000503000000020004"/>
                <a:sym typeface="Inter" panose="02000503000000020004"/>
              </a:endParaRPr>
            </a:p>
          </p:txBody>
        </p:sp>
        <p:pic>
          <p:nvPicPr>
            <p:cNvPr id="226" name="Google Shape;226;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43"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Verbal vs. Nonverbal Communication</a:t>
            </a:r>
            <a:endParaRPr>
              <a:solidFill>
                <a:schemeClr val="dk1"/>
              </a:solidFill>
            </a:endParaRPr>
          </a:p>
        </p:txBody>
      </p:sp>
      <p:sp>
        <p:nvSpPr>
          <p:cNvPr id="232" name="Google Shape;232;p43" descr="detail_0"/>
          <p:cNvSpPr txBox="1"/>
          <p:nvPr>
            <p:ph type="body" idx="1"/>
          </p:nvPr>
        </p:nvSpPr>
        <p:spPr>
          <a:xfrm>
            <a:off x="485750" y="1812336"/>
            <a:ext cx="3658800" cy="2832900"/>
          </a:xfrm>
          <a:prstGeom prst="rect">
            <a:avLst/>
          </a:prstGeom>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Clr>
                <a:schemeClr val="accent1"/>
              </a:buClr>
              <a:buSzPts val="1300"/>
              <a:buChar char="•"/>
            </a:pPr>
            <a:r>
              <a:rPr lang="en-GB" sz="1300"/>
              <a:t>Definition: The use of spoken or written language to share information.</a:t>
            </a:r>
            <a:endParaRPr sz="1300"/>
          </a:p>
          <a:p>
            <a:pPr marL="457200" lvl="0" indent="-311150" algn="l" rtl="0">
              <a:lnSpc>
                <a:spcPct val="100000"/>
              </a:lnSpc>
              <a:spcBef>
                <a:spcPts val="1000"/>
              </a:spcBef>
              <a:spcAft>
                <a:spcPts val="0"/>
              </a:spcAft>
              <a:buClr>
                <a:schemeClr val="accent1"/>
              </a:buClr>
              <a:buSzPts val="1300"/>
              <a:buChar char="•"/>
            </a:pPr>
            <a:r>
              <a:rPr lang="en-GB" sz="1300"/>
              <a:t>Techniques: Use clear, concise language.</a:t>
            </a:r>
            <a:endParaRPr sz="1300"/>
          </a:p>
          <a:p>
            <a:pPr marL="457200" lvl="0" indent="-311150" algn="l" rtl="0">
              <a:lnSpc>
                <a:spcPct val="100000"/>
              </a:lnSpc>
              <a:spcBef>
                <a:spcPts val="1000"/>
              </a:spcBef>
              <a:spcAft>
                <a:spcPts val="0"/>
              </a:spcAft>
              <a:buClr>
                <a:schemeClr val="accent1"/>
              </a:buClr>
              <a:buSzPts val="1300"/>
              <a:buChar char="•"/>
            </a:pPr>
            <a:r>
              <a:rPr lang="en-GB" sz="1300"/>
              <a:t>Adjust your tone, volume, and pace according to the context.</a:t>
            </a:r>
            <a:endParaRPr sz="1300"/>
          </a:p>
          <a:p>
            <a:pPr marL="457200" lvl="0" indent="-311150" algn="l" rtl="0">
              <a:lnSpc>
                <a:spcPct val="100000"/>
              </a:lnSpc>
              <a:spcBef>
                <a:spcPts val="1000"/>
              </a:spcBef>
              <a:spcAft>
                <a:spcPts val="1000"/>
              </a:spcAft>
              <a:buClr>
                <a:schemeClr val="accent1"/>
              </a:buClr>
              <a:buSzPts val="1300"/>
              <a:buChar char="•"/>
            </a:pPr>
            <a:r>
              <a:rPr lang="en-GB" sz="1300"/>
              <a:t>Tailor your vocabulary to the audience’s level of understanding.</a:t>
            </a:r>
            <a:endParaRPr sz="1300"/>
          </a:p>
        </p:txBody>
      </p:sp>
      <p:sp>
        <p:nvSpPr>
          <p:cNvPr id="233" name="Google Shape;233;p43" descr="header_0"/>
          <p:cNvSpPr txBox="1"/>
          <p:nvPr>
            <p:ph type="subTitle" idx="4"/>
          </p:nvPr>
        </p:nvSpPr>
        <p:spPr>
          <a:xfrm>
            <a:off x="485750" y="1191375"/>
            <a:ext cx="3658800" cy="5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sz="1400">
                <a:solidFill>
                  <a:schemeClr val="accent1"/>
                </a:solidFill>
              </a:rPr>
              <a:t>Verbal Communication</a:t>
            </a:r>
            <a:endParaRPr sz="1400">
              <a:solidFill>
                <a:schemeClr val="accent1"/>
              </a:solidFill>
            </a:endParaRPr>
          </a:p>
        </p:txBody>
      </p:sp>
      <p:sp>
        <p:nvSpPr>
          <p:cNvPr id="234" name="Google Shape;234;p43" descr="detail_1"/>
          <p:cNvSpPr txBox="1"/>
          <p:nvPr>
            <p:ph type="body" idx="2"/>
          </p:nvPr>
        </p:nvSpPr>
        <p:spPr>
          <a:xfrm>
            <a:off x="5051600" y="1812325"/>
            <a:ext cx="3658800" cy="28329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chemeClr val="accent1"/>
              </a:buClr>
              <a:buSzPts val="1000"/>
              <a:buChar char="•"/>
            </a:pPr>
            <a:r>
              <a:rPr lang="en-GB" sz="1000"/>
              <a:t>Definition: The transmission of messages without words, through body language, facial expressions, gestures, eye contact, and posture.</a:t>
            </a:r>
            <a:endParaRPr sz="1000"/>
          </a:p>
          <a:p>
            <a:pPr marL="457200" lvl="0" indent="-292100" algn="l" rtl="0">
              <a:spcBef>
                <a:spcPts val="1000"/>
              </a:spcBef>
              <a:spcAft>
                <a:spcPts val="0"/>
              </a:spcAft>
              <a:buClr>
                <a:schemeClr val="accent1"/>
              </a:buClr>
              <a:buSzPts val="1000"/>
              <a:buChar char="•"/>
            </a:pPr>
            <a:r>
              <a:rPr lang="en-GB" sz="1000"/>
              <a:t>Key Aspects: Body language can convey confidence, openness, or defensiveness.</a:t>
            </a:r>
            <a:endParaRPr sz="1000"/>
          </a:p>
          <a:p>
            <a:pPr marL="457200" lvl="0" indent="-292100" algn="l" rtl="0">
              <a:spcBef>
                <a:spcPts val="1000"/>
              </a:spcBef>
              <a:spcAft>
                <a:spcPts val="0"/>
              </a:spcAft>
              <a:buClr>
                <a:schemeClr val="accent1"/>
              </a:buClr>
              <a:buSzPts val="1000"/>
              <a:buChar char="•"/>
            </a:pPr>
            <a:r>
              <a:rPr lang="en-GB" sz="1000"/>
              <a:t>Facial expressions often reflect emotions and attitudes.</a:t>
            </a:r>
            <a:endParaRPr sz="1000"/>
          </a:p>
          <a:p>
            <a:pPr marL="457200" lvl="0" indent="-292100" algn="l" rtl="0">
              <a:spcBef>
                <a:spcPts val="1000"/>
              </a:spcBef>
              <a:spcAft>
                <a:spcPts val="0"/>
              </a:spcAft>
              <a:buClr>
                <a:schemeClr val="accent1"/>
              </a:buClr>
              <a:buSzPts val="1000"/>
              <a:buChar char="•"/>
            </a:pPr>
            <a:r>
              <a:rPr lang="en-GB" sz="1000"/>
              <a:t>Eye contact indicates engagement and interest; too little can signal discomfort.</a:t>
            </a:r>
            <a:endParaRPr sz="1000"/>
          </a:p>
          <a:p>
            <a:pPr marL="457200" lvl="0" indent="-292100" algn="l" rtl="0">
              <a:spcBef>
                <a:spcPts val="1000"/>
              </a:spcBef>
              <a:spcAft>
                <a:spcPts val="1000"/>
              </a:spcAft>
              <a:buClr>
                <a:schemeClr val="accent1"/>
              </a:buClr>
              <a:buSzPts val="1000"/>
              <a:buChar char="•"/>
            </a:pPr>
            <a:r>
              <a:rPr lang="en-GB" sz="1000"/>
              <a:t>Gestures can enhance or contradict verbal messages.</a:t>
            </a:r>
            <a:endParaRPr sz="1000"/>
          </a:p>
        </p:txBody>
      </p:sp>
      <p:sp>
        <p:nvSpPr>
          <p:cNvPr id="235" name="Google Shape;235;p43" descr="header_1"/>
          <p:cNvSpPr txBox="1"/>
          <p:nvPr>
            <p:ph type="subTitle" idx="5"/>
          </p:nvPr>
        </p:nvSpPr>
        <p:spPr>
          <a:xfrm>
            <a:off x="5023050" y="1191375"/>
            <a:ext cx="3658800" cy="5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sz="1400">
                <a:solidFill>
                  <a:schemeClr val="accent1"/>
                </a:solidFill>
              </a:rPr>
              <a:t>Nonverbal Communication</a:t>
            </a:r>
            <a:endParaRPr sz="1400">
              <a:solidFill>
                <a:schemeClr val="accent1"/>
              </a:solidFill>
            </a:endParaRPr>
          </a:p>
        </p:txBody>
      </p:sp>
      <p:sp>
        <p:nvSpPr>
          <p:cNvPr id="236" name="Google Shape;236;p43"/>
          <p:cNvSpPr/>
          <p:nvPr/>
        </p:nvSpPr>
        <p:spPr>
          <a:xfrm>
            <a:off x="0" y="5088600"/>
            <a:ext cx="9144000" cy="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237" name="Google Shape;237;p43"/>
          <p:cNvSpPr/>
          <p:nvPr/>
        </p:nvSpPr>
        <p:spPr>
          <a:xfrm>
            <a:off x="485750" y="414100"/>
            <a:ext cx="82200" cy="8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238" name="Google Shape;238;p43"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Communication Techniques</a:t>
            </a:r>
            <a:endParaRPr sz="800">
              <a:solidFill>
                <a:srgbClr val="736CED"/>
              </a:solidFill>
              <a:latin typeface="Hanken Grotesk"/>
              <a:ea typeface="Hanken Grotesk"/>
              <a:cs typeface="Hanken Grotesk"/>
              <a:sym typeface="Hanken Grotesk"/>
            </a:endParaRPr>
          </a:p>
        </p:txBody>
      </p:sp>
      <p:pic>
        <p:nvPicPr>
          <p:cNvPr id="7" name="Picture 6" descr="pixelcut-export (1)"/>
          <p:cNvPicPr>
            <a:picLocks noChangeAspect="1"/>
          </p:cNvPicPr>
          <p:nvPr/>
        </p:nvPicPr>
        <p:blipFill>
          <a:blip r:embed="rId1"/>
          <a:srcRect t="22967" b="48563"/>
          <a:stretch>
            <a:fillRect/>
          </a:stretch>
        </p:blipFill>
        <p:spPr>
          <a:xfrm>
            <a:off x="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42" name="Shape 242"/>
        <p:cNvGrpSpPr/>
        <p:nvPr/>
      </p:nvGrpSpPr>
      <p:grpSpPr>
        <a:xfrm>
          <a:off x="0" y="0"/>
          <a:ext cx="0" cy="0"/>
          <a:chOff x="0" y="0"/>
          <a:chExt cx="0" cy="0"/>
        </a:xfrm>
      </p:grpSpPr>
      <p:sp>
        <p:nvSpPr>
          <p:cNvPr id="243" name="Google Shape;243;p44"/>
          <p:cNvSpPr/>
          <p:nvPr/>
        </p:nvSpPr>
        <p:spPr>
          <a:xfrm>
            <a:off x="6396000" y="-6150"/>
            <a:ext cx="2754300" cy="5149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244" name="Google Shape;244;p44" descr="swappable_0"/>
          <p:cNvPicPr preferRelativeResize="0"/>
          <p:nvPr/>
        </p:nvPicPr>
        <p:blipFill>
          <a:blip r:embed="rId1"/>
          <a:stretch>
            <a:fillRect/>
          </a:stretch>
        </p:blipFill>
        <p:spPr>
          <a:xfrm>
            <a:off x="6393702" y="0"/>
            <a:ext cx="2758896" cy="5143501"/>
          </a:xfrm>
          <a:prstGeom prst="rect">
            <a:avLst/>
          </a:prstGeom>
          <a:noFill/>
          <a:ln>
            <a:noFill/>
          </a:ln>
        </p:spPr>
      </p:pic>
      <p:sp>
        <p:nvSpPr>
          <p:cNvPr id="245" name="Google Shape;245;p44"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Active Listening Skills</a:t>
            </a:r>
            <a:endParaRPr>
              <a:solidFill>
                <a:schemeClr val="dk1"/>
              </a:solidFill>
            </a:endParaRPr>
          </a:p>
        </p:txBody>
      </p:sp>
      <p:sp>
        <p:nvSpPr>
          <p:cNvPr id="246" name="Google Shape;246;p44"/>
          <p:cNvSpPr/>
          <p:nvPr/>
        </p:nvSpPr>
        <p:spPr>
          <a:xfrm>
            <a:off x="485750" y="414100"/>
            <a:ext cx="82200" cy="82200"/>
          </a:xfrm>
          <a:prstGeom prst="ellipse">
            <a:avLst/>
          </a:prstGeom>
          <a:solidFill>
            <a:srgbClr val="736C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247" name="Google Shape;247;p44"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Techniques</a:t>
            </a:r>
            <a:endParaRPr sz="800">
              <a:solidFill>
                <a:srgbClr val="736CED"/>
              </a:solidFill>
              <a:latin typeface="Hanken Grotesk"/>
              <a:ea typeface="Hanken Grotesk"/>
              <a:cs typeface="Hanken Grotesk"/>
              <a:sym typeface="Hanken Grotesk"/>
            </a:endParaRPr>
          </a:p>
        </p:txBody>
      </p:sp>
      <p:sp>
        <p:nvSpPr>
          <p:cNvPr id="248" name="Google Shape;248;p44" descr="detail_0"/>
          <p:cNvSpPr txBox="1"/>
          <p:nvPr>
            <p:ph type="body" idx="1"/>
          </p:nvPr>
        </p:nvSpPr>
        <p:spPr>
          <a:xfrm>
            <a:off x="909450" y="1301978"/>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200">
                <a:latin typeface="Hanken Grotesk"/>
                <a:ea typeface="Hanken Grotesk"/>
                <a:cs typeface="Hanken Grotesk"/>
                <a:sym typeface="Hanken Grotesk"/>
              </a:rPr>
              <a:t>Focus fully on the speaker, avoiding distractions. Use nonverbal cues (nodding, eye contact) to show you’re engaged.</a:t>
            </a:r>
            <a:endParaRPr sz="1200">
              <a:latin typeface="Hanken Grotesk"/>
              <a:ea typeface="Hanken Grotesk"/>
              <a:cs typeface="Hanken Grotesk"/>
              <a:sym typeface="Hanken Grotesk"/>
            </a:endParaRPr>
          </a:p>
        </p:txBody>
      </p:sp>
      <p:sp>
        <p:nvSpPr>
          <p:cNvPr id="249" name="Google Shape;249;p44" descr="header_0"/>
          <p:cNvSpPr txBox="1"/>
          <p:nvPr>
            <p:ph type="subTitle" idx="4"/>
          </p:nvPr>
        </p:nvSpPr>
        <p:spPr>
          <a:xfrm>
            <a:off x="457200" y="1032700"/>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400" b="1">
                <a:solidFill>
                  <a:schemeClr val="accent1"/>
                </a:solidFill>
              </a:rPr>
              <a:t>Pay Attention</a:t>
            </a:r>
            <a:endParaRPr sz="1400" b="1">
              <a:solidFill>
                <a:schemeClr val="accent1"/>
              </a:solidFill>
            </a:endParaRPr>
          </a:p>
        </p:txBody>
      </p:sp>
      <p:sp>
        <p:nvSpPr>
          <p:cNvPr id="250" name="Google Shape;250;p44" descr="detail_1"/>
          <p:cNvSpPr txBox="1"/>
          <p:nvPr>
            <p:ph type="body" idx="1"/>
          </p:nvPr>
        </p:nvSpPr>
        <p:spPr>
          <a:xfrm>
            <a:off x="909320" y="2183765"/>
            <a:ext cx="5252720" cy="551815"/>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200">
                <a:latin typeface="Hanken Grotesk"/>
                <a:ea typeface="Hanken Grotesk"/>
                <a:cs typeface="Hanken Grotesk"/>
                <a:sym typeface="Hanken Grotesk"/>
              </a:rPr>
              <a:t>Use affirmative gestures or phrases (e.g., “I see,” “Go on”) to indicate your engagement</a:t>
            </a:r>
            <a:r>
              <a:rPr lang="en-US" altLang="en-GB" sz="1200">
                <a:latin typeface="Hanken Grotesk"/>
                <a:ea typeface="Hanken Grotesk"/>
                <a:cs typeface="Hanken Grotesk"/>
                <a:sym typeface="Hanken Grotesk"/>
              </a:rPr>
              <a:t>.</a:t>
            </a:r>
            <a:endParaRPr lang="en-US" altLang="en-GB" sz="1200">
              <a:latin typeface="Hanken Grotesk"/>
              <a:ea typeface="Hanken Grotesk"/>
              <a:cs typeface="Hanken Grotesk"/>
              <a:sym typeface="Hanken Grotesk"/>
            </a:endParaRPr>
          </a:p>
        </p:txBody>
      </p:sp>
      <p:sp>
        <p:nvSpPr>
          <p:cNvPr id="251" name="Google Shape;251;p44" descr="header_1"/>
          <p:cNvSpPr txBox="1"/>
          <p:nvPr>
            <p:ph type="subTitle" idx="4"/>
          </p:nvPr>
        </p:nvSpPr>
        <p:spPr>
          <a:xfrm>
            <a:off x="457200" y="1990656"/>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400" b="1">
                <a:solidFill>
                  <a:schemeClr val="accent1"/>
                </a:solidFill>
              </a:rPr>
              <a:t>Show That You’re Listening</a:t>
            </a:r>
            <a:endParaRPr sz="1400" b="1">
              <a:solidFill>
                <a:schemeClr val="accent1"/>
              </a:solidFill>
            </a:endParaRPr>
          </a:p>
        </p:txBody>
      </p:sp>
      <p:sp>
        <p:nvSpPr>
          <p:cNvPr id="252" name="Google Shape;252;p44" descr="detail_2"/>
          <p:cNvSpPr txBox="1"/>
          <p:nvPr>
            <p:ph type="body" idx="1"/>
          </p:nvPr>
        </p:nvSpPr>
        <p:spPr>
          <a:xfrm>
            <a:off x="909450" y="2951190"/>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200">
                <a:latin typeface="Hanken Grotesk"/>
                <a:ea typeface="Hanken Grotesk"/>
                <a:cs typeface="Hanken Grotesk"/>
                <a:sym typeface="Hanken Grotesk"/>
              </a:rPr>
              <a:t>Paraphrase or summarize what the speaker has said to confirm understanding (e.g., “So what you’re saying is…”).</a:t>
            </a:r>
            <a:endParaRPr sz="1200">
              <a:latin typeface="Hanken Grotesk"/>
              <a:ea typeface="Hanken Grotesk"/>
              <a:cs typeface="Hanken Grotesk"/>
              <a:sym typeface="Hanken Grotesk"/>
            </a:endParaRPr>
          </a:p>
        </p:txBody>
      </p:sp>
      <p:sp>
        <p:nvSpPr>
          <p:cNvPr id="253" name="Google Shape;253;p44" descr="header_2"/>
          <p:cNvSpPr txBox="1"/>
          <p:nvPr>
            <p:ph type="subTitle" idx="4"/>
          </p:nvPr>
        </p:nvSpPr>
        <p:spPr>
          <a:xfrm>
            <a:off x="457200" y="2808912"/>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400" b="1">
                <a:solidFill>
                  <a:schemeClr val="accent1"/>
                </a:solidFill>
              </a:rPr>
              <a:t>Provide Feedback</a:t>
            </a:r>
            <a:endParaRPr sz="1400" b="1">
              <a:solidFill>
                <a:schemeClr val="accent1"/>
              </a:solidFill>
            </a:endParaRPr>
          </a:p>
        </p:txBody>
      </p:sp>
      <p:sp>
        <p:nvSpPr>
          <p:cNvPr id="254" name="Google Shape;254;p44" descr="detail_3"/>
          <p:cNvSpPr txBox="1"/>
          <p:nvPr>
            <p:ph type="body" idx="1"/>
          </p:nvPr>
        </p:nvSpPr>
        <p:spPr>
          <a:xfrm>
            <a:off x="909450" y="3744045"/>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200">
                <a:latin typeface="Hanken Grotesk"/>
                <a:ea typeface="Hanken Grotesk"/>
                <a:cs typeface="Hanken Grotesk"/>
                <a:sym typeface="Hanken Grotesk"/>
              </a:rPr>
              <a:t>Avoid interrupting or forming opinions while the other person is speaking. Let them finish their thoughts.</a:t>
            </a:r>
            <a:endParaRPr sz="1200">
              <a:latin typeface="Hanken Grotesk"/>
              <a:ea typeface="Hanken Grotesk"/>
              <a:cs typeface="Hanken Grotesk"/>
              <a:sym typeface="Hanken Grotesk"/>
            </a:endParaRPr>
          </a:p>
        </p:txBody>
      </p:sp>
      <p:sp>
        <p:nvSpPr>
          <p:cNvPr id="255" name="Google Shape;255;p44" descr="header_3"/>
          <p:cNvSpPr txBox="1"/>
          <p:nvPr>
            <p:ph type="subTitle" idx="4"/>
          </p:nvPr>
        </p:nvSpPr>
        <p:spPr>
          <a:xfrm>
            <a:off x="457200" y="3525567"/>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400" b="1">
                <a:solidFill>
                  <a:schemeClr val="accent1"/>
                </a:solidFill>
              </a:rPr>
              <a:t>Defer Judgment</a:t>
            </a:r>
            <a:endParaRPr sz="1400" b="1">
              <a:solidFill>
                <a:schemeClr val="accent1"/>
              </a:solidFill>
            </a:endParaRPr>
          </a:p>
        </p:txBody>
      </p:sp>
      <p:grpSp>
        <p:nvGrpSpPr>
          <p:cNvPr id="256" name="Google Shape;256;p44"/>
          <p:cNvGrpSpPr/>
          <p:nvPr/>
        </p:nvGrpSpPr>
        <p:grpSpPr>
          <a:xfrm>
            <a:off x="6968200" y="111875"/>
            <a:ext cx="2057400" cy="1033200"/>
            <a:chOff x="6922975" y="1548525"/>
            <a:chExt cx="2057400" cy="1033200"/>
          </a:xfrm>
        </p:grpSpPr>
        <p:grpSp>
          <p:nvGrpSpPr>
            <p:cNvPr id="257" name="Google Shape;257;p44"/>
            <p:cNvGrpSpPr/>
            <p:nvPr/>
          </p:nvGrpSpPr>
          <p:grpSpPr>
            <a:xfrm>
              <a:off x="6922975" y="1548525"/>
              <a:ext cx="2057400" cy="1033200"/>
              <a:chOff x="6172200" y="152400"/>
              <a:chExt cx="2057400" cy="1033200"/>
            </a:xfrm>
          </p:grpSpPr>
          <p:sp>
            <p:nvSpPr>
              <p:cNvPr id="258" name="Google Shape;258;p44"/>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59" name="Google Shape;259;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0" name="Google Shape;260;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incorporating examples of each technique in your presentation to illustrate their effectiveness in real-life scenarios.</a:t>
              </a:r>
              <a:endParaRPr sz="800">
                <a:latin typeface="Inter" panose="02000503000000020004"/>
                <a:ea typeface="Inter" panose="02000503000000020004"/>
                <a:cs typeface="Inter" panose="02000503000000020004"/>
                <a:sym typeface="Inter" panose="02000503000000020004"/>
              </a:endParaRPr>
            </a:p>
          </p:txBody>
        </p:sp>
        <p:pic>
          <p:nvPicPr>
            <p:cNvPr id="261" name="Google Shape;261;p44"/>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13970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65" name="Shape 265"/>
        <p:cNvGrpSpPr/>
        <p:nvPr/>
      </p:nvGrpSpPr>
      <p:grpSpPr>
        <a:xfrm>
          <a:off x="0" y="0"/>
          <a:ext cx="0" cy="0"/>
          <a:chOff x="0" y="0"/>
          <a:chExt cx="0" cy="0"/>
        </a:xfrm>
      </p:grpSpPr>
      <p:sp>
        <p:nvSpPr>
          <p:cNvPr id="266" name="Google Shape;266;p45"/>
          <p:cNvSpPr/>
          <p:nvPr/>
        </p:nvSpPr>
        <p:spPr>
          <a:xfrm>
            <a:off x="457225" y="1102047"/>
            <a:ext cx="2616900" cy="161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267" name="Google Shape;267;p45"/>
          <p:cNvSpPr/>
          <p:nvPr/>
        </p:nvSpPr>
        <p:spPr>
          <a:xfrm>
            <a:off x="3261058" y="1102072"/>
            <a:ext cx="2616900" cy="1903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268" name="Google Shape;268;p45"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Practicing Communication Skills</a:t>
            </a:r>
            <a:endParaRPr lang="en-GB"/>
          </a:p>
        </p:txBody>
      </p:sp>
      <p:sp>
        <p:nvSpPr>
          <p:cNvPr id="269" name="Google Shape;269;p45" descr="header_0"/>
          <p:cNvSpPr txBox="1"/>
          <p:nvPr>
            <p:ph type="subTitle" idx="4"/>
          </p:nvPr>
        </p:nvSpPr>
        <p:spPr>
          <a:xfrm>
            <a:off x="457200" y="2761550"/>
            <a:ext cx="2616900" cy="436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t>Role Playing</a:t>
            </a:r>
            <a:endParaRPr lang="en-GB"/>
          </a:p>
        </p:txBody>
      </p:sp>
      <p:sp>
        <p:nvSpPr>
          <p:cNvPr id="270" name="Google Shape;270;p45" descr="header_1"/>
          <p:cNvSpPr txBox="1"/>
          <p:nvPr>
            <p:ph type="subTitle" idx="3"/>
          </p:nvPr>
        </p:nvSpPr>
        <p:spPr>
          <a:xfrm>
            <a:off x="3268675" y="3047925"/>
            <a:ext cx="2616900" cy="480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t>Group Discussions</a:t>
            </a:r>
            <a:endParaRPr sz="1200"/>
          </a:p>
        </p:txBody>
      </p:sp>
      <p:pic>
        <p:nvPicPr>
          <p:cNvPr id="271" name="Google Shape;271;p45" descr="swappable_0"/>
          <p:cNvPicPr preferRelativeResize="0"/>
          <p:nvPr/>
        </p:nvPicPr>
        <p:blipFill rotWithShape="1">
          <a:blip r:embed="rId1">
            <a:alphaModFix amt="64000"/>
          </a:blip>
          <a:srcRect t="13556" b="13556"/>
          <a:stretch>
            <a:fillRect/>
          </a:stretch>
        </p:blipFill>
        <p:spPr>
          <a:xfrm>
            <a:off x="457200" y="1102025"/>
            <a:ext cx="2616827" cy="1611030"/>
          </a:xfrm>
          <a:prstGeom prst="rect">
            <a:avLst/>
          </a:prstGeom>
          <a:noFill/>
          <a:ln>
            <a:noFill/>
          </a:ln>
        </p:spPr>
      </p:pic>
      <p:sp>
        <p:nvSpPr>
          <p:cNvPr id="272" name="Google Shape;272;p45" descr="detail_0"/>
          <p:cNvSpPr txBox="1"/>
          <p:nvPr>
            <p:ph type="body" idx="1"/>
          </p:nvPr>
        </p:nvSpPr>
        <p:spPr>
          <a:xfrm>
            <a:off x="457200" y="3274350"/>
            <a:ext cx="2616900" cy="1438200"/>
          </a:xfrm>
          <a:prstGeom prst="rect">
            <a:avLst/>
          </a:prstGeom>
        </p:spPr>
        <p:txBody>
          <a:bodyPr spcFirstLastPara="1" wrap="square" lIns="0" tIns="45700" rIns="0" bIns="91425" anchor="t" anchorCtr="0">
            <a:noAutofit/>
          </a:bodyPr>
          <a:lstStyle/>
          <a:p>
            <a:pPr marL="0" lvl="0" indent="0" algn="l" rtl="0">
              <a:lnSpc>
                <a:spcPct val="115000"/>
              </a:lnSpc>
              <a:spcBef>
                <a:spcPts val="0"/>
              </a:spcBef>
              <a:spcAft>
                <a:spcPts val="1000"/>
              </a:spcAft>
              <a:buNone/>
            </a:pPr>
            <a:r>
              <a:rPr lang="en-GB" sz="1000">
                <a:latin typeface="Hanken Grotesk"/>
                <a:ea typeface="Hanken Grotesk"/>
                <a:cs typeface="Hanken Grotesk"/>
                <a:sym typeface="Hanken Grotesk"/>
              </a:rPr>
              <a:t>Engage in role playing exercises with peers to practice verbal and nonverbal communication scenarios. This method allows individuals to experience different perspectives and enhance their expressive skills.</a:t>
            </a:r>
            <a:endParaRPr sz="1000">
              <a:latin typeface="Hanken Grotesk"/>
              <a:ea typeface="Hanken Grotesk"/>
              <a:cs typeface="Hanken Grotesk"/>
              <a:sym typeface="Hanken Grotesk"/>
            </a:endParaRPr>
          </a:p>
        </p:txBody>
      </p:sp>
      <p:sp>
        <p:nvSpPr>
          <p:cNvPr id="273" name="Google Shape;273;p45" descr="detail_1"/>
          <p:cNvSpPr txBox="1"/>
          <p:nvPr>
            <p:ph type="body" idx="1"/>
          </p:nvPr>
        </p:nvSpPr>
        <p:spPr>
          <a:xfrm>
            <a:off x="3253450" y="3604125"/>
            <a:ext cx="2616900" cy="1260900"/>
          </a:xfrm>
          <a:prstGeom prst="rect">
            <a:avLst/>
          </a:prstGeom>
        </p:spPr>
        <p:txBody>
          <a:bodyPr spcFirstLastPara="1" wrap="square" lIns="0" tIns="45700" rIns="0" bIns="91425" anchor="t" anchorCtr="0">
            <a:noAutofit/>
          </a:bodyPr>
          <a:lstStyle/>
          <a:p>
            <a:pPr marL="0" lvl="0" indent="0" algn="l" rtl="0">
              <a:lnSpc>
                <a:spcPct val="105000"/>
              </a:lnSpc>
              <a:spcBef>
                <a:spcPts val="0"/>
              </a:spcBef>
              <a:spcAft>
                <a:spcPts val="1000"/>
              </a:spcAft>
              <a:buNone/>
            </a:pPr>
            <a:r>
              <a:rPr lang="en-GB" sz="1000">
                <a:latin typeface="Hanken Grotesk"/>
                <a:ea typeface="Hanken Grotesk"/>
                <a:cs typeface="Hanken Grotesk"/>
                <a:sym typeface="Hanken Grotesk"/>
              </a:rPr>
              <a:t>Participate in group discussions to enhance both speaking and listening skills. These interactions foster an environment where participants can practice articulating their thoughts while responding to others.</a:t>
            </a:r>
            <a:endParaRPr sz="1000">
              <a:latin typeface="Hanken Grotesk"/>
              <a:ea typeface="Hanken Grotesk"/>
              <a:cs typeface="Hanken Grotesk"/>
              <a:sym typeface="Hanken Grotesk"/>
            </a:endParaRPr>
          </a:p>
        </p:txBody>
      </p:sp>
      <p:sp>
        <p:nvSpPr>
          <p:cNvPr id="274" name="Google Shape;274;p45"/>
          <p:cNvSpPr/>
          <p:nvPr/>
        </p:nvSpPr>
        <p:spPr>
          <a:xfrm>
            <a:off x="6064875" y="1102047"/>
            <a:ext cx="2616900" cy="14379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275" name="Google Shape;275;p45" descr="header_2"/>
          <p:cNvSpPr txBox="1"/>
          <p:nvPr>
            <p:ph type="subTitle" idx="3"/>
          </p:nvPr>
        </p:nvSpPr>
        <p:spPr>
          <a:xfrm>
            <a:off x="6064900" y="2595275"/>
            <a:ext cx="2616900" cy="457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t>Feedback Sessions</a:t>
            </a:r>
            <a:endParaRPr sz="1200"/>
          </a:p>
        </p:txBody>
      </p:sp>
      <p:pic>
        <p:nvPicPr>
          <p:cNvPr id="276" name="Google Shape;276;p45" descr="swappable_2"/>
          <p:cNvPicPr preferRelativeResize="0"/>
          <p:nvPr/>
        </p:nvPicPr>
        <p:blipFill rotWithShape="1">
          <a:blip r:embed="rId2">
            <a:alphaModFix amt="64000"/>
          </a:blip>
          <a:srcRect t="15426" b="15426"/>
          <a:stretch>
            <a:fillRect/>
          </a:stretch>
        </p:blipFill>
        <p:spPr>
          <a:xfrm>
            <a:off x="6064875" y="1102048"/>
            <a:ext cx="2616852" cy="1438101"/>
          </a:xfrm>
          <a:prstGeom prst="rect">
            <a:avLst/>
          </a:prstGeom>
          <a:noFill/>
          <a:ln>
            <a:noFill/>
          </a:ln>
        </p:spPr>
      </p:pic>
      <p:sp>
        <p:nvSpPr>
          <p:cNvPr id="277" name="Google Shape;277;p45" descr="detail_2"/>
          <p:cNvSpPr txBox="1"/>
          <p:nvPr>
            <p:ph type="body" idx="1"/>
          </p:nvPr>
        </p:nvSpPr>
        <p:spPr>
          <a:xfrm>
            <a:off x="6064900" y="3107900"/>
            <a:ext cx="2616900" cy="1427400"/>
          </a:xfrm>
          <a:prstGeom prst="rect">
            <a:avLst/>
          </a:prstGeom>
        </p:spPr>
        <p:txBody>
          <a:bodyPr spcFirstLastPara="1" wrap="square" lIns="0" tIns="45700" rIns="0" bIns="91425" anchor="t" anchorCtr="0">
            <a:noAutofit/>
          </a:bodyPr>
          <a:lstStyle/>
          <a:p>
            <a:pPr marL="0" lvl="0" indent="0" algn="l" rtl="0">
              <a:lnSpc>
                <a:spcPct val="115000"/>
              </a:lnSpc>
              <a:spcBef>
                <a:spcPts val="0"/>
              </a:spcBef>
              <a:spcAft>
                <a:spcPts val="1000"/>
              </a:spcAft>
              <a:buNone/>
            </a:pPr>
            <a:r>
              <a:rPr lang="en-GB" sz="1000">
                <a:latin typeface="Hanken Grotesk"/>
                <a:ea typeface="Hanken Grotesk"/>
                <a:cs typeface="Hanken Grotesk"/>
                <a:sym typeface="Hanken Grotesk"/>
              </a:rPr>
              <a:t>Seek feedback from trusted colleagues or friends on your communication style and areas for improvement. Constructive criticism is essential for identifying strengths and weaknesses in communication.</a:t>
            </a:r>
            <a:endParaRPr sz="1000">
              <a:latin typeface="Hanken Grotesk"/>
              <a:ea typeface="Hanken Grotesk"/>
              <a:cs typeface="Hanken Grotesk"/>
              <a:sym typeface="Hanken Grotesk"/>
            </a:endParaRPr>
          </a:p>
        </p:txBody>
      </p:sp>
      <p:sp>
        <p:nvSpPr>
          <p:cNvPr id="278" name="Google Shape;278;p45"/>
          <p:cNvSpPr/>
          <p:nvPr/>
        </p:nvSpPr>
        <p:spPr>
          <a:xfrm>
            <a:off x="485750" y="414100"/>
            <a:ext cx="82200" cy="82200"/>
          </a:xfrm>
          <a:prstGeom prst="ellipse">
            <a:avLst/>
          </a:prstGeom>
          <a:solidFill>
            <a:srgbClr val="736C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279" name="Google Shape;279;p45"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Skills Development</a:t>
            </a:r>
            <a:endParaRPr sz="800">
              <a:solidFill>
                <a:srgbClr val="736CED"/>
              </a:solidFill>
              <a:latin typeface="Hanken Grotesk"/>
              <a:ea typeface="Hanken Grotesk"/>
              <a:cs typeface="Hanken Grotesk"/>
              <a:sym typeface="Hanken Grotesk"/>
            </a:endParaRPr>
          </a:p>
        </p:txBody>
      </p:sp>
      <p:pic>
        <p:nvPicPr>
          <p:cNvPr id="280" name="Google Shape;280;p45" descr="swappable_1"/>
          <p:cNvPicPr preferRelativeResize="0"/>
          <p:nvPr/>
        </p:nvPicPr>
        <p:blipFill rotWithShape="1">
          <a:blip r:embed="rId3">
            <a:alphaModFix amt="70000"/>
          </a:blip>
          <a:srcRect b="51515"/>
          <a:stretch>
            <a:fillRect/>
          </a:stretch>
        </p:blipFill>
        <p:spPr>
          <a:xfrm>
            <a:off x="3261052" y="1102061"/>
            <a:ext cx="2616838" cy="1903652"/>
          </a:xfrm>
          <a:prstGeom prst="rect">
            <a:avLst/>
          </a:prstGeom>
          <a:noFill/>
          <a:ln>
            <a:noFill/>
          </a:ln>
        </p:spPr>
      </p:pic>
      <p:grpSp>
        <p:nvGrpSpPr>
          <p:cNvPr id="281" name="Google Shape;281;p45"/>
          <p:cNvGrpSpPr/>
          <p:nvPr/>
        </p:nvGrpSpPr>
        <p:grpSpPr>
          <a:xfrm>
            <a:off x="6968200" y="111875"/>
            <a:ext cx="2057400" cy="1033200"/>
            <a:chOff x="6922975" y="1548525"/>
            <a:chExt cx="2057400" cy="1033200"/>
          </a:xfrm>
        </p:grpSpPr>
        <p:grpSp>
          <p:nvGrpSpPr>
            <p:cNvPr id="282" name="Google Shape;282;p45"/>
            <p:cNvGrpSpPr/>
            <p:nvPr/>
          </p:nvGrpSpPr>
          <p:grpSpPr>
            <a:xfrm>
              <a:off x="6922975" y="1548525"/>
              <a:ext cx="2057400" cy="1033200"/>
              <a:chOff x="6172200" y="152400"/>
              <a:chExt cx="2057400" cy="1033200"/>
            </a:xfrm>
          </p:grpSpPr>
          <p:sp>
            <p:nvSpPr>
              <p:cNvPr id="283" name="Google Shape;283;p45"/>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84" name="Google Shape;284;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85" name="Google Shape;285;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incorporating real-life scenarios in role playing to make the practice more relevant. Use group discussions to explore diverse viewpoints and improve adaptability in communication.</a:t>
              </a:r>
              <a:endParaRPr sz="700">
                <a:latin typeface="Inter" panose="02000503000000020004"/>
                <a:ea typeface="Inter" panose="02000503000000020004"/>
                <a:cs typeface="Inter" panose="02000503000000020004"/>
                <a:sym typeface="Inter" panose="02000503000000020004"/>
              </a:endParaRPr>
            </a:p>
          </p:txBody>
        </p:sp>
        <p:pic>
          <p:nvPicPr>
            <p:cNvPr id="286" name="Google Shape;286;p45"/>
            <p:cNvPicPr preferRelativeResize="0"/>
            <p:nvPr/>
          </p:nvPicPr>
          <p:blipFill>
            <a:blip r:embed="rId4"/>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5"/>
          <a:srcRect t="22967" b="48563"/>
          <a:stretch>
            <a:fillRect/>
          </a:stretch>
        </p:blipFill>
        <p:spPr>
          <a:xfrm>
            <a:off x="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sp>
        <p:nvSpPr>
          <p:cNvPr id="291" name="Google Shape;291;p46" descr="detail_0"/>
          <p:cNvSpPr txBox="1"/>
          <p:nvPr>
            <p:ph type="body" idx="2"/>
          </p:nvPr>
        </p:nvSpPr>
        <p:spPr>
          <a:xfrm>
            <a:off x="457200" y="1715150"/>
            <a:ext cx="3441300" cy="10740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latin typeface="Hanken Grotesk"/>
                <a:ea typeface="Hanken Grotesk"/>
                <a:cs typeface="Hanken Grotesk"/>
                <a:sym typeface="Hanken Grotesk"/>
              </a:rPr>
              <a:t>Establishing rapport helps to build trust, making others feel more comfortable sharing thoughts and feelings.</a:t>
            </a:r>
            <a:endParaRPr sz="1200">
              <a:latin typeface="Hanken Grotesk"/>
              <a:ea typeface="Hanken Grotesk"/>
              <a:cs typeface="Hanken Grotesk"/>
              <a:sym typeface="Hanken Grotesk"/>
            </a:endParaRPr>
          </a:p>
        </p:txBody>
      </p:sp>
      <p:sp>
        <p:nvSpPr>
          <p:cNvPr id="292" name="Google Shape;292;p46" descr="header_0"/>
          <p:cNvSpPr txBox="1"/>
          <p:nvPr>
            <p:ph type="subTitle" idx="1"/>
          </p:nvPr>
        </p:nvSpPr>
        <p:spPr>
          <a:xfrm>
            <a:off x="457200" y="1300250"/>
            <a:ext cx="34413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b="1">
                <a:solidFill>
                  <a:schemeClr val="accent1"/>
                </a:solidFill>
              </a:rPr>
              <a:t>Trust and Comfort</a:t>
            </a:r>
            <a:endParaRPr sz="1200" b="1">
              <a:solidFill>
                <a:schemeClr val="accent1"/>
              </a:solidFill>
            </a:endParaRPr>
          </a:p>
        </p:txBody>
      </p:sp>
      <p:sp>
        <p:nvSpPr>
          <p:cNvPr id="293" name="Google Shape;293;p46" descr="detail_1"/>
          <p:cNvSpPr txBox="1"/>
          <p:nvPr>
            <p:ph type="body" idx="2"/>
          </p:nvPr>
        </p:nvSpPr>
        <p:spPr>
          <a:xfrm>
            <a:off x="4571998" y="1715150"/>
            <a:ext cx="3441300" cy="10740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latin typeface="Hanken Grotesk"/>
                <a:ea typeface="Hanken Grotesk"/>
                <a:cs typeface="Hanken Grotesk"/>
                <a:sym typeface="Hanken Grotesk"/>
              </a:rPr>
              <a:t>When rapport is present, communication flows more smoothly, leading to better understanding and collaboration.</a:t>
            </a:r>
            <a:endParaRPr sz="1200">
              <a:latin typeface="Hanken Grotesk"/>
              <a:ea typeface="Hanken Grotesk"/>
              <a:cs typeface="Hanken Grotesk"/>
              <a:sym typeface="Hanken Grotesk"/>
            </a:endParaRPr>
          </a:p>
        </p:txBody>
      </p:sp>
      <p:sp>
        <p:nvSpPr>
          <p:cNvPr id="294" name="Google Shape;294;p46" descr="header_1"/>
          <p:cNvSpPr txBox="1"/>
          <p:nvPr>
            <p:ph type="subTitle" idx="1"/>
          </p:nvPr>
        </p:nvSpPr>
        <p:spPr>
          <a:xfrm>
            <a:off x="4572000" y="1300250"/>
            <a:ext cx="34413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b="1">
                <a:solidFill>
                  <a:schemeClr val="accent1"/>
                </a:solidFill>
              </a:rPr>
              <a:t>Enhanced Communication</a:t>
            </a:r>
            <a:endParaRPr sz="1200" b="1">
              <a:solidFill>
                <a:schemeClr val="accent1"/>
              </a:solidFill>
            </a:endParaRPr>
          </a:p>
        </p:txBody>
      </p:sp>
      <p:sp>
        <p:nvSpPr>
          <p:cNvPr id="295" name="Google Shape;295;p46" descr="detail_2"/>
          <p:cNvSpPr txBox="1"/>
          <p:nvPr>
            <p:ph type="body" idx="2"/>
          </p:nvPr>
        </p:nvSpPr>
        <p:spPr>
          <a:xfrm>
            <a:off x="457200" y="3348575"/>
            <a:ext cx="3441300" cy="10419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latin typeface="Hanken Grotesk"/>
                <a:ea typeface="Hanken Grotesk"/>
                <a:cs typeface="Hanken Grotesk"/>
                <a:sym typeface="Hanken Grotesk"/>
              </a:rPr>
              <a:t>Strong rapport can facilitate conflict resolution by promoting empathy and mutual respect.</a:t>
            </a:r>
            <a:endParaRPr sz="1200">
              <a:latin typeface="Hanken Grotesk"/>
              <a:ea typeface="Hanken Grotesk"/>
              <a:cs typeface="Hanken Grotesk"/>
              <a:sym typeface="Hanken Grotesk"/>
            </a:endParaRPr>
          </a:p>
        </p:txBody>
      </p:sp>
      <p:sp>
        <p:nvSpPr>
          <p:cNvPr id="296" name="Google Shape;296;p46" descr="header_2"/>
          <p:cNvSpPr txBox="1"/>
          <p:nvPr>
            <p:ph type="subTitle" idx="1"/>
          </p:nvPr>
        </p:nvSpPr>
        <p:spPr>
          <a:xfrm>
            <a:off x="457200" y="2933878"/>
            <a:ext cx="34413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b="1">
                <a:solidFill>
                  <a:schemeClr val="accent1"/>
                </a:solidFill>
              </a:rPr>
              <a:t>Conflict Resolution</a:t>
            </a:r>
            <a:endParaRPr sz="1200" b="1">
              <a:solidFill>
                <a:schemeClr val="accent1"/>
              </a:solidFill>
            </a:endParaRPr>
          </a:p>
        </p:txBody>
      </p:sp>
      <p:sp>
        <p:nvSpPr>
          <p:cNvPr id="297" name="Google Shape;297;p46" descr="detail_3"/>
          <p:cNvSpPr txBox="1"/>
          <p:nvPr>
            <p:ph type="body" idx="2"/>
          </p:nvPr>
        </p:nvSpPr>
        <p:spPr>
          <a:xfrm>
            <a:off x="4571998" y="3348575"/>
            <a:ext cx="3441300" cy="10419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latin typeface="Hanken Grotesk"/>
                <a:ea typeface="Hanken Grotesk"/>
                <a:cs typeface="Hanken Grotesk"/>
                <a:sym typeface="Hanken Grotesk"/>
              </a:rPr>
              <a:t>People are more likely to engage and participate in discussions when they feel a connection with the other person.</a:t>
            </a:r>
            <a:endParaRPr sz="1200">
              <a:latin typeface="Hanken Grotesk"/>
              <a:ea typeface="Hanken Grotesk"/>
              <a:cs typeface="Hanken Grotesk"/>
              <a:sym typeface="Hanken Grotesk"/>
            </a:endParaRPr>
          </a:p>
        </p:txBody>
      </p:sp>
      <p:sp>
        <p:nvSpPr>
          <p:cNvPr id="298" name="Google Shape;298;p46" descr="header_3"/>
          <p:cNvSpPr txBox="1"/>
          <p:nvPr>
            <p:ph type="subTitle" idx="1"/>
          </p:nvPr>
        </p:nvSpPr>
        <p:spPr>
          <a:xfrm>
            <a:off x="4571999" y="2933878"/>
            <a:ext cx="34413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200" b="1">
                <a:solidFill>
                  <a:schemeClr val="accent1"/>
                </a:solidFill>
              </a:rPr>
              <a:t>Increased Engagement</a:t>
            </a:r>
            <a:endParaRPr sz="1200" b="1">
              <a:solidFill>
                <a:schemeClr val="accent1"/>
              </a:solidFill>
            </a:endParaRPr>
          </a:p>
        </p:txBody>
      </p:sp>
      <p:sp>
        <p:nvSpPr>
          <p:cNvPr id="299" name="Google Shape;299;p46"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Rapport</a:t>
            </a:r>
            <a:endParaRPr sz="800">
              <a:solidFill>
                <a:srgbClr val="736CED"/>
              </a:solidFill>
              <a:latin typeface="Hanken Grotesk"/>
              <a:ea typeface="Hanken Grotesk"/>
              <a:cs typeface="Hanken Grotesk"/>
              <a:sym typeface="Hanken Grotesk"/>
            </a:endParaRPr>
          </a:p>
        </p:txBody>
      </p:sp>
      <p:sp>
        <p:nvSpPr>
          <p:cNvPr id="300" name="Google Shape;300;p46"/>
          <p:cNvSpPr/>
          <p:nvPr/>
        </p:nvSpPr>
        <p:spPr>
          <a:xfrm>
            <a:off x="485750" y="414100"/>
            <a:ext cx="82200" cy="82200"/>
          </a:xfrm>
          <a:prstGeom prst="ellipse">
            <a:avLst/>
          </a:prstGeom>
          <a:solidFill>
            <a:srgbClr val="736C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301" name="Google Shape;301;p46"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Importance of Rapport in Communication</a:t>
            </a:r>
            <a:endParaRPr>
              <a:solidFill>
                <a:schemeClr val="dk1"/>
              </a:solidFill>
            </a:endParaRPr>
          </a:p>
        </p:txBody>
      </p:sp>
      <p:sp>
        <p:nvSpPr>
          <p:cNvPr id="302" name="Google Shape;302;p46"/>
          <p:cNvSpPr/>
          <p:nvPr/>
        </p:nvSpPr>
        <p:spPr>
          <a:xfrm>
            <a:off x="0" y="5088450"/>
            <a:ext cx="9144000" cy="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grpSp>
        <p:nvGrpSpPr>
          <p:cNvPr id="303" name="Google Shape;303;p46"/>
          <p:cNvGrpSpPr/>
          <p:nvPr/>
        </p:nvGrpSpPr>
        <p:grpSpPr>
          <a:xfrm>
            <a:off x="6968200" y="111875"/>
            <a:ext cx="2057400" cy="1033200"/>
            <a:chOff x="6922975" y="1548525"/>
            <a:chExt cx="2057400" cy="1033200"/>
          </a:xfrm>
        </p:grpSpPr>
        <p:grpSp>
          <p:nvGrpSpPr>
            <p:cNvPr id="304" name="Google Shape;304;p46"/>
            <p:cNvGrpSpPr/>
            <p:nvPr/>
          </p:nvGrpSpPr>
          <p:grpSpPr>
            <a:xfrm>
              <a:off x="6922975" y="1548525"/>
              <a:ext cx="2057400" cy="1033200"/>
              <a:chOff x="6172200" y="152400"/>
              <a:chExt cx="2057400" cy="1033200"/>
            </a:xfrm>
          </p:grpSpPr>
          <p:sp>
            <p:nvSpPr>
              <p:cNvPr id="305" name="Google Shape;305;p46"/>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06" name="Google Shape;306;p4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7" name="Google Shape;307;p4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how rapport can be built in various settings, such as in the workplace or in personal relationships.</a:t>
              </a:r>
              <a:endParaRPr sz="800">
                <a:latin typeface="Inter" panose="02000503000000020004"/>
                <a:ea typeface="Inter" panose="02000503000000020004"/>
                <a:cs typeface="Inter" panose="02000503000000020004"/>
                <a:sym typeface="Inter" panose="02000503000000020004"/>
              </a:endParaRPr>
            </a:p>
          </p:txBody>
        </p:sp>
        <p:pic>
          <p:nvPicPr>
            <p:cNvPr id="308" name="Google Shape;308;p46"/>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141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312" name="Shape 312"/>
        <p:cNvGrpSpPr/>
        <p:nvPr/>
      </p:nvGrpSpPr>
      <p:grpSpPr>
        <a:xfrm>
          <a:off x="0" y="0"/>
          <a:ext cx="0" cy="0"/>
          <a:chOff x="0" y="0"/>
          <a:chExt cx="0" cy="0"/>
        </a:xfrm>
      </p:grpSpPr>
      <p:sp>
        <p:nvSpPr>
          <p:cNvPr id="313" name="Google Shape;313;p47"/>
          <p:cNvSpPr/>
          <p:nvPr/>
        </p:nvSpPr>
        <p:spPr>
          <a:xfrm>
            <a:off x="6396000" y="-6150"/>
            <a:ext cx="2754300" cy="5149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14" name="Google Shape;314;p47" descr="swappable_0"/>
          <p:cNvPicPr preferRelativeResize="0"/>
          <p:nvPr/>
        </p:nvPicPr>
        <p:blipFill>
          <a:blip r:embed="rId1"/>
          <a:stretch>
            <a:fillRect/>
          </a:stretch>
        </p:blipFill>
        <p:spPr>
          <a:xfrm>
            <a:off x="6393702" y="0"/>
            <a:ext cx="2758896" cy="5143501"/>
          </a:xfrm>
          <a:prstGeom prst="rect">
            <a:avLst/>
          </a:prstGeom>
          <a:noFill/>
          <a:ln>
            <a:noFill/>
          </a:ln>
        </p:spPr>
      </p:pic>
      <p:sp>
        <p:nvSpPr>
          <p:cNvPr id="315" name="Google Shape;315;p47"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Techniques for Building Rapport</a:t>
            </a:r>
            <a:endParaRPr>
              <a:solidFill>
                <a:schemeClr val="dk1"/>
              </a:solidFill>
            </a:endParaRPr>
          </a:p>
        </p:txBody>
      </p:sp>
      <p:sp>
        <p:nvSpPr>
          <p:cNvPr id="316" name="Google Shape;316;p47"/>
          <p:cNvSpPr/>
          <p:nvPr/>
        </p:nvSpPr>
        <p:spPr>
          <a:xfrm>
            <a:off x="485750" y="414100"/>
            <a:ext cx="82200" cy="82200"/>
          </a:xfrm>
          <a:prstGeom prst="ellipse">
            <a:avLst/>
          </a:prstGeom>
          <a:solidFill>
            <a:srgbClr val="736C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317" name="Google Shape;317;p47"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Rapport</a:t>
            </a:r>
            <a:endParaRPr sz="800">
              <a:solidFill>
                <a:srgbClr val="736CED"/>
              </a:solidFill>
              <a:latin typeface="Hanken Grotesk"/>
              <a:ea typeface="Hanken Grotesk"/>
              <a:cs typeface="Hanken Grotesk"/>
              <a:sym typeface="Hanken Grotesk"/>
            </a:endParaRPr>
          </a:p>
        </p:txBody>
      </p:sp>
      <p:sp>
        <p:nvSpPr>
          <p:cNvPr id="318" name="Google Shape;318;p47" descr="detail_0"/>
          <p:cNvSpPr txBox="1"/>
          <p:nvPr>
            <p:ph type="body" idx="1"/>
          </p:nvPr>
        </p:nvSpPr>
        <p:spPr>
          <a:xfrm>
            <a:off x="909450" y="1301978"/>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900">
                <a:latin typeface="Hanken Grotesk"/>
                <a:ea typeface="Hanken Grotesk"/>
                <a:cs typeface="Hanken Grotesk"/>
                <a:sym typeface="Hanken Grotesk"/>
              </a:rPr>
              <a:t>Matching and mirroring involve subtly mimicking the body language, speech patterns, and tone of the person you’re communicating with. Matching refers to adopting similar gestures, posture, and facial expressions, while mirroring is a more direct imitation of another person's behavior.</a:t>
            </a:r>
            <a:endParaRPr sz="900">
              <a:latin typeface="Hanken Grotesk"/>
              <a:ea typeface="Hanken Grotesk"/>
              <a:cs typeface="Hanken Grotesk"/>
              <a:sym typeface="Hanken Grotesk"/>
            </a:endParaRPr>
          </a:p>
        </p:txBody>
      </p:sp>
      <p:sp>
        <p:nvSpPr>
          <p:cNvPr id="319" name="Google Shape;319;p47" descr="header_0"/>
          <p:cNvSpPr txBox="1"/>
          <p:nvPr>
            <p:ph type="subTitle" idx="4"/>
          </p:nvPr>
        </p:nvSpPr>
        <p:spPr>
          <a:xfrm>
            <a:off x="457200" y="1032700"/>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100" b="1">
                <a:solidFill>
                  <a:schemeClr val="accent1"/>
                </a:solidFill>
              </a:rPr>
              <a:t>Matching and Mirroring</a:t>
            </a:r>
            <a:endParaRPr sz="1100" b="1">
              <a:solidFill>
                <a:schemeClr val="accent1"/>
              </a:solidFill>
            </a:endParaRPr>
          </a:p>
        </p:txBody>
      </p:sp>
      <p:sp>
        <p:nvSpPr>
          <p:cNvPr id="320" name="Google Shape;320;p47" descr="detail_1"/>
          <p:cNvSpPr txBox="1"/>
          <p:nvPr>
            <p:ph type="body" idx="1"/>
          </p:nvPr>
        </p:nvSpPr>
        <p:spPr>
          <a:xfrm>
            <a:off x="909450" y="2259934"/>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latin typeface="Hanken Grotesk"/>
                <a:ea typeface="Hanken Grotesk"/>
                <a:cs typeface="Hanken Grotesk"/>
                <a:sym typeface="Hanken Grotesk"/>
              </a:rPr>
              <a:t>Show genuine interest in what the other person is saying. Use nods, affirmations, and questions to demonstrate engagement. Phrases like 'I understand how you feel' help build emotional connection.</a:t>
            </a:r>
            <a:endParaRPr sz="1000">
              <a:latin typeface="Hanken Grotesk"/>
              <a:ea typeface="Hanken Grotesk"/>
              <a:cs typeface="Hanken Grotesk"/>
              <a:sym typeface="Hanken Grotesk"/>
            </a:endParaRPr>
          </a:p>
        </p:txBody>
      </p:sp>
      <p:sp>
        <p:nvSpPr>
          <p:cNvPr id="321" name="Google Shape;321;p47" descr="header_1"/>
          <p:cNvSpPr txBox="1"/>
          <p:nvPr>
            <p:ph type="subTitle" idx="4"/>
          </p:nvPr>
        </p:nvSpPr>
        <p:spPr>
          <a:xfrm>
            <a:off x="457200" y="1990656"/>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100" b="1">
                <a:solidFill>
                  <a:schemeClr val="accent1"/>
                </a:solidFill>
              </a:rPr>
              <a:t>Active Listening</a:t>
            </a:r>
            <a:endParaRPr sz="1100" b="1">
              <a:solidFill>
                <a:schemeClr val="accent1"/>
              </a:solidFill>
            </a:endParaRPr>
          </a:p>
        </p:txBody>
      </p:sp>
      <p:sp>
        <p:nvSpPr>
          <p:cNvPr id="322" name="Google Shape;322;p47" descr="detail_2"/>
          <p:cNvSpPr txBox="1"/>
          <p:nvPr>
            <p:ph type="body" idx="1"/>
          </p:nvPr>
        </p:nvSpPr>
        <p:spPr>
          <a:xfrm>
            <a:off x="909450" y="3217890"/>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latin typeface="Hanken Grotesk"/>
                <a:ea typeface="Hanken Grotesk"/>
                <a:cs typeface="Hanken Grotesk"/>
                <a:sym typeface="Hanken Grotesk"/>
              </a:rPr>
              <a:t>Express understanding and validate the other person’s feelings. Empathy fosters a deeper connection and enhances mutual respect in communication.</a:t>
            </a:r>
            <a:endParaRPr sz="1000">
              <a:latin typeface="Hanken Grotesk"/>
              <a:ea typeface="Hanken Grotesk"/>
              <a:cs typeface="Hanken Grotesk"/>
              <a:sym typeface="Hanken Grotesk"/>
            </a:endParaRPr>
          </a:p>
        </p:txBody>
      </p:sp>
      <p:sp>
        <p:nvSpPr>
          <p:cNvPr id="323" name="Google Shape;323;p47" descr="header_2"/>
          <p:cNvSpPr txBox="1"/>
          <p:nvPr>
            <p:ph type="subTitle" idx="4"/>
          </p:nvPr>
        </p:nvSpPr>
        <p:spPr>
          <a:xfrm>
            <a:off x="457200" y="2948612"/>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100" b="1">
                <a:solidFill>
                  <a:schemeClr val="accent1"/>
                </a:solidFill>
              </a:rPr>
              <a:t>Empathy</a:t>
            </a:r>
            <a:endParaRPr sz="1100" b="1">
              <a:solidFill>
                <a:schemeClr val="accent1"/>
              </a:solidFill>
            </a:endParaRPr>
          </a:p>
        </p:txBody>
      </p:sp>
      <p:sp>
        <p:nvSpPr>
          <p:cNvPr id="324" name="Google Shape;324;p47" descr="detail_3"/>
          <p:cNvSpPr txBox="1"/>
          <p:nvPr>
            <p:ph type="body" idx="1"/>
          </p:nvPr>
        </p:nvSpPr>
        <p:spPr>
          <a:xfrm>
            <a:off x="909450" y="3972645"/>
            <a:ext cx="5252700" cy="713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latin typeface="Hanken Grotesk"/>
                <a:ea typeface="Hanken Grotesk"/>
                <a:cs typeface="Hanken Grotesk"/>
                <a:sym typeface="Hanken Grotesk"/>
              </a:rPr>
              <a:t>Identify common ground or interests to create a sense of connection. This could be hobbies, experiences, or goals that resonate with both individuals.</a:t>
            </a:r>
            <a:endParaRPr sz="1000">
              <a:latin typeface="Hanken Grotesk"/>
              <a:ea typeface="Hanken Grotesk"/>
              <a:cs typeface="Hanken Grotesk"/>
              <a:sym typeface="Hanken Grotesk"/>
            </a:endParaRPr>
          </a:p>
        </p:txBody>
      </p:sp>
      <p:sp>
        <p:nvSpPr>
          <p:cNvPr id="325" name="Google Shape;325;p47" descr="header_3"/>
          <p:cNvSpPr txBox="1"/>
          <p:nvPr>
            <p:ph type="subTitle" idx="4"/>
          </p:nvPr>
        </p:nvSpPr>
        <p:spPr>
          <a:xfrm>
            <a:off x="457200" y="3792267"/>
            <a:ext cx="5030400" cy="294000"/>
          </a:xfrm>
          <a:prstGeom prst="rect">
            <a:avLst/>
          </a:prstGeom>
        </p:spPr>
        <p:txBody>
          <a:bodyPr spcFirstLastPara="1" wrap="square" lIns="0" tIns="91425" rIns="91425" bIns="91425" anchor="ctr" anchorCtr="0">
            <a:noAutofit/>
          </a:bodyPr>
          <a:lstStyle/>
          <a:p>
            <a:pPr marL="0" lvl="0" indent="0" algn="l" rtl="0">
              <a:lnSpc>
                <a:spcPct val="60000"/>
              </a:lnSpc>
              <a:spcBef>
                <a:spcPts val="0"/>
              </a:spcBef>
              <a:spcAft>
                <a:spcPts val="0"/>
              </a:spcAft>
              <a:buNone/>
            </a:pPr>
            <a:r>
              <a:rPr lang="en-GB" sz="1100" b="1">
                <a:solidFill>
                  <a:schemeClr val="accent1"/>
                </a:solidFill>
              </a:rPr>
              <a:t>Finding Shared Interests</a:t>
            </a:r>
            <a:endParaRPr sz="1100" b="1">
              <a:solidFill>
                <a:schemeClr val="accent1"/>
              </a:solidFill>
            </a:endParaRPr>
          </a:p>
        </p:txBody>
      </p:sp>
      <p:grpSp>
        <p:nvGrpSpPr>
          <p:cNvPr id="326" name="Google Shape;326;p47"/>
          <p:cNvGrpSpPr/>
          <p:nvPr/>
        </p:nvGrpSpPr>
        <p:grpSpPr>
          <a:xfrm>
            <a:off x="6968200" y="111875"/>
            <a:ext cx="2057400" cy="1033200"/>
            <a:chOff x="6922975" y="1548525"/>
            <a:chExt cx="2057400" cy="1033200"/>
          </a:xfrm>
        </p:grpSpPr>
        <p:grpSp>
          <p:nvGrpSpPr>
            <p:cNvPr id="327" name="Google Shape;327;p47"/>
            <p:cNvGrpSpPr/>
            <p:nvPr/>
          </p:nvGrpSpPr>
          <p:grpSpPr>
            <a:xfrm>
              <a:off x="6922975" y="1548525"/>
              <a:ext cx="2057400" cy="1033200"/>
              <a:chOff x="6172200" y="152400"/>
              <a:chExt cx="2057400" cy="1033200"/>
            </a:xfrm>
          </p:grpSpPr>
          <p:sp>
            <p:nvSpPr>
              <p:cNvPr id="328" name="Google Shape;328;p47"/>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29" name="Google Shape;329;p4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30" name="Google Shape;330;p4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incorporating personal examples or scenarios to illustrate how these techniques can be applied in real-life situations.</a:t>
              </a:r>
              <a:endParaRPr sz="800">
                <a:latin typeface="Inter" panose="02000503000000020004"/>
                <a:ea typeface="Inter" panose="02000503000000020004"/>
                <a:cs typeface="Inter" panose="02000503000000020004"/>
                <a:sym typeface="Inter" panose="02000503000000020004"/>
              </a:endParaRPr>
            </a:p>
          </p:txBody>
        </p:sp>
        <p:pic>
          <p:nvPicPr>
            <p:cNvPr id="331" name="Google Shape;331;p47"/>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48"/>
          <p:cNvSpPr/>
          <p:nvPr/>
        </p:nvSpPr>
        <p:spPr>
          <a:xfrm>
            <a:off x="0" y="961227"/>
            <a:ext cx="9144000" cy="15351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37" name="Google Shape;337;p48" descr="swappable_0"/>
          <p:cNvPicPr preferRelativeResize="0"/>
          <p:nvPr/>
        </p:nvPicPr>
        <p:blipFill>
          <a:blip r:embed="rId1">
            <a:alphaModFix amt="45000"/>
          </a:blip>
          <a:stretch>
            <a:fillRect/>
          </a:stretch>
        </p:blipFill>
        <p:spPr>
          <a:xfrm>
            <a:off x="0" y="961200"/>
            <a:ext cx="9144000" cy="1543050"/>
          </a:xfrm>
          <a:prstGeom prst="rect">
            <a:avLst/>
          </a:prstGeom>
          <a:noFill/>
          <a:ln>
            <a:noFill/>
          </a:ln>
        </p:spPr>
      </p:pic>
      <p:sp>
        <p:nvSpPr>
          <p:cNvPr id="338" name="Google Shape;338;p48" descr="chapter"/>
          <p:cNvSpPr txBox="1"/>
          <p:nvPr/>
        </p:nvSpPr>
        <p:spPr>
          <a:xfrm>
            <a:off x="633975" y="292900"/>
            <a:ext cx="2467200" cy="32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736CED"/>
                </a:solidFill>
                <a:latin typeface="Hanken Grotesk"/>
                <a:ea typeface="Hanken Grotesk"/>
                <a:cs typeface="Hanken Grotesk"/>
                <a:sym typeface="Hanken Grotesk"/>
              </a:rPr>
              <a:t>Activities</a:t>
            </a:r>
            <a:endParaRPr sz="800">
              <a:solidFill>
                <a:srgbClr val="736CED"/>
              </a:solidFill>
              <a:latin typeface="Hanken Grotesk"/>
              <a:ea typeface="Hanken Grotesk"/>
              <a:cs typeface="Hanken Grotesk"/>
              <a:sym typeface="Hanken Grotesk"/>
            </a:endParaRPr>
          </a:p>
        </p:txBody>
      </p:sp>
      <p:sp>
        <p:nvSpPr>
          <p:cNvPr id="339" name="Google Shape;339;p48" descr="title"/>
          <p:cNvSpPr txBox="1"/>
          <p:nvPr>
            <p:ph type="title"/>
          </p:nvPr>
        </p:nvSpPr>
        <p:spPr>
          <a:xfrm>
            <a:off x="457200" y="496300"/>
            <a:ext cx="7782900" cy="4194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sz="1800">
                <a:solidFill>
                  <a:schemeClr val="dk1"/>
                </a:solidFill>
              </a:rPr>
              <a:t>Rapport Building Exercise</a:t>
            </a:r>
            <a:endParaRPr sz="1800">
              <a:solidFill>
                <a:schemeClr val="dk1"/>
              </a:solidFill>
            </a:endParaRPr>
          </a:p>
        </p:txBody>
      </p:sp>
      <p:sp>
        <p:nvSpPr>
          <p:cNvPr id="340" name="Google Shape;340;p48" descr="detail_0"/>
          <p:cNvSpPr txBox="1"/>
          <p:nvPr>
            <p:ph type="body" idx="2"/>
          </p:nvPr>
        </p:nvSpPr>
        <p:spPr>
          <a:xfrm>
            <a:off x="455175" y="3124275"/>
            <a:ext cx="1943400" cy="893100"/>
          </a:xfrm>
          <a:prstGeom prst="rect">
            <a:avLst/>
          </a:prstGeom>
        </p:spPr>
        <p:txBody>
          <a:bodyPr spcFirstLastPara="1" wrap="square" lIns="0" tIns="91425" rIns="91425" bIns="91425" anchor="t" anchorCtr="0">
            <a:noAutofit/>
          </a:bodyPr>
          <a:lstStyle/>
          <a:p>
            <a:pPr marL="0" lvl="0" indent="0" algn="l" rtl="0">
              <a:spcBef>
                <a:spcPts val="0"/>
              </a:spcBef>
              <a:spcAft>
                <a:spcPts val="2000"/>
              </a:spcAft>
              <a:buNone/>
            </a:pPr>
            <a:r>
              <a:rPr lang="en-GB" sz="700">
                <a:latin typeface="Hanken Grotesk"/>
                <a:ea typeface="Hanken Grotesk"/>
                <a:cs typeface="Hanken Grotesk"/>
                <a:sym typeface="Hanken Grotesk"/>
              </a:rPr>
              <a:t>Take turns observing each other. One partner speaks for a few minutes about a topic (e.g., a recent experience). The listener should focus on body language and tone.</a:t>
            </a:r>
            <a:endParaRPr sz="700">
              <a:latin typeface="Hanken Grotesk"/>
              <a:ea typeface="Hanken Grotesk"/>
              <a:cs typeface="Hanken Grotesk"/>
              <a:sym typeface="Hanken Grotesk"/>
            </a:endParaRPr>
          </a:p>
        </p:txBody>
      </p:sp>
      <p:sp>
        <p:nvSpPr>
          <p:cNvPr id="341" name="Google Shape;341;p48" descr="detail_1"/>
          <p:cNvSpPr txBox="1"/>
          <p:nvPr>
            <p:ph type="body" idx="4294967295"/>
          </p:nvPr>
        </p:nvSpPr>
        <p:spPr>
          <a:xfrm>
            <a:off x="2551921" y="3124275"/>
            <a:ext cx="1943400" cy="8931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700">
                <a:latin typeface="Hanken Grotesk"/>
                <a:ea typeface="Hanken Grotesk"/>
                <a:cs typeface="Hanken Grotesk"/>
                <a:sym typeface="Hanken Grotesk"/>
              </a:rPr>
              <a:t>Switch roles. The listener becomes the speaker and matches the body language and tone of their partner while discussing a new topic. Focus on natural expressions.</a:t>
            </a:r>
            <a:endParaRPr sz="700">
              <a:latin typeface="Hanken Grotesk"/>
              <a:ea typeface="Hanken Grotesk"/>
              <a:cs typeface="Hanken Grotesk"/>
              <a:sym typeface="Hanken Grotesk"/>
            </a:endParaRPr>
          </a:p>
        </p:txBody>
      </p:sp>
      <p:sp>
        <p:nvSpPr>
          <p:cNvPr id="342" name="Google Shape;342;p48" descr="detail_2"/>
          <p:cNvSpPr txBox="1"/>
          <p:nvPr>
            <p:ph type="body" idx="4294967295"/>
          </p:nvPr>
        </p:nvSpPr>
        <p:spPr>
          <a:xfrm>
            <a:off x="4648668" y="3124275"/>
            <a:ext cx="1943400" cy="8931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800">
                <a:latin typeface="Hanken Grotesk"/>
                <a:ea typeface="Hanken Grotesk"/>
                <a:cs typeface="Hanken Grotesk"/>
                <a:sym typeface="Hanken Grotesk"/>
              </a:rPr>
              <a:t>After practicing, provide feedback on how effectively they matched body language and tone and how it felt to connect through these techniques.</a:t>
            </a:r>
            <a:endParaRPr sz="800">
              <a:latin typeface="Hanken Grotesk"/>
              <a:ea typeface="Hanken Grotesk"/>
              <a:cs typeface="Hanken Grotesk"/>
              <a:sym typeface="Hanken Grotesk"/>
            </a:endParaRPr>
          </a:p>
        </p:txBody>
      </p:sp>
      <p:sp>
        <p:nvSpPr>
          <p:cNvPr id="343" name="Google Shape;343;p48" descr="header_0"/>
          <p:cNvSpPr txBox="1"/>
          <p:nvPr>
            <p:ph type="subTitle" idx="1"/>
          </p:nvPr>
        </p:nvSpPr>
        <p:spPr>
          <a:xfrm>
            <a:off x="455175" y="2576475"/>
            <a:ext cx="1943400" cy="4995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b="1">
                <a:solidFill>
                  <a:schemeClr val="dk1"/>
                </a:solidFill>
              </a:rPr>
              <a:t>Observation</a:t>
            </a:r>
            <a:endParaRPr sz="1400" b="1">
              <a:solidFill>
                <a:schemeClr val="dk1"/>
              </a:solidFill>
            </a:endParaRPr>
          </a:p>
        </p:txBody>
      </p:sp>
      <p:sp>
        <p:nvSpPr>
          <p:cNvPr id="344" name="Google Shape;344;p48" descr="header_1"/>
          <p:cNvSpPr txBox="1"/>
          <p:nvPr>
            <p:ph type="subTitle" idx="4294967295"/>
          </p:nvPr>
        </p:nvSpPr>
        <p:spPr>
          <a:xfrm>
            <a:off x="2551921" y="2576475"/>
            <a:ext cx="1943400" cy="4995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Clr>
                <a:schemeClr val="dk1"/>
              </a:buClr>
              <a:buSzPts val="1100"/>
              <a:buFont typeface="Arial" panose="020B0604020202090204"/>
              <a:buNone/>
            </a:pPr>
            <a:r>
              <a:rPr lang="en-GB" b="1"/>
              <a:t>Matching and Mirroring</a:t>
            </a:r>
            <a:endParaRPr b="1"/>
          </a:p>
        </p:txBody>
      </p:sp>
      <p:sp>
        <p:nvSpPr>
          <p:cNvPr id="345" name="Google Shape;345;p48" descr="header_2"/>
          <p:cNvSpPr txBox="1"/>
          <p:nvPr>
            <p:ph type="subTitle" idx="4294967295"/>
          </p:nvPr>
        </p:nvSpPr>
        <p:spPr>
          <a:xfrm>
            <a:off x="4648667" y="2576475"/>
            <a:ext cx="1943400" cy="4995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None/>
            </a:pPr>
            <a:r>
              <a:rPr lang="en-GB" b="1"/>
              <a:t>Feedback</a:t>
            </a:r>
            <a:endParaRPr b="1"/>
          </a:p>
        </p:txBody>
      </p:sp>
      <p:sp>
        <p:nvSpPr>
          <p:cNvPr id="346" name="Google Shape;346;p48" descr="detail_3"/>
          <p:cNvSpPr txBox="1"/>
          <p:nvPr>
            <p:ph type="body" idx="4294967295"/>
          </p:nvPr>
        </p:nvSpPr>
        <p:spPr>
          <a:xfrm>
            <a:off x="6745431" y="3124275"/>
            <a:ext cx="1943400" cy="8931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800">
                <a:latin typeface="Hanken Grotesk"/>
                <a:ea typeface="Hanken Grotesk"/>
                <a:cs typeface="Hanken Grotesk"/>
                <a:sym typeface="Hanken Grotesk"/>
              </a:rPr>
              <a:t>Discuss how these techniques apply in real life. Reflect on instances where building rapport could enhance communication in various contexts.</a:t>
            </a:r>
            <a:endParaRPr sz="800">
              <a:latin typeface="Hanken Grotesk"/>
              <a:ea typeface="Hanken Grotesk"/>
              <a:cs typeface="Hanken Grotesk"/>
              <a:sym typeface="Hanken Grotesk"/>
            </a:endParaRPr>
          </a:p>
        </p:txBody>
      </p:sp>
      <p:sp>
        <p:nvSpPr>
          <p:cNvPr id="347" name="Google Shape;347;p48" descr="header_3"/>
          <p:cNvSpPr txBox="1"/>
          <p:nvPr>
            <p:ph type="subTitle" idx="4294967295"/>
          </p:nvPr>
        </p:nvSpPr>
        <p:spPr>
          <a:xfrm>
            <a:off x="6745430" y="2576475"/>
            <a:ext cx="1943400" cy="4995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800"/>
              </a:spcAft>
              <a:buNone/>
            </a:pPr>
            <a:r>
              <a:rPr lang="en-GB" b="1"/>
              <a:t>Reflection</a:t>
            </a:r>
            <a:endParaRPr b="1"/>
          </a:p>
        </p:txBody>
      </p:sp>
      <p:cxnSp>
        <p:nvCxnSpPr>
          <p:cNvPr id="348" name="Google Shape;348;p48"/>
          <p:cNvCxnSpPr/>
          <p:nvPr/>
        </p:nvCxnSpPr>
        <p:spPr>
          <a:xfrm>
            <a:off x="-30800" y="2495500"/>
            <a:ext cx="9193500" cy="0"/>
          </a:xfrm>
          <a:prstGeom prst="straightConnector1">
            <a:avLst/>
          </a:prstGeom>
          <a:noFill/>
          <a:ln w="28575" cap="flat" cmpd="sng">
            <a:solidFill>
              <a:schemeClr val="accent2"/>
            </a:solidFill>
            <a:prstDash val="solid"/>
            <a:round/>
            <a:headEnd type="none" w="med" len="med"/>
            <a:tailEnd type="none" w="med" len="med"/>
          </a:ln>
        </p:spPr>
      </p:cxnSp>
      <p:sp>
        <p:nvSpPr>
          <p:cNvPr id="349" name="Google Shape;349;p48"/>
          <p:cNvSpPr/>
          <p:nvPr/>
        </p:nvSpPr>
        <p:spPr>
          <a:xfrm>
            <a:off x="455175" y="2369200"/>
            <a:ext cx="252600" cy="252600"/>
          </a:xfrm>
          <a:prstGeom prst="ellipse">
            <a:avLst/>
          </a:prstGeom>
          <a:solidFill>
            <a:schemeClr val="l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350" name="Google Shape;350;p48"/>
          <p:cNvSpPr/>
          <p:nvPr/>
        </p:nvSpPr>
        <p:spPr>
          <a:xfrm>
            <a:off x="2551925" y="2369200"/>
            <a:ext cx="252600" cy="252600"/>
          </a:xfrm>
          <a:prstGeom prst="ellipse">
            <a:avLst/>
          </a:prstGeom>
          <a:solidFill>
            <a:schemeClr val="l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351" name="Google Shape;351;p48"/>
          <p:cNvSpPr/>
          <p:nvPr/>
        </p:nvSpPr>
        <p:spPr>
          <a:xfrm>
            <a:off x="4648675" y="2369200"/>
            <a:ext cx="252600" cy="252600"/>
          </a:xfrm>
          <a:prstGeom prst="ellipse">
            <a:avLst/>
          </a:prstGeom>
          <a:solidFill>
            <a:schemeClr val="accent2"/>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352" name="Google Shape;352;p48"/>
          <p:cNvSpPr/>
          <p:nvPr/>
        </p:nvSpPr>
        <p:spPr>
          <a:xfrm>
            <a:off x="6745425" y="2369200"/>
            <a:ext cx="252600" cy="252600"/>
          </a:xfrm>
          <a:prstGeom prst="ellipse">
            <a:avLst/>
          </a:prstGeom>
          <a:solidFill>
            <a:schemeClr val="l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sp>
        <p:nvSpPr>
          <p:cNvPr id="353" name="Google Shape;353;p48" descr="deliverable_0"/>
          <p:cNvSpPr txBox="1"/>
          <p:nvPr>
            <p:ph type="body" idx="2"/>
          </p:nvPr>
        </p:nvSpPr>
        <p:spPr>
          <a:xfrm>
            <a:off x="455175" y="4093550"/>
            <a:ext cx="1943400" cy="7611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GB" sz="800">
                <a:latin typeface="Hanken Grotesk"/>
                <a:ea typeface="Hanken Grotesk"/>
                <a:cs typeface="Hanken Grotesk"/>
                <a:sym typeface="Hanken Grotesk"/>
              </a:rPr>
              <a:t>Observational notes</a:t>
            </a:r>
            <a:endParaRPr sz="800">
              <a:latin typeface="Hanken Grotesk"/>
              <a:ea typeface="Hanken Grotesk"/>
              <a:cs typeface="Hanken Grotesk"/>
              <a:sym typeface="Hanken Grotesk"/>
            </a:endParaRPr>
          </a:p>
          <a:p>
            <a:pPr marL="0" lvl="0" indent="0" algn="l" rtl="0">
              <a:spcBef>
                <a:spcPts val="0"/>
              </a:spcBef>
              <a:spcAft>
                <a:spcPts val="0"/>
              </a:spcAft>
              <a:buNone/>
            </a:pPr>
            <a:r>
              <a:rPr lang="en-GB" sz="800">
                <a:latin typeface="Hanken Grotesk"/>
                <a:ea typeface="Hanken Grotesk"/>
                <a:cs typeface="Hanken Grotesk"/>
                <a:sym typeface="Hanken Grotesk"/>
              </a:rPr>
              <a:t>Understanding of nonverbal cues</a:t>
            </a:r>
            <a:endParaRPr sz="800">
              <a:latin typeface="Hanken Grotesk"/>
              <a:ea typeface="Hanken Grotesk"/>
              <a:cs typeface="Hanken Grotesk"/>
              <a:sym typeface="Hanken Grotesk"/>
            </a:endParaRPr>
          </a:p>
        </p:txBody>
      </p:sp>
      <p:sp>
        <p:nvSpPr>
          <p:cNvPr id="354" name="Google Shape;354;p48" descr="deliverable_1"/>
          <p:cNvSpPr txBox="1"/>
          <p:nvPr>
            <p:ph type="body" idx="4294967295"/>
          </p:nvPr>
        </p:nvSpPr>
        <p:spPr>
          <a:xfrm>
            <a:off x="2551920" y="4093550"/>
            <a:ext cx="1943400" cy="7611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Demonstrated matching and mirroring skills</a:t>
            </a:r>
            <a:endParaRPr sz="800">
              <a:latin typeface="Hanken Grotesk"/>
              <a:ea typeface="Hanken Grotesk"/>
              <a:cs typeface="Hanken Grotesk"/>
              <a:sym typeface="Hanken Grotesk"/>
            </a:endParaRPr>
          </a:p>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Enhanced awareness of body language</a:t>
            </a:r>
            <a:endParaRPr sz="800">
              <a:latin typeface="Hanken Grotesk"/>
              <a:ea typeface="Hanken Grotesk"/>
              <a:cs typeface="Hanken Grotesk"/>
              <a:sym typeface="Hanken Grotesk"/>
            </a:endParaRPr>
          </a:p>
        </p:txBody>
      </p:sp>
      <p:sp>
        <p:nvSpPr>
          <p:cNvPr id="355" name="Google Shape;355;p48" descr="deliverable_2"/>
          <p:cNvSpPr txBox="1"/>
          <p:nvPr>
            <p:ph type="body" idx="4294967295"/>
          </p:nvPr>
        </p:nvSpPr>
        <p:spPr>
          <a:xfrm>
            <a:off x="4648665" y="4093550"/>
            <a:ext cx="1943400" cy="7611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Constructive feedback notes</a:t>
            </a:r>
            <a:endParaRPr sz="800">
              <a:latin typeface="Hanken Grotesk"/>
              <a:ea typeface="Hanken Grotesk"/>
              <a:cs typeface="Hanken Grotesk"/>
              <a:sym typeface="Hanken Grotesk"/>
            </a:endParaRPr>
          </a:p>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Insights on rapport-building effectiveness</a:t>
            </a:r>
            <a:endParaRPr sz="800">
              <a:latin typeface="Hanken Grotesk"/>
              <a:ea typeface="Hanken Grotesk"/>
              <a:cs typeface="Hanken Grotesk"/>
              <a:sym typeface="Hanken Grotesk"/>
            </a:endParaRPr>
          </a:p>
        </p:txBody>
      </p:sp>
      <p:sp>
        <p:nvSpPr>
          <p:cNvPr id="356" name="Google Shape;356;p48" descr="deliverable_3"/>
          <p:cNvSpPr txBox="1"/>
          <p:nvPr>
            <p:ph type="body" idx="4294967295"/>
          </p:nvPr>
        </p:nvSpPr>
        <p:spPr>
          <a:xfrm>
            <a:off x="6745426" y="4093550"/>
            <a:ext cx="1943400" cy="7611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Reflection notes</a:t>
            </a:r>
            <a:endParaRPr sz="800">
              <a:latin typeface="Hanken Grotesk"/>
              <a:ea typeface="Hanken Grotesk"/>
              <a:cs typeface="Hanken Grotesk"/>
              <a:sym typeface="Hanken Grotesk"/>
            </a:endParaRPr>
          </a:p>
          <a:p>
            <a:pPr marL="0" marR="0" lvl="0" indent="0" algn="l" rtl="0">
              <a:lnSpc>
                <a:spcPct val="100000"/>
              </a:lnSpc>
              <a:spcBef>
                <a:spcPts val="0"/>
              </a:spcBef>
              <a:spcAft>
                <a:spcPts val="0"/>
              </a:spcAft>
              <a:buNone/>
            </a:pPr>
            <a:r>
              <a:rPr lang="en-GB" sz="800">
                <a:latin typeface="Hanken Grotesk"/>
                <a:ea typeface="Hanken Grotesk"/>
                <a:cs typeface="Hanken Grotesk"/>
                <a:sym typeface="Hanken Grotesk"/>
              </a:rPr>
              <a:t>Practical applications for future interactions</a:t>
            </a:r>
            <a:endParaRPr sz="800">
              <a:latin typeface="Hanken Grotesk"/>
              <a:ea typeface="Hanken Grotesk"/>
              <a:cs typeface="Hanken Grotesk"/>
              <a:sym typeface="Hanken Grotesk"/>
            </a:endParaRPr>
          </a:p>
        </p:txBody>
      </p:sp>
      <p:sp>
        <p:nvSpPr>
          <p:cNvPr id="357" name="Google Shape;357;p48"/>
          <p:cNvSpPr/>
          <p:nvPr/>
        </p:nvSpPr>
        <p:spPr>
          <a:xfrm>
            <a:off x="485750" y="414100"/>
            <a:ext cx="82200" cy="8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grpSp>
        <p:nvGrpSpPr>
          <p:cNvPr id="358" name="Google Shape;358;p48"/>
          <p:cNvGrpSpPr/>
          <p:nvPr/>
        </p:nvGrpSpPr>
        <p:grpSpPr>
          <a:xfrm>
            <a:off x="6968200" y="111875"/>
            <a:ext cx="2057400" cy="1033200"/>
            <a:chOff x="6922975" y="1548525"/>
            <a:chExt cx="2057400" cy="1033200"/>
          </a:xfrm>
        </p:grpSpPr>
        <p:grpSp>
          <p:nvGrpSpPr>
            <p:cNvPr id="359" name="Google Shape;359;p48"/>
            <p:cNvGrpSpPr/>
            <p:nvPr/>
          </p:nvGrpSpPr>
          <p:grpSpPr>
            <a:xfrm>
              <a:off x="6922975" y="1548525"/>
              <a:ext cx="2057400" cy="1033200"/>
              <a:chOff x="6172200" y="152400"/>
              <a:chExt cx="2057400" cy="1033200"/>
            </a:xfrm>
          </p:grpSpPr>
          <p:sp>
            <p:nvSpPr>
              <p:cNvPr id="360" name="Google Shape;360;p48"/>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61" name="Google Shape;361;p4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62" name="Google Shape;362;p4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adjusting the scenarios used in the exercise to fit different contexts, such as professional settings or social gatherings.</a:t>
              </a:r>
              <a:endParaRPr sz="800">
                <a:latin typeface="Inter" panose="02000503000000020004"/>
                <a:ea typeface="Inter" panose="02000503000000020004"/>
                <a:cs typeface="Inter" panose="02000503000000020004"/>
                <a:sym typeface="Inter" panose="02000503000000020004"/>
              </a:endParaRPr>
            </a:p>
          </p:txBody>
        </p:sp>
        <p:pic>
          <p:nvPicPr>
            <p:cNvPr id="363" name="Google Shape;363;p48"/>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67" name="Shape 367"/>
        <p:cNvGrpSpPr/>
        <p:nvPr/>
      </p:nvGrpSpPr>
      <p:grpSpPr>
        <a:xfrm>
          <a:off x="0" y="0"/>
          <a:ext cx="0" cy="0"/>
          <a:chOff x="0" y="0"/>
          <a:chExt cx="0" cy="0"/>
        </a:xfrm>
      </p:grpSpPr>
      <p:sp>
        <p:nvSpPr>
          <p:cNvPr id="368" name="Google Shape;368;p49" descr="detail_0"/>
          <p:cNvSpPr txBox="1"/>
          <p:nvPr>
            <p:ph type="body" idx="2"/>
          </p:nvPr>
        </p:nvSpPr>
        <p:spPr>
          <a:xfrm>
            <a:off x="1711325" y="2082165"/>
            <a:ext cx="6962140" cy="2382520"/>
          </a:xfrm>
          <a:prstGeom prst="rect">
            <a:avLst/>
          </a:prstGeom>
        </p:spPr>
        <p:txBody>
          <a:bodyPr spcFirstLastPara="1" wrap="square" lIns="0" tIns="91425" rIns="91425" bIns="91425" anchor="b" anchorCtr="0">
            <a:noAutofit/>
          </a:bodyPr>
          <a:lstStyle/>
          <a:p>
            <a:pPr marL="0" lvl="0" indent="0" algn="l" rtl="0">
              <a:lnSpc>
                <a:spcPct val="115000"/>
              </a:lnSpc>
              <a:spcBef>
                <a:spcPts val="0"/>
              </a:spcBef>
              <a:spcAft>
                <a:spcPts val="2000"/>
              </a:spcAft>
              <a:buNone/>
            </a:pPr>
            <a:r>
              <a:rPr lang="en-GB" sz="1400"/>
              <a:t>Effective communication skills are built upon a solid understanding of the communication model, which includes the roles of the sender, message, and receiver. Key aspects of effective communication include clarity, awareness of barriers, and feedback. Active listening is vital, encompassing techniques such as paying attention, showing engagement, providing feedback, deferring judgment, and responding appropriately. Building rapport is essential in fostering trust and enhancing communication, with techniques like matching and mirroring, active listening, empathy, and identifying shared interests. Continuous practice of these skills is crucial for improvement and developing meaningful interactions in personal and professional contexts.</a:t>
            </a:r>
            <a:endParaRPr sz="1400"/>
          </a:p>
        </p:txBody>
      </p:sp>
      <p:sp>
        <p:nvSpPr>
          <p:cNvPr id="369" name="Google Shape;369;p49"/>
          <p:cNvSpPr/>
          <p:nvPr/>
        </p:nvSpPr>
        <p:spPr>
          <a:xfrm>
            <a:off x="7729027" y="368601"/>
            <a:ext cx="976800" cy="976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70" name="Google Shape;370;p49" descr="swappable_0"/>
          <p:cNvPicPr preferRelativeResize="0"/>
          <p:nvPr/>
        </p:nvPicPr>
        <p:blipFill rotWithShape="1">
          <a:blip r:embed="rId1">
            <a:alphaModFix amt="35000"/>
          </a:blip>
          <a:srcRect t="34838" b="34835"/>
          <a:stretch>
            <a:fillRect/>
          </a:stretch>
        </p:blipFill>
        <p:spPr>
          <a:xfrm>
            <a:off x="6112894" y="613711"/>
            <a:ext cx="2347780" cy="1068242"/>
          </a:xfrm>
          <a:prstGeom prst="rect">
            <a:avLst/>
          </a:prstGeom>
          <a:noFill/>
          <a:ln>
            <a:noFill/>
          </a:ln>
        </p:spPr>
      </p:pic>
      <p:sp>
        <p:nvSpPr>
          <p:cNvPr id="371" name="Google Shape;371;p49" descr="title"/>
          <p:cNvSpPr txBox="1"/>
          <p:nvPr>
            <p:ph type="title"/>
          </p:nvPr>
        </p:nvSpPr>
        <p:spPr>
          <a:xfrm>
            <a:off x="457200" y="639500"/>
            <a:ext cx="4107000" cy="987600"/>
          </a:xfrm>
          <a:prstGeom prst="rect">
            <a:avLst/>
          </a:prstGeom>
        </p:spPr>
        <p:txBody>
          <a:bodyPr spcFirstLastPara="1" wrap="square" lIns="0" tIns="91425" rIns="0" bIns="91425" anchor="t" anchorCtr="0">
            <a:noAutofit/>
          </a:bodyPr>
          <a:lstStyle/>
          <a:p>
            <a:pPr marL="0" lvl="0" indent="0" algn="l" rtl="0">
              <a:lnSpc>
                <a:spcPct val="100000"/>
              </a:lnSpc>
              <a:spcBef>
                <a:spcPts val="0"/>
              </a:spcBef>
              <a:spcAft>
                <a:spcPts val="0"/>
              </a:spcAft>
              <a:buNone/>
            </a:pPr>
            <a:r>
              <a:rPr lang="en-GB" sz="3200"/>
              <a:t>Conclusion</a:t>
            </a:r>
            <a:endParaRPr sz="3200"/>
          </a:p>
        </p:txBody>
      </p:sp>
      <p:sp>
        <p:nvSpPr>
          <p:cNvPr id="372" name="Google Shape;372;p49"/>
          <p:cNvSpPr/>
          <p:nvPr/>
        </p:nvSpPr>
        <p:spPr>
          <a:xfrm>
            <a:off x="485750" y="489800"/>
            <a:ext cx="82200" cy="8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Hanken Grotesk Medium"/>
                <a:ea typeface="Hanken Grotesk Medium"/>
                <a:cs typeface="Hanken Grotesk Medium"/>
                <a:sym typeface="Hanken Grotesk Medium"/>
              </a:rPr>
              <a:t>      </a:t>
            </a:r>
            <a:endParaRPr>
              <a:latin typeface="Hanken Grotesk Medium"/>
              <a:ea typeface="Hanken Grotesk Medium"/>
              <a:cs typeface="Hanken Grotesk Medium"/>
              <a:sym typeface="Hanken Grotesk Medium"/>
            </a:endParaRPr>
          </a:p>
        </p:txBody>
      </p:sp>
      <p:sp>
        <p:nvSpPr>
          <p:cNvPr id="373" name="Google Shape;373;p49" descr="chapter"/>
          <p:cNvSpPr txBox="1"/>
          <p:nvPr>
            <p:ph type="subTitle" idx="1"/>
          </p:nvPr>
        </p:nvSpPr>
        <p:spPr>
          <a:xfrm>
            <a:off x="625600" y="368600"/>
            <a:ext cx="24672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accent1"/>
                </a:solidFill>
                <a:latin typeface="Hanken Grotesk"/>
                <a:ea typeface="Hanken Grotesk"/>
                <a:cs typeface="Hanken Grotesk"/>
                <a:sym typeface="Hanken Grotesk"/>
              </a:rPr>
              <a:t>Summary</a:t>
            </a:r>
            <a:endParaRPr>
              <a:solidFill>
                <a:schemeClr val="accent1"/>
              </a:solidFill>
              <a:latin typeface="Hanken Grotesk"/>
              <a:ea typeface="Hanken Grotesk"/>
              <a:cs typeface="Hanken Grotesk"/>
              <a:sym typeface="Hanken Grotesk"/>
            </a:endParaRPr>
          </a:p>
        </p:txBody>
      </p:sp>
      <p:grpSp>
        <p:nvGrpSpPr>
          <p:cNvPr id="374" name="Google Shape;374;p49"/>
          <p:cNvGrpSpPr/>
          <p:nvPr/>
        </p:nvGrpSpPr>
        <p:grpSpPr>
          <a:xfrm>
            <a:off x="6968200" y="111875"/>
            <a:ext cx="2057400" cy="1033200"/>
            <a:chOff x="6922975" y="1548525"/>
            <a:chExt cx="2057400" cy="1033200"/>
          </a:xfrm>
        </p:grpSpPr>
        <p:grpSp>
          <p:nvGrpSpPr>
            <p:cNvPr id="375" name="Google Shape;375;p49"/>
            <p:cNvGrpSpPr/>
            <p:nvPr/>
          </p:nvGrpSpPr>
          <p:grpSpPr>
            <a:xfrm>
              <a:off x="6922975" y="1548525"/>
              <a:ext cx="2057400" cy="1033200"/>
              <a:chOff x="6172200" y="152400"/>
              <a:chExt cx="2057400" cy="1033200"/>
            </a:xfrm>
          </p:grpSpPr>
          <p:sp>
            <p:nvSpPr>
              <p:cNvPr id="376" name="Google Shape;376;p49"/>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77" name="Google Shape;377;p4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78" name="Google Shape;378;p4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personal experiences or examples to illustrate the importance of these communication techniques in your own life.</a:t>
              </a:r>
              <a:endParaRPr sz="800">
                <a:latin typeface="Inter" panose="02000503000000020004"/>
                <a:ea typeface="Inter" panose="02000503000000020004"/>
                <a:cs typeface="Inter" panose="02000503000000020004"/>
                <a:sym typeface="Inter" panose="02000503000000020004"/>
              </a:endParaRPr>
            </a:p>
          </p:txBody>
        </p:sp>
        <p:pic>
          <p:nvPicPr>
            <p:cNvPr id="379" name="Google Shape;379;p49"/>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83" name="Shape 383"/>
        <p:cNvGrpSpPr/>
        <p:nvPr/>
      </p:nvGrpSpPr>
      <p:grpSpPr>
        <a:xfrm>
          <a:off x="0" y="0"/>
          <a:ext cx="0" cy="0"/>
          <a:chOff x="0" y="0"/>
          <a:chExt cx="0" cy="0"/>
        </a:xfrm>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Custom">
      <a:dk1>
        <a:srgbClr val="000000"/>
      </a:dk1>
      <a:lt1>
        <a:srgbClr val="FFFFFF"/>
      </a:lt1>
      <a:dk2>
        <a:srgbClr val="848E9B"/>
      </a:dk2>
      <a:lt2>
        <a:srgbClr val="F3F4F7"/>
      </a:lt2>
      <a:accent1>
        <a:srgbClr val="736CED"/>
      </a:accent1>
      <a:accent2>
        <a:srgbClr val="D1AC00"/>
      </a:accent2>
      <a:accent3>
        <a:srgbClr val="6A605C"/>
      </a:accent3>
      <a:accent4>
        <a:srgbClr val="1D3461"/>
      </a:accent4>
      <a:accent5>
        <a:srgbClr val="5A0001"/>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8371</Words>
  <Application>WPS Writer</Application>
  <PresentationFormat/>
  <Paragraphs>233</Paragraphs>
  <Slides>13</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13</vt:i4>
      </vt:variant>
    </vt:vector>
  </HeadingPairs>
  <TitlesOfParts>
    <vt:vector size="33" baseType="lpstr">
      <vt:lpstr>Arial</vt:lpstr>
      <vt:lpstr>SimSun</vt:lpstr>
      <vt:lpstr>Wingdings</vt:lpstr>
      <vt:lpstr>Arial</vt:lpstr>
      <vt:lpstr>Hanken Grotesk SemiBold</vt:lpstr>
      <vt:lpstr>Helvetica Neue</vt:lpstr>
      <vt:lpstr>Hanken Grotesk Medium</vt:lpstr>
      <vt:lpstr>Hanken Grotesk</vt:lpstr>
      <vt:lpstr>Inter</vt:lpstr>
      <vt:lpstr>Inter Medium</vt:lpstr>
      <vt:lpstr>Microsoft YaHei</vt:lpstr>
      <vt:lpstr>汉仪旗黑</vt:lpstr>
      <vt:lpstr>Arial Unicode MS</vt:lpstr>
      <vt:lpstr>Heiti SC Medium</vt:lpstr>
      <vt:lpstr>Calibri</vt:lpstr>
      <vt:lpstr>Helvetica Neue</vt:lpstr>
      <vt:lpstr>Outfit</vt:lpstr>
      <vt:lpstr>苹方-简</vt:lpstr>
      <vt:lpstr>Simple Light</vt:lpstr>
      <vt:lpstr>Simple Light</vt:lpstr>
      <vt:lpstr>Understanding Communication and Rapport</vt:lpstr>
      <vt:lpstr>PowerPoint 演示文稿</vt:lpstr>
      <vt:lpstr>Agenda</vt:lpstr>
      <vt:lpstr>Understanding the Communication Model</vt:lpstr>
      <vt:lpstr>Tips for Effective Communication</vt:lpstr>
      <vt:lpstr>Verbal vs. Nonverbal Communication</vt:lpstr>
      <vt:lpstr>Active Listening Skills</vt:lpstr>
      <vt:lpstr>Practicing Communication Skills</vt:lpstr>
      <vt:lpstr>Importance of Rapport in Communication</vt:lpstr>
      <vt:lpstr>Techniques for Building Rapport</vt:lpstr>
      <vt:lpstr>Rapport Building Exercise</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Communication and Rapport</dc:title>
  <dc:creator/>
  <cp:lastModifiedBy>apple</cp:lastModifiedBy>
  <cp:revision>1</cp:revision>
  <dcterms:created xsi:type="dcterms:W3CDTF">2024-11-03T12:53:59Z</dcterms:created>
  <dcterms:modified xsi:type="dcterms:W3CDTF">2024-11-03T12:53:59Z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3FC1635654DD716A6672276720A6C7B4_43</vt:lpwstr>
  </property>
  <property fmtid="{D5CDD505-2E9C-101B-9397-08002B2CF9AE}" pid="3" name="KSOProductBuildVer">
    <vt:lpwstr>1033-6.10.1.8203</vt:lpwstr>
  </property>
</Properties>
</file>