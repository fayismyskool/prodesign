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72"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9144000" cy="5143500"/>
  <p:notesSz cx="6858000" cy="9144000"/>
  <p:embeddedFontLst>
    <p:embeddedFont>
      <p:font typeface="Figtree SemiBold"/>
      <p:regular r:id="rId25"/>
    </p:embeddedFont>
    <p:embeddedFont>
      <p:font typeface="Playfair Display"/>
      <p:regular r:id="rId26"/>
    </p:embeddedFont>
    <p:embeddedFont>
      <p:font typeface="Helvetica Neue" panose="02000503000000020004"/>
      <p:regular r:id="rId27"/>
    </p:embeddedFont>
    <p:embeddedFont>
      <p:font typeface="Inter Medium"/>
      <p:regular r:id="rId28"/>
    </p:embeddedFont>
    <p:embeddedFont>
      <p:font typeface="Inter" panose="02000503000000020004"/>
      <p:regular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17"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B5269D-C029-4F7B-A885-4302A86CAA3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17"/>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0" name="Shape 280"/>
        <p:cNvGrpSpPr/>
        <p:nvPr/>
      </p:nvGrpSpPr>
      <p:grpSpPr>
        <a:xfrm>
          <a:off x="0" y="0"/>
          <a:ext cx="0" cy="0"/>
          <a:chOff x="0" y="0"/>
          <a:chExt cx="0" cy="0"/>
        </a:xfrm>
      </p:grpSpPr>
      <p:sp>
        <p:nvSpPr>
          <p:cNvPr id="281" name="Google Shape;281;SLIDES_API1068958779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SLIDES_API1068958779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8" name="Shape 498"/>
        <p:cNvGrpSpPr/>
        <p:nvPr/>
      </p:nvGrpSpPr>
      <p:grpSpPr>
        <a:xfrm>
          <a:off x="0" y="0"/>
          <a:ext cx="0" cy="0"/>
          <a:chOff x="0" y="0"/>
          <a:chExt cx="0" cy="0"/>
        </a:xfrm>
      </p:grpSpPr>
      <p:sp>
        <p:nvSpPr>
          <p:cNvPr id="499" name="Google Shape;499;SLIDES_API1068958779_367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SLIDES_API1068958779_36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7" name="Shape 287"/>
        <p:cNvGrpSpPr/>
        <p:nvPr/>
      </p:nvGrpSpPr>
      <p:grpSpPr>
        <a:xfrm>
          <a:off x="0" y="0"/>
          <a:ext cx="0" cy="0"/>
          <a:chOff x="0" y="0"/>
          <a:chExt cx="0" cy="0"/>
        </a:xfrm>
      </p:grpSpPr>
      <p:sp>
        <p:nvSpPr>
          <p:cNvPr id="288" name="Google Shape;288;SLIDES_API1068958779_23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SLIDES_API1068958779_2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4" name="Shape 294"/>
        <p:cNvGrpSpPr/>
        <p:nvPr/>
      </p:nvGrpSpPr>
      <p:grpSpPr>
        <a:xfrm>
          <a:off x="0" y="0"/>
          <a:ext cx="0" cy="0"/>
          <a:chOff x="0" y="0"/>
          <a:chExt cx="0" cy="0"/>
        </a:xfrm>
      </p:grpSpPr>
      <p:sp>
        <p:nvSpPr>
          <p:cNvPr id="295" name="Google Shape;295;SLIDES_API1068958779_47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SLIDES_API1068958779_47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6" name="Shape 306"/>
        <p:cNvGrpSpPr/>
        <p:nvPr/>
      </p:nvGrpSpPr>
      <p:grpSpPr>
        <a:xfrm>
          <a:off x="0" y="0"/>
          <a:ext cx="0" cy="0"/>
          <a:chOff x="0" y="0"/>
          <a:chExt cx="0" cy="0"/>
        </a:xfrm>
      </p:grpSpPr>
      <p:sp>
        <p:nvSpPr>
          <p:cNvPr id="307" name="Google Shape;307;SLIDES_API1068958779_7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SLIDES_API1068958779_7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9" name="Shape 319"/>
        <p:cNvGrpSpPr/>
        <p:nvPr/>
      </p:nvGrpSpPr>
      <p:grpSpPr>
        <a:xfrm>
          <a:off x="0" y="0"/>
          <a:ext cx="0" cy="0"/>
          <a:chOff x="0" y="0"/>
          <a:chExt cx="0" cy="0"/>
        </a:xfrm>
      </p:grpSpPr>
      <p:sp>
        <p:nvSpPr>
          <p:cNvPr id="320" name="Google Shape;320;SLIDES_API1068958779_95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SLIDES_API1068958779_95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2" name="Shape 342"/>
        <p:cNvGrpSpPr/>
        <p:nvPr/>
      </p:nvGrpSpPr>
      <p:grpSpPr>
        <a:xfrm>
          <a:off x="0" y="0"/>
          <a:ext cx="0" cy="0"/>
          <a:chOff x="0" y="0"/>
          <a:chExt cx="0" cy="0"/>
        </a:xfrm>
      </p:grpSpPr>
      <p:sp>
        <p:nvSpPr>
          <p:cNvPr id="343" name="Google Shape;343;SLIDES_API1068958779_120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SLIDES_API1068958779_120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5" name="Shape 365"/>
        <p:cNvGrpSpPr/>
        <p:nvPr/>
      </p:nvGrpSpPr>
      <p:grpSpPr>
        <a:xfrm>
          <a:off x="0" y="0"/>
          <a:ext cx="0" cy="0"/>
          <a:chOff x="0" y="0"/>
          <a:chExt cx="0" cy="0"/>
        </a:xfrm>
      </p:grpSpPr>
      <p:sp>
        <p:nvSpPr>
          <p:cNvPr id="366" name="Google Shape;366;SLIDES_API1068958779_145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SLIDES_API1068958779_14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1" name="Shape 381"/>
        <p:cNvGrpSpPr/>
        <p:nvPr/>
      </p:nvGrpSpPr>
      <p:grpSpPr>
        <a:xfrm>
          <a:off x="0" y="0"/>
          <a:ext cx="0" cy="0"/>
          <a:chOff x="0" y="0"/>
          <a:chExt cx="0" cy="0"/>
        </a:xfrm>
      </p:grpSpPr>
      <p:sp>
        <p:nvSpPr>
          <p:cNvPr id="382" name="Google Shape;382;SLIDES_API1068958779_170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SLIDES_API1068958779_170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9" name="Shape 399"/>
        <p:cNvGrpSpPr/>
        <p:nvPr/>
      </p:nvGrpSpPr>
      <p:grpSpPr>
        <a:xfrm>
          <a:off x="0" y="0"/>
          <a:ext cx="0" cy="0"/>
          <a:chOff x="0" y="0"/>
          <a:chExt cx="0" cy="0"/>
        </a:xfrm>
      </p:grpSpPr>
      <p:sp>
        <p:nvSpPr>
          <p:cNvPr id="400" name="Google Shape;400;SLIDES_API1068958779_195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SLIDES_API1068958779_195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4" name="Shape 414"/>
        <p:cNvGrpSpPr/>
        <p:nvPr/>
      </p:nvGrpSpPr>
      <p:grpSpPr>
        <a:xfrm>
          <a:off x="0" y="0"/>
          <a:ext cx="0" cy="0"/>
          <a:chOff x="0" y="0"/>
          <a:chExt cx="0" cy="0"/>
        </a:xfrm>
      </p:grpSpPr>
      <p:sp>
        <p:nvSpPr>
          <p:cNvPr id="415" name="Google Shape;415;SLIDES_API1068958779_219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SLIDES_API1068958779_219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24" name="Shape 424"/>
        <p:cNvGrpSpPr/>
        <p:nvPr/>
      </p:nvGrpSpPr>
      <p:grpSpPr>
        <a:xfrm>
          <a:off x="0" y="0"/>
          <a:ext cx="0" cy="0"/>
          <a:chOff x="0" y="0"/>
          <a:chExt cx="0" cy="0"/>
        </a:xfrm>
      </p:grpSpPr>
      <p:sp>
        <p:nvSpPr>
          <p:cNvPr id="425" name="Google Shape;425;SLIDES_API1068958779_244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SLIDES_API1068958779_24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34" name="Shape 434"/>
        <p:cNvGrpSpPr/>
        <p:nvPr/>
      </p:nvGrpSpPr>
      <p:grpSpPr>
        <a:xfrm>
          <a:off x="0" y="0"/>
          <a:ext cx="0" cy="0"/>
          <a:chOff x="0" y="0"/>
          <a:chExt cx="0" cy="0"/>
        </a:xfrm>
      </p:grpSpPr>
      <p:sp>
        <p:nvSpPr>
          <p:cNvPr id="435" name="Google Shape;435;SLIDES_API1068958779_268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SLIDES_API1068958779_26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9" name="Shape 449"/>
        <p:cNvGrpSpPr/>
        <p:nvPr/>
      </p:nvGrpSpPr>
      <p:grpSpPr>
        <a:xfrm>
          <a:off x="0" y="0"/>
          <a:ext cx="0" cy="0"/>
          <a:chOff x="0" y="0"/>
          <a:chExt cx="0" cy="0"/>
        </a:xfrm>
      </p:grpSpPr>
      <p:sp>
        <p:nvSpPr>
          <p:cNvPr id="450" name="Google Shape;450;SLIDES_API1068958779_292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SLIDES_API1068958779_29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2" name="Shape 472"/>
        <p:cNvGrpSpPr/>
        <p:nvPr/>
      </p:nvGrpSpPr>
      <p:grpSpPr>
        <a:xfrm>
          <a:off x="0" y="0"/>
          <a:ext cx="0" cy="0"/>
          <a:chOff x="0" y="0"/>
          <a:chExt cx="0" cy="0"/>
        </a:xfrm>
      </p:grpSpPr>
      <p:sp>
        <p:nvSpPr>
          <p:cNvPr id="473" name="Google Shape;473;SLIDES_API1068958779_318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SLIDES_API1068958779_318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2" name="Shape 492"/>
        <p:cNvGrpSpPr/>
        <p:nvPr/>
      </p:nvGrpSpPr>
      <p:grpSpPr>
        <a:xfrm>
          <a:off x="0" y="0"/>
          <a:ext cx="0" cy="0"/>
          <a:chOff x="0" y="0"/>
          <a:chExt cx="0" cy="0"/>
        </a:xfrm>
      </p:grpSpPr>
      <p:sp>
        <p:nvSpPr>
          <p:cNvPr id="493" name="Google Shape;493;SLIDES_API1068958779_343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SLIDES_API1068958779_34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498" name="Shape 498"/>
        <p:cNvGrpSpPr/>
        <p:nvPr/>
      </p:nvGrpSpPr>
      <p:grpSpPr>
        <a:xfrm>
          <a:off x="0" y="0"/>
          <a:ext cx="0" cy="0"/>
          <a:chOff x="0" y="0"/>
          <a:chExt cx="0" cy="0"/>
        </a:xfrm>
      </p:grpSpPr>
      <p:sp>
        <p:nvSpPr>
          <p:cNvPr id="499" name="Google Shape;499;SLIDES_API1068958779_3671: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SLIDES_API1068958779_367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matchingName="Graphic Sans">
  <p:cSld name="TITLE">
    <p:bg>
      <p:bgPr>
        <a:solidFill>
          <a:schemeClr val="dk1"/>
        </a:solidFill>
        <a:effectLst/>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570225" y="1545450"/>
            <a:ext cx="5601900" cy="2052600"/>
          </a:xfrm>
          <a:prstGeom prst="rect">
            <a:avLst/>
          </a:prstGeom>
        </p:spPr>
        <p:txBody>
          <a:bodyPr spcFirstLastPara="1" wrap="square" lIns="91425" tIns="91425" rIns="0" bIns="91425" anchor="ctr" anchorCtr="0">
            <a:normAutofit/>
          </a:bodyPr>
          <a:lstStyle>
            <a:lvl1pPr lvl="0">
              <a:lnSpc>
                <a:spcPct val="75000"/>
              </a:lnSpc>
              <a:spcBef>
                <a:spcPts val="0"/>
              </a:spcBef>
              <a:spcAft>
                <a:spcPts val="0"/>
              </a:spcAft>
              <a:buClr>
                <a:schemeClr val="lt1"/>
              </a:buClr>
              <a:buSzPts val="5200"/>
              <a:buNone/>
              <a:defRPr sz="5200">
                <a:solidFill>
                  <a:schemeClr val="lt1"/>
                </a:solidFill>
              </a:defRPr>
            </a:lvl1pPr>
            <a:lvl2pPr lvl="1">
              <a:lnSpc>
                <a:spcPct val="75000"/>
              </a:lnSpc>
              <a:spcBef>
                <a:spcPts val="0"/>
              </a:spcBef>
              <a:spcAft>
                <a:spcPts val="0"/>
              </a:spcAft>
              <a:buClr>
                <a:schemeClr val="lt1"/>
              </a:buClr>
              <a:buSzPts val="5200"/>
              <a:buNone/>
              <a:defRPr sz="5200">
                <a:solidFill>
                  <a:schemeClr val="lt1"/>
                </a:solidFill>
              </a:defRPr>
            </a:lvl2pPr>
            <a:lvl3pPr lvl="2">
              <a:lnSpc>
                <a:spcPct val="75000"/>
              </a:lnSpc>
              <a:spcBef>
                <a:spcPts val="0"/>
              </a:spcBef>
              <a:spcAft>
                <a:spcPts val="0"/>
              </a:spcAft>
              <a:buClr>
                <a:schemeClr val="lt1"/>
              </a:buClr>
              <a:buSzPts val="5200"/>
              <a:buNone/>
              <a:defRPr sz="5200">
                <a:solidFill>
                  <a:schemeClr val="lt1"/>
                </a:solidFill>
              </a:defRPr>
            </a:lvl3pPr>
            <a:lvl4pPr lvl="3">
              <a:lnSpc>
                <a:spcPct val="75000"/>
              </a:lnSpc>
              <a:spcBef>
                <a:spcPts val="0"/>
              </a:spcBef>
              <a:spcAft>
                <a:spcPts val="0"/>
              </a:spcAft>
              <a:buClr>
                <a:schemeClr val="lt1"/>
              </a:buClr>
              <a:buSzPts val="5200"/>
              <a:buNone/>
              <a:defRPr sz="5200">
                <a:solidFill>
                  <a:schemeClr val="lt1"/>
                </a:solidFill>
              </a:defRPr>
            </a:lvl4pPr>
            <a:lvl5pPr lvl="4">
              <a:lnSpc>
                <a:spcPct val="75000"/>
              </a:lnSpc>
              <a:spcBef>
                <a:spcPts val="0"/>
              </a:spcBef>
              <a:spcAft>
                <a:spcPts val="0"/>
              </a:spcAft>
              <a:buClr>
                <a:schemeClr val="lt1"/>
              </a:buClr>
              <a:buSzPts val="5200"/>
              <a:buNone/>
              <a:defRPr sz="5200">
                <a:solidFill>
                  <a:schemeClr val="lt1"/>
                </a:solidFill>
              </a:defRPr>
            </a:lvl5pPr>
            <a:lvl6pPr lvl="5">
              <a:lnSpc>
                <a:spcPct val="75000"/>
              </a:lnSpc>
              <a:spcBef>
                <a:spcPts val="0"/>
              </a:spcBef>
              <a:spcAft>
                <a:spcPts val="0"/>
              </a:spcAft>
              <a:buClr>
                <a:schemeClr val="lt1"/>
              </a:buClr>
              <a:buSzPts val="5200"/>
              <a:buNone/>
              <a:defRPr sz="5200">
                <a:solidFill>
                  <a:schemeClr val="lt1"/>
                </a:solidFill>
              </a:defRPr>
            </a:lvl6pPr>
            <a:lvl7pPr lvl="6">
              <a:lnSpc>
                <a:spcPct val="75000"/>
              </a:lnSpc>
              <a:spcBef>
                <a:spcPts val="0"/>
              </a:spcBef>
              <a:spcAft>
                <a:spcPts val="0"/>
              </a:spcAft>
              <a:buClr>
                <a:schemeClr val="lt1"/>
              </a:buClr>
              <a:buSzPts val="5200"/>
              <a:buNone/>
              <a:defRPr sz="5200">
                <a:solidFill>
                  <a:schemeClr val="lt1"/>
                </a:solidFill>
              </a:defRPr>
            </a:lvl7pPr>
            <a:lvl8pPr lvl="7">
              <a:lnSpc>
                <a:spcPct val="75000"/>
              </a:lnSpc>
              <a:spcBef>
                <a:spcPts val="0"/>
              </a:spcBef>
              <a:spcAft>
                <a:spcPts val="0"/>
              </a:spcAft>
              <a:buClr>
                <a:schemeClr val="lt1"/>
              </a:buClr>
              <a:buSzPts val="5200"/>
              <a:buNone/>
              <a:defRPr sz="5200">
                <a:solidFill>
                  <a:schemeClr val="lt1"/>
                </a:solidFill>
              </a:defRPr>
            </a:lvl8pPr>
            <a:lvl9pPr lvl="8">
              <a:lnSpc>
                <a:spcPct val="75000"/>
              </a:lnSpc>
              <a:spcBef>
                <a:spcPts val="0"/>
              </a:spcBef>
              <a:spcAft>
                <a:spcPts val="0"/>
              </a:spcAft>
              <a:buClr>
                <a:schemeClr val="lt1"/>
              </a:buClr>
              <a:buSzPts val="5200"/>
              <a:buNone/>
              <a:defRPr sz="5200">
                <a:solidFill>
                  <a:schemeClr val="lt1"/>
                </a:solidFill>
              </a:defRPr>
            </a:lvl9pPr>
          </a:lstStyle>
          <a:p/>
        </p:txBody>
      </p:sp>
      <p:sp>
        <p:nvSpPr>
          <p:cNvPr id="56" name="Google Shape;56;p14"/>
          <p:cNvSpPr txBox="1"/>
          <p:nvPr>
            <p:ph type="subTitle" idx="1"/>
          </p:nvPr>
        </p:nvSpPr>
        <p:spPr>
          <a:xfrm>
            <a:off x="914400" y="4120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sp>
        <p:nvSpPr>
          <p:cNvPr id="57" name="Google Shape;57;p1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58" name="Google Shape;58;p14"/>
          <p:cNvSpPr txBox="1"/>
          <p:nvPr>
            <p:ph type="subTitle" idx="2"/>
          </p:nvPr>
        </p:nvSpPr>
        <p:spPr>
          <a:xfrm>
            <a:off x="914400" y="3502125"/>
            <a:ext cx="4680900" cy="4518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1pPr>
            <a:lvl2pPr lvl="1">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2pPr>
            <a:lvl3pPr lvl="2">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3pPr>
            <a:lvl4pPr lvl="3">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4pPr>
            <a:lvl5pPr lvl="4">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5pPr>
            <a:lvl6pPr lvl="5">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6pPr>
            <a:lvl7pPr lvl="6">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7pPr>
            <a:lvl8pPr lvl="7">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8pPr>
            <a:lvl9pPr lvl="8">
              <a:lnSpc>
                <a:spcPct val="100000"/>
              </a:lnSpc>
              <a:spcBef>
                <a:spcPts val="0"/>
              </a:spcBef>
              <a:spcAft>
                <a:spcPts val="0"/>
              </a:spcAft>
              <a:buClr>
                <a:schemeClr val="lt1"/>
              </a:buClr>
              <a:buSzPts val="1800"/>
              <a:buFont typeface="Inter Medium"/>
              <a:buNone/>
              <a:defRPr sz="1800">
                <a:solidFill>
                  <a:schemeClr val="lt1"/>
                </a:solidFill>
                <a:latin typeface="Inter Medium"/>
                <a:ea typeface="Inter Medium"/>
                <a:cs typeface="Inter Medium"/>
                <a:sym typeface="Inter Medium"/>
              </a:defRPr>
            </a:lvl9pPr>
          </a:lstStyle>
          <a:p/>
        </p:txBody>
      </p:sp>
      <p:graphicFrame>
        <p:nvGraphicFramePr>
          <p:cNvPr id="59" name="Google Shape;59;p14"/>
          <p:cNvGraphicFramePr/>
          <p:nvPr/>
        </p:nvGraphicFramePr>
        <p:xfrm>
          <a:off x="457200" y="514350"/>
          <a:ext cx="8229600" cy="4114800"/>
        </p:xfrm>
        <a:graphic>
          <a:graphicData uri="http://schemas.openxmlformats.org/drawingml/2006/table">
            <a:tbl>
              <a:tblPr>
                <a:noFill/>
                <a:tableStyleId>{77B5269D-C029-4F7B-A885-4302A86CAA35}</a:tableStyleId>
              </a:tblPr>
              <a:tblGrid>
                <a:gridCol w="2743200"/>
                <a:gridCol w="2743200"/>
                <a:gridCol w="2743200"/>
              </a:tblGrid>
              <a:tr h="1371600">
                <a:tc rowSpan="2"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2" h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vMerge="1" gridSpan="2">
                  <a:tcPr/>
                </a:tc>
                <a:tc vMerge="1" hMerge="1">
                  <a:tcPr/>
                </a:tc>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vMerge="1">
                  <a:tcPr/>
                </a:tc>
              </a:tr>
            </a:tbl>
          </a:graphicData>
        </a:graphic>
      </p:graphicFrame>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60" name="Shape 60"/>
        <p:cNvGrpSpPr/>
        <p:nvPr/>
      </p:nvGrpSpPr>
      <p:grpSpPr>
        <a:xfrm>
          <a:off x="0" y="0"/>
          <a:ext cx="0" cy="0"/>
          <a:chOff x="0" y="0"/>
          <a:chExt cx="0" cy="0"/>
        </a:xfrm>
      </p:grpSpPr>
      <p:sp>
        <p:nvSpPr>
          <p:cNvPr id="61" name="Google Shape;61;p15"/>
          <p:cNvSpPr txBox="1"/>
          <p:nvPr>
            <p:ph type="title"/>
          </p:nvPr>
        </p:nvSpPr>
        <p:spPr>
          <a:xfrm>
            <a:off x="311700" y="2150850"/>
            <a:ext cx="8520600" cy="841800"/>
          </a:xfrm>
          <a:prstGeom prst="rect">
            <a:avLst/>
          </a:prstGeom>
        </p:spPr>
        <p:txBody>
          <a:bodyPr spcFirstLastPara="1" wrap="square" lIns="91425" tIns="91425" rIns="0"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2" name="Google Shape;62;p1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63" name="Shape 63"/>
        <p:cNvGrpSpPr/>
        <p:nvPr/>
      </p:nvGrpSpPr>
      <p:grpSpPr>
        <a:xfrm>
          <a:off x="0" y="0"/>
          <a:ext cx="0" cy="0"/>
          <a:chOff x="0" y="0"/>
          <a:chExt cx="0" cy="0"/>
        </a:xfrm>
      </p:grpSpPr>
      <p:sp>
        <p:nvSpPr>
          <p:cNvPr id="64" name="Google Shape;64;p16"/>
          <p:cNvSpPr txBox="1"/>
          <p:nvPr>
            <p:ph type="title"/>
          </p:nvPr>
        </p:nvSpPr>
        <p:spPr>
          <a:xfrm>
            <a:off x="457200" y="342900"/>
            <a:ext cx="7782900" cy="572700"/>
          </a:xfrm>
          <a:prstGeom prst="rect">
            <a:avLst/>
          </a:prstGeom>
        </p:spPr>
        <p:txBody>
          <a:bodyPr spcFirstLastPara="1" wrap="square" lIns="91425" tIns="91425" rIns="0" bIns="91425" anchor="b"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65" name="Google Shape;65;p16"/>
          <p:cNvSpPr txBox="1"/>
          <p:nvPr>
            <p:ph type="body" idx="1"/>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66" name="Google Shape;66;p1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2">
  <p:cSld name="TITLE_AND_BODY_3">
    <p:spTree>
      <p:nvGrpSpPr>
        <p:cNvPr id="67" name="Shape 67"/>
        <p:cNvGrpSpPr/>
        <p:nvPr/>
      </p:nvGrpSpPr>
      <p:grpSpPr>
        <a:xfrm>
          <a:off x="0" y="0"/>
          <a:ext cx="0" cy="0"/>
          <a:chOff x="0" y="0"/>
          <a:chExt cx="0" cy="0"/>
        </a:xfrm>
      </p:grpSpPr>
      <p:graphicFrame>
        <p:nvGraphicFramePr>
          <p:cNvPr id="68" name="Google Shape;68;p17"/>
          <p:cNvGraphicFramePr/>
          <p:nvPr/>
        </p:nvGraphicFramePr>
        <p:xfrm>
          <a:off x="457200" y="514350"/>
          <a:ext cx="8229950" cy="4114800"/>
        </p:xfrm>
        <a:graphic>
          <a:graphicData uri="http://schemas.openxmlformats.org/drawingml/2006/table">
            <a:tbl>
              <a:tblPr>
                <a:noFill/>
                <a:tableStyleId>{77B5269D-C029-4F7B-A885-4302A86CAA35}</a:tableStyleId>
              </a:tblPr>
              <a:tblGrid>
                <a:gridCol w="4114975"/>
                <a:gridCol w="4114975"/>
              </a:tblGrid>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27432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69" name="Google Shape;69;p17"/>
          <p:cNvSpPr txBox="1"/>
          <p:nvPr>
            <p:ph type="title"/>
          </p:nvPr>
        </p:nvSpPr>
        <p:spPr>
          <a:xfrm>
            <a:off x="457200" y="514350"/>
            <a:ext cx="8229900" cy="685800"/>
          </a:xfrm>
          <a:prstGeom prst="rect">
            <a:avLst/>
          </a:prstGeom>
        </p:spPr>
        <p:txBody>
          <a:bodyPr spcFirstLastPara="1" wrap="square" lIns="91425" tIns="91425" rIns="0" bIns="91425" anchor="b"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70" name="Google Shape;70;p17"/>
          <p:cNvSpPr txBox="1"/>
          <p:nvPr>
            <p:ph type="body" idx="1"/>
          </p:nvPr>
        </p:nvSpPr>
        <p:spPr>
          <a:xfrm>
            <a:off x="457200" y="1885950"/>
            <a:ext cx="4115100" cy="2743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71" name="Google Shape;71;p1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2 1">
  <p:cSld name="TITLE_AND_BODY_3_1">
    <p:spTree>
      <p:nvGrpSpPr>
        <p:cNvPr id="72" name="Shape 72"/>
        <p:cNvGrpSpPr/>
        <p:nvPr/>
      </p:nvGrpSpPr>
      <p:grpSpPr>
        <a:xfrm>
          <a:off x="0" y="0"/>
          <a:ext cx="0" cy="0"/>
          <a:chOff x="0" y="0"/>
          <a:chExt cx="0" cy="0"/>
        </a:xfrm>
      </p:grpSpPr>
      <p:sp>
        <p:nvSpPr>
          <p:cNvPr id="73" name="Google Shape;73;p18"/>
          <p:cNvSpPr txBox="1"/>
          <p:nvPr>
            <p:ph type="title"/>
          </p:nvPr>
        </p:nvSpPr>
        <p:spPr>
          <a:xfrm>
            <a:off x="457200" y="342900"/>
            <a:ext cx="7782900" cy="572700"/>
          </a:xfrm>
          <a:prstGeom prst="rect">
            <a:avLst/>
          </a:prstGeom>
        </p:spPr>
        <p:txBody>
          <a:bodyPr spcFirstLastPara="1" wrap="square" lIns="91425" tIns="91425" rIns="0" bIns="91425" anchor="b"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74" name="Google Shape;74;p18"/>
          <p:cNvSpPr txBox="1"/>
          <p:nvPr>
            <p:ph type="body" idx="1"/>
          </p:nvPr>
        </p:nvSpPr>
        <p:spPr>
          <a:xfrm>
            <a:off x="457200" y="915600"/>
            <a:ext cx="5709600" cy="3653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75" name="Google Shape;75;p1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graphicFrame>
        <p:nvGraphicFramePr>
          <p:cNvPr id="76" name="Google Shape;76;p18"/>
          <p:cNvGraphicFramePr/>
          <p:nvPr/>
        </p:nvGraphicFramePr>
        <p:xfrm>
          <a:off x="457200" y="514350"/>
          <a:ext cx="8229950" cy="4114800"/>
        </p:xfrm>
        <a:graphic>
          <a:graphicData uri="http://schemas.openxmlformats.org/drawingml/2006/table">
            <a:tbl>
              <a:tblPr>
                <a:noFill/>
                <a:tableStyleId>{77B5269D-C029-4F7B-A885-4302A86CAA35}</a:tableStyleId>
              </a:tblPr>
              <a:tblGrid>
                <a:gridCol w="4114975"/>
                <a:gridCol w="4114975"/>
              </a:tblGrid>
              <a:tr h="4114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tatement">
  <p:cSld name="TITLE_AND_BODY_3_1_1">
    <p:spTree>
      <p:nvGrpSpPr>
        <p:cNvPr id="77" name="Shape 77"/>
        <p:cNvGrpSpPr/>
        <p:nvPr/>
      </p:nvGrpSpPr>
      <p:grpSpPr>
        <a:xfrm>
          <a:off x="0" y="0"/>
          <a:ext cx="0" cy="0"/>
          <a:chOff x="0" y="0"/>
          <a:chExt cx="0" cy="0"/>
        </a:xfrm>
      </p:grpSpPr>
      <p:graphicFrame>
        <p:nvGraphicFramePr>
          <p:cNvPr id="78" name="Google Shape;78;p19"/>
          <p:cNvGraphicFramePr/>
          <p:nvPr/>
        </p:nvGraphicFramePr>
        <p:xfrm>
          <a:off x="457200" y="514350"/>
          <a:ext cx="8229300" cy="4114800"/>
        </p:xfrm>
        <a:graphic>
          <a:graphicData uri="http://schemas.openxmlformats.org/drawingml/2006/table">
            <a:tbl>
              <a:tblPr>
                <a:noFill/>
                <a:tableStyleId>{77B5269D-C029-4F7B-A885-4302A86CAA35}</a:tableStyleId>
              </a:tblPr>
              <a:tblGrid>
                <a:gridCol w="685775"/>
                <a:gridCol w="4800425"/>
                <a:gridCol w="2743100"/>
              </a:tblGrid>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3">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vMerge="1">
                  <a:tcPr/>
                </a:tc>
                <a:tc vMerge="1">
                  <a:tcPr/>
                </a:tc>
              </a:tr>
              <a:tr h="2743200">
                <a:tc vMerge="1">
                  <a:tcPr/>
                </a:tc>
                <a:tc v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79" name="Google Shape;79;p19"/>
          <p:cNvSpPr txBox="1"/>
          <p:nvPr>
            <p:ph type="title"/>
          </p:nvPr>
        </p:nvSpPr>
        <p:spPr>
          <a:xfrm>
            <a:off x="1142975" y="514350"/>
            <a:ext cx="4800300" cy="4114800"/>
          </a:xfrm>
          <a:prstGeom prst="rect">
            <a:avLst/>
          </a:prstGeom>
        </p:spPr>
        <p:txBody>
          <a:bodyPr spcFirstLastPara="1" wrap="square" lIns="91425" tIns="91425" rIns="0" bIns="91425" anchor="ctr" anchorCtr="0">
            <a:normAutofit/>
          </a:bodyPr>
          <a:lstStyle>
            <a:lvl1pPr lvl="0">
              <a:spcBef>
                <a:spcPts val="0"/>
              </a:spcBef>
              <a:spcAft>
                <a:spcPts val="0"/>
              </a:spcAft>
              <a:buSzPts val="2900"/>
              <a:buNone/>
              <a:defRPr sz="2900"/>
            </a:lvl1pPr>
            <a:lvl2pPr lvl="1">
              <a:spcBef>
                <a:spcPts val="0"/>
              </a:spcBef>
              <a:spcAft>
                <a:spcPts val="0"/>
              </a:spcAft>
              <a:buSzPts val="2900"/>
              <a:buNone/>
              <a:defRPr sz="2900"/>
            </a:lvl2pPr>
            <a:lvl3pPr lvl="2">
              <a:spcBef>
                <a:spcPts val="0"/>
              </a:spcBef>
              <a:spcAft>
                <a:spcPts val="0"/>
              </a:spcAft>
              <a:buSzPts val="2900"/>
              <a:buNone/>
              <a:defRPr sz="2900"/>
            </a:lvl3pPr>
            <a:lvl4pPr lvl="3">
              <a:spcBef>
                <a:spcPts val="0"/>
              </a:spcBef>
              <a:spcAft>
                <a:spcPts val="0"/>
              </a:spcAft>
              <a:buSzPts val="2900"/>
              <a:buNone/>
              <a:defRPr sz="2900"/>
            </a:lvl4pPr>
            <a:lvl5pPr lvl="4">
              <a:spcBef>
                <a:spcPts val="0"/>
              </a:spcBef>
              <a:spcAft>
                <a:spcPts val="0"/>
              </a:spcAft>
              <a:buSzPts val="2900"/>
              <a:buNone/>
              <a:defRPr sz="2900"/>
            </a:lvl5pPr>
            <a:lvl6pPr lvl="5">
              <a:spcBef>
                <a:spcPts val="0"/>
              </a:spcBef>
              <a:spcAft>
                <a:spcPts val="0"/>
              </a:spcAft>
              <a:buSzPts val="2900"/>
              <a:buNone/>
              <a:defRPr sz="2900"/>
            </a:lvl6pPr>
            <a:lvl7pPr lvl="6">
              <a:spcBef>
                <a:spcPts val="0"/>
              </a:spcBef>
              <a:spcAft>
                <a:spcPts val="0"/>
              </a:spcAft>
              <a:buSzPts val="2900"/>
              <a:buNone/>
              <a:defRPr sz="2900"/>
            </a:lvl7pPr>
            <a:lvl8pPr lvl="7">
              <a:spcBef>
                <a:spcPts val="0"/>
              </a:spcBef>
              <a:spcAft>
                <a:spcPts val="0"/>
              </a:spcAft>
              <a:buSzPts val="2900"/>
              <a:buNone/>
              <a:defRPr sz="2900"/>
            </a:lvl8pPr>
            <a:lvl9pPr lvl="8">
              <a:spcBef>
                <a:spcPts val="0"/>
              </a:spcBef>
              <a:spcAft>
                <a:spcPts val="0"/>
              </a:spcAft>
              <a:buSzPts val="2900"/>
              <a:buNone/>
              <a:defRPr sz="2900"/>
            </a:lvl9pPr>
          </a:lstStyle>
          <a:p/>
        </p:txBody>
      </p:sp>
      <p:sp>
        <p:nvSpPr>
          <p:cNvPr id="80" name="Google Shape;80;p19"/>
          <p:cNvSpPr txBox="1"/>
          <p:nvPr>
            <p:ph type="body" idx="1"/>
          </p:nvPr>
        </p:nvSpPr>
        <p:spPr>
          <a:xfrm>
            <a:off x="5943400" y="1885950"/>
            <a:ext cx="2743200" cy="2743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81" name="Google Shape;81;p1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1">
  <p:cSld name="TITLE_AND_BODY_2">
    <p:spTree>
      <p:nvGrpSpPr>
        <p:cNvPr id="82" name="Shape 82"/>
        <p:cNvGrpSpPr/>
        <p:nvPr/>
      </p:nvGrpSpPr>
      <p:grpSpPr>
        <a:xfrm>
          <a:off x="0" y="0"/>
          <a:ext cx="0" cy="0"/>
          <a:chOff x="0" y="0"/>
          <a:chExt cx="0" cy="0"/>
        </a:xfrm>
      </p:grpSpPr>
      <p:sp>
        <p:nvSpPr>
          <p:cNvPr id="83" name="Google Shape;83;p20"/>
          <p:cNvSpPr txBox="1"/>
          <p:nvPr>
            <p:ph type="title"/>
          </p:nvPr>
        </p:nvSpPr>
        <p:spPr>
          <a:xfrm>
            <a:off x="457200" y="356200"/>
            <a:ext cx="5259000" cy="572700"/>
          </a:xfrm>
          <a:prstGeom prst="rect">
            <a:avLst/>
          </a:prstGeom>
        </p:spPr>
        <p:txBody>
          <a:bodyPr spcFirstLastPara="1" wrap="square" lIns="91425" tIns="91425" rIns="0" bIns="91425" anchor="b"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4" name="Google Shape;84;p20"/>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85" name="Google Shape;85;p2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4 sections">
  <p:cSld name="TITLE_AND_BODY_2_7">
    <p:spTree>
      <p:nvGrpSpPr>
        <p:cNvPr id="86" name="Shape 86"/>
        <p:cNvGrpSpPr/>
        <p:nvPr/>
      </p:nvGrpSpPr>
      <p:grpSpPr>
        <a:xfrm>
          <a:off x="0" y="0"/>
          <a:ext cx="0" cy="0"/>
          <a:chOff x="0" y="0"/>
          <a:chExt cx="0" cy="0"/>
        </a:xfrm>
      </p:grpSpPr>
      <p:graphicFrame>
        <p:nvGraphicFramePr>
          <p:cNvPr id="87" name="Google Shape;87;p21"/>
          <p:cNvGraphicFramePr/>
          <p:nvPr/>
        </p:nvGraphicFramePr>
        <p:xfrm>
          <a:off x="457200" y="514350"/>
          <a:ext cx="8229300" cy="4114800"/>
        </p:xfrm>
        <a:graphic>
          <a:graphicData uri="http://schemas.openxmlformats.org/drawingml/2006/table">
            <a:tbl>
              <a:tblPr>
                <a:noFill/>
                <a:tableStyleId>{77B5269D-C029-4F7B-A885-4302A86CAA35}</a:tableStyleId>
              </a:tblPr>
              <a:tblGrid>
                <a:gridCol w="3428875"/>
                <a:gridCol w="3428875"/>
                <a:gridCol w="1371550"/>
              </a:tblGrid>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2743200">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vMerge="1">
                  <a:tcPr/>
                </a:tc>
                <a:tc v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88" name="Google Shape;88;p21"/>
          <p:cNvSpPr txBox="1"/>
          <p:nvPr>
            <p:ph type="title"/>
          </p:nvPr>
        </p:nvSpPr>
        <p:spPr>
          <a:xfrm>
            <a:off x="457200" y="514350"/>
            <a:ext cx="68577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89" name="Google Shape;89;p21"/>
          <p:cNvSpPr txBox="1"/>
          <p:nvPr>
            <p:ph type="body" idx="1"/>
          </p:nvPr>
        </p:nvSpPr>
        <p:spPr>
          <a:xfrm>
            <a:off x="457200" y="1650100"/>
            <a:ext cx="3429000" cy="8142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90" name="Google Shape;90;p2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ree section horizontal">
  <p:cSld name="TITLE_AND_BODY_2_6">
    <p:spTree>
      <p:nvGrpSpPr>
        <p:cNvPr id="91" name="Shape 91"/>
        <p:cNvGrpSpPr/>
        <p:nvPr/>
      </p:nvGrpSpPr>
      <p:grpSpPr>
        <a:xfrm>
          <a:off x="0" y="0"/>
          <a:ext cx="0" cy="0"/>
          <a:chOff x="0" y="0"/>
          <a:chExt cx="0" cy="0"/>
        </a:xfrm>
      </p:grpSpPr>
      <p:graphicFrame>
        <p:nvGraphicFramePr>
          <p:cNvPr id="92" name="Google Shape;92;p22"/>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743100"/>
                <a:gridCol w="4114650"/>
                <a:gridCol w="1371550"/>
              </a:tblGrid>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34290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93" name="Google Shape;93;p22"/>
          <p:cNvSpPr txBox="1"/>
          <p:nvPr>
            <p:ph type="title"/>
          </p:nvPr>
        </p:nvSpPr>
        <p:spPr>
          <a:xfrm>
            <a:off x="457200" y="514350"/>
            <a:ext cx="68577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4" name="Google Shape;94;p22"/>
          <p:cNvSpPr txBox="1"/>
          <p:nvPr>
            <p:ph type="body" idx="1"/>
          </p:nvPr>
        </p:nvSpPr>
        <p:spPr>
          <a:xfrm>
            <a:off x="3200300" y="1200150"/>
            <a:ext cx="4114500" cy="10770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95" name="Google Shape;95;p2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body 1 5">
  <p:cSld name="TITLE_AND_BODY_2_5">
    <p:spTree>
      <p:nvGrpSpPr>
        <p:cNvPr id="96" name="Shape 96"/>
        <p:cNvGrpSpPr/>
        <p:nvPr/>
      </p:nvGrpSpPr>
      <p:grpSpPr>
        <a:xfrm>
          <a:off x="0" y="0"/>
          <a:ext cx="0" cy="0"/>
          <a:chOff x="0" y="0"/>
          <a:chExt cx="0" cy="0"/>
        </a:xfrm>
      </p:grpSpPr>
      <p:graphicFrame>
        <p:nvGraphicFramePr>
          <p:cNvPr id="97" name="Google Shape;97;p23"/>
          <p:cNvGraphicFramePr/>
          <p:nvPr/>
        </p:nvGraphicFramePr>
        <p:xfrm>
          <a:off x="457350" y="505338"/>
          <a:ext cx="8229300" cy="4157875"/>
        </p:xfrm>
        <a:graphic>
          <a:graphicData uri="http://schemas.openxmlformats.org/drawingml/2006/table">
            <a:tbl>
              <a:tblPr>
                <a:noFill/>
                <a:tableStyleId>{77B5269D-C029-4F7B-A885-4302A86CAA35}</a:tableStyleId>
              </a:tblPr>
              <a:tblGrid>
                <a:gridCol w="7543525"/>
                <a:gridCol w="685775"/>
              </a:tblGrid>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7270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745075">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vMerge="1">
                  <a:tcPr/>
                </a:tc>
              </a:tr>
            </a:tbl>
          </a:graphicData>
        </a:graphic>
      </p:graphicFrame>
      <p:sp>
        <p:nvSpPr>
          <p:cNvPr id="98" name="Google Shape;98;p23"/>
          <p:cNvSpPr txBox="1"/>
          <p:nvPr>
            <p:ph type="title"/>
          </p:nvPr>
        </p:nvSpPr>
        <p:spPr>
          <a:xfrm>
            <a:off x="457350" y="505350"/>
            <a:ext cx="75435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99" name="Google Shape;99;p23"/>
          <p:cNvSpPr txBox="1"/>
          <p:nvPr>
            <p:ph type="body" idx="1"/>
          </p:nvPr>
        </p:nvSpPr>
        <p:spPr>
          <a:xfrm>
            <a:off x="2742000" y="1191150"/>
            <a:ext cx="5259000" cy="17271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00" name="Google Shape;100;p2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1 4">
  <p:cSld name="TITLE_AND_BODY_2_4">
    <p:spTree>
      <p:nvGrpSpPr>
        <p:cNvPr id="101" name="Shape 101"/>
        <p:cNvGrpSpPr/>
        <p:nvPr/>
      </p:nvGrpSpPr>
      <p:grpSpPr>
        <a:xfrm>
          <a:off x="0" y="0"/>
          <a:ext cx="0" cy="0"/>
          <a:chOff x="0" y="0"/>
          <a:chExt cx="0" cy="0"/>
        </a:xfrm>
      </p:grpSpPr>
      <p:sp>
        <p:nvSpPr>
          <p:cNvPr id="102" name="Google Shape;102;p24"/>
          <p:cNvSpPr txBox="1"/>
          <p:nvPr>
            <p:ph type="title"/>
          </p:nvPr>
        </p:nvSpPr>
        <p:spPr>
          <a:xfrm>
            <a:off x="457200" y="356200"/>
            <a:ext cx="5259000" cy="572700"/>
          </a:xfrm>
          <a:prstGeom prst="rect">
            <a:avLst/>
          </a:prstGeom>
        </p:spPr>
        <p:txBody>
          <a:bodyPr spcFirstLastPara="1" wrap="square" lIns="91425" tIns="91425" rIns="0" bIns="91425" anchor="b"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3" name="Google Shape;103;p24"/>
          <p:cNvSpPr txBox="1"/>
          <p:nvPr>
            <p:ph type="body" idx="1"/>
          </p:nvPr>
        </p:nvSpPr>
        <p:spPr>
          <a:xfrm>
            <a:off x="457200" y="928900"/>
            <a:ext cx="5259000" cy="36534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04" name="Google Shape;104;p2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graphicFrame>
        <p:nvGraphicFramePr>
          <p:cNvPr id="105" name="Google Shape;105;p24"/>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743100"/>
                <a:gridCol w="2743100"/>
                <a:gridCol w="2743100"/>
              </a:tblGrid>
              <a:tr h="685800">
                <a:tc rowSpan="3">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r>
              <a:tr h="685800">
                <a:tc v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vMerge="1">
                  <a:tcPr/>
                </a:tc>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vMerge="1">
                  <a:tcPr/>
                </a:tc>
                <a:tc vMerge="1">
                  <a:tcPr/>
                </a:tc>
              </a:tr>
            </a:tbl>
          </a:graphicData>
        </a:graphic>
      </p:graphicFrame>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1 4 2">
  <p:cSld name="TITLE_AND_BODY_2_4_2">
    <p:spTree>
      <p:nvGrpSpPr>
        <p:cNvPr id="106" name="Shape 106"/>
        <p:cNvGrpSpPr/>
        <p:nvPr/>
      </p:nvGrpSpPr>
      <p:grpSpPr>
        <a:xfrm>
          <a:off x="0" y="0"/>
          <a:ext cx="0" cy="0"/>
          <a:chOff x="0" y="0"/>
          <a:chExt cx="0" cy="0"/>
        </a:xfrm>
      </p:grpSpPr>
      <p:graphicFrame>
        <p:nvGraphicFramePr>
          <p:cNvPr id="107" name="Google Shape;107;p25"/>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057325"/>
                <a:gridCol w="2057325"/>
                <a:gridCol w="2057325"/>
                <a:gridCol w="2057325"/>
              </a:tblGrid>
              <a:tr h="685800">
                <a:tc gridSpan="4">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c hMerge="1">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27432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08" name="Google Shape;108;p25"/>
          <p:cNvSpPr txBox="1"/>
          <p:nvPr>
            <p:ph type="title"/>
          </p:nvPr>
        </p:nvSpPr>
        <p:spPr>
          <a:xfrm>
            <a:off x="457200" y="514350"/>
            <a:ext cx="54861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09" name="Google Shape;109;p25"/>
          <p:cNvSpPr txBox="1"/>
          <p:nvPr>
            <p:ph type="body" idx="1"/>
          </p:nvPr>
        </p:nvSpPr>
        <p:spPr>
          <a:xfrm>
            <a:off x="457200" y="1885950"/>
            <a:ext cx="2057400" cy="2743200"/>
          </a:xfrm>
          <a:prstGeom prst="rect">
            <a:avLst/>
          </a:prstGeom>
        </p:spPr>
        <p:txBody>
          <a:bodyPr spcFirstLastPara="1" wrap="square" lIns="0"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1500"/>
              </a:spcBef>
              <a:spcAft>
                <a:spcPts val="0"/>
              </a:spcAft>
              <a:buSzPts val="1200"/>
              <a:buChar char="•"/>
              <a:defRPr sz="1200"/>
            </a:lvl2pPr>
            <a:lvl3pPr marL="1371600" lvl="2" indent="-304800">
              <a:spcBef>
                <a:spcPts val="1500"/>
              </a:spcBef>
              <a:spcAft>
                <a:spcPts val="0"/>
              </a:spcAft>
              <a:buSzPts val="1200"/>
              <a:buChar char="•"/>
              <a:defRPr sz="1200"/>
            </a:lvl3pPr>
            <a:lvl4pPr marL="1828800" lvl="3" indent="-304800">
              <a:spcBef>
                <a:spcPts val="1500"/>
              </a:spcBef>
              <a:spcAft>
                <a:spcPts val="0"/>
              </a:spcAft>
              <a:buSzPts val="1200"/>
              <a:buChar char="•"/>
              <a:defRPr sz="1200"/>
            </a:lvl4pPr>
            <a:lvl5pPr marL="2286000" lvl="4" indent="-304800">
              <a:spcBef>
                <a:spcPts val="1500"/>
              </a:spcBef>
              <a:spcAft>
                <a:spcPts val="0"/>
              </a:spcAft>
              <a:buSzPts val="1200"/>
              <a:buChar char="•"/>
              <a:defRPr sz="1200"/>
            </a:lvl5pPr>
            <a:lvl6pPr marL="2743200" lvl="5" indent="-304800">
              <a:spcBef>
                <a:spcPts val="1500"/>
              </a:spcBef>
              <a:spcAft>
                <a:spcPts val="0"/>
              </a:spcAft>
              <a:buSzPts val="1200"/>
              <a:buChar char="•"/>
              <a:defRPr sz="1200"/>
            </a:lvl6pPr>
            <a:lvl7pPr marL="3200400" lvl="6" indent="-304800">
              <a:spcBef>
                <a:spcPts val="1500"/>
              </a:spcBef>
              <a:spcAft>
                <a:spcPts val="0"/>
              </a:spcAft>
              <a:buSzPts val="1200"/>
              <a:buChar char="•"/>
              <a:defRPr sz="1200"/>
            </a:lvl7pPr>
            <a:lvl8pPr marL="3657600" lvl="7" indent="-304800">
              <a:spcBef>
                <a:spcPts val="1500"/>
              </a:spcBef>
              <a:spcAft>
                <a:spcPts val="0"/>
              </a:spcAft>
              <a:buSzPts val="1200"/>
              <a:buChar char="•"/>
              <a:defRPr sz="1200"/>
            </a:lvl8pPr>
            <a:lvl9pPr marL="4114800" lvl="8" indent="-304800">
              <a:spcBef>
                <a:spcPts val="1500"/>
              </a:spcBef>
              <a:spcAft>
                <a:spcPts val="1500"/>
              </a:spcAft>
              <a:buSzPts val="1200"/>
              <a:buChar char="•"/>
              <a:defRPr sz="1200"/>
            </a:lvl9pPr>
          </a:lstStyle>
          <a:p/>
        </p:txBody>
      </p:sp>
      <p:sp>
        <p:nvSpPr>
          <p:cNvPr id="110" name="Google Shape;110;p2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Process">
  <p:cSld name="TITLE_AND_BODY_2_4_2_2">
    <p:spTree>
      <p:nvGrpSpPr>
        <p:cNvPr id="111" name="Shape 111"/>
        <p:cNvGrpSpPr/>
        <p:nvPr/>
      </p:nvGrpSpPr>
      <p:grpSpPr>
        <a:xfrm>
          <a:off x="0" y="0"/>
          <a:ext cx="0" cy="0"/>
          <a:chOff x="0" y="0"/>
          <a:chExt cx="0" cy="0"/>
        </a:xfrm>
      </p:grpSpPr>
      <p:graphicFrame>
        <p:nvGraphicFramePr>
          <p:cNvPr id="112" name="Google Shape;112;p26"/>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057325"/>
                <a:gridCol w="2057325"/>
                <a:gridCol w="2057325"/>
                <a:gridCol w="2057325"/>
              </a:tblGrid>
              <a:tr h="685800">
                <a:tc gridSpan="4">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c hMerge="1">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13" name="Google Shape;113;p26"/>
          <p:cNvSpPr txBox="1"/>
          <p:nvPr>
            <p:ph type="title"/>
          </p:nvPr>
        </p:nvSpPr>
        <p:spPr>
          <a:xfrm>
            <a:off x="457200" y="514350"/>
            <a:ext cx="54861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4" name="Google Shape;114;p2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rocess 1">
  <p:cSld name="TITLE_AND_BODY_2_4_2_2_1">
    <p:spTree>
      <p:nvGrpSpPr>
        <p:cNvPr id="115" name="Shape 115"/>
        <p:cNvGrpSpPr/>
        <p:nvPr/>
      </p:nvGrpSpPr>
      <p:grpSpPr>
        <a:xfrm>
          <a:off x="0" y="0"/>
          <a:ext cx="0" cy="0"/>
          <a:chOff x="0" y="0"/>
          <a:chExt cx="0" cy="0"/>
        </a:xfrm>
      </p:grpSpPr>
      <p:graphicFrame>
        <p:nvGraphicFramePr>
          <p:cNvPr id="116" name="Google Shape;116;p27"/>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057325"/>
                <a:gridCol w="2057325"/>
                <a:gridCol w="2057325"/>
                <a:gridCol w="2057325"/>
              </a:tblGrid>
              <a:tr h="685800">
                <a:tc gridSpan="4">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c hMerge="1">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17" name="Google Shape;117;p27"/>
          <p:cNvSpPr txBox="1"/>
          <p:nvPr>
            <p:ph type="title"/>
          </p:nvPr>
        </p:nvSpPr>
        <p:spPr>
          <a:xfrm>
            <a:off x="457200" y="514350"/>
            <a:ext cx="54861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18" name="Google Shape;118;p2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1 4 2 1">
  <p:cSld name="TITLE_AND_BODY_2_4_2_1">
    <p:spTree>
      <p:nvGrpSpPr>
        <p:cNvPr id="119" name="Shape 119"/>
        <p:cNvGrpSpPr/>
        <p:nvPr/>
      </p:nvGrpSpPr>
      <p:grpSpPr>
        <a:xfrm>
          <a:off x="0" y="0"/>
          <a:ext cx="0" cy="0"/>
          <a:chOff x="0" y="0"/>
          <a:chExt cx="0" cy="0"/>
        </a:xfrm>
      </p:grpSpPr>
      <p:graphicFrame>
        <p:nvGraphicFramePr>
          <p:cNvPr id="120" name="Google Shape;120;p28"/>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743100"/>
                <a:gridCol w="2743100"/>
                <a:gridCol w="2743100"/>
              </a:tblGrid>
              <a:tr h="685800">
                <a:tc gridSpan="3">
                  <a:txBody>
                    <a:bodyPr/>
                    <a:lstStyle/>
                    <a:p>
                      <a:pPr marL="0" lvl="0" indent="0" algn="l" rtl="0">
                        <a:spcBef>
                          <a:spcPts val="0"/>
                        </a:spcBef>
                        <a:spcAft>
                          <a:spcPts val="0"/>
                        </a:spcAft>
                        <a:buNone/>
                      </a:pPr>
                    </a:p>
                  </a:txBody>
                  <a:tcPr marL="91425" marR="91425" marT="91425" marB="91425">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20574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21" name="Google Shape;121;p28"/>
          <p:cNvSpPr txBox="1"/>
          <p:nvPr>
            <p:ph type="title"/>
          </p:nvPr>
        </p:nvSpPr>
        <p:spPr>
          <a:xfrm>
            <a:off x="457200" y="514350"/>
            <a:ext cx="54861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2" name="Google Shape;122;p28"/>
          <p:cNvSpPr txBox="1"/>
          <p:nvPr>
            <p:ph type="body" idx="1"/>
          </p:nvPr>
        </p:nvSpPr>
        <p:spPr>
          <a:xfrm>
            <a:off x="457200" y="2571750"/>
            <a:ext cx="2743200" cy="2057400"/>
          </a:xfrm>
          <a:prstGeom prst="rect">
            <a:avLst/>
          </a:prstGeom>
        </p:spPr>
        <p:txBody>
          <a:bodyPr spcFirstLastPara="1" wrap="square" lIns="0"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1500"/>
              </a:spcBef>
              <a:spcAft>
                <a:spcPts val="0"/>
              </a:spcAft>
              <a:buSzPts val="1200"/>
              <a:buChar char="•"/>
              <a:defRPr sz="1200"/>
            </a:lvl2pPr>
            <a:lvl3pPr marL="1371600" lvl="2" indent="-304800">
              <a:spcBef>
                <a:spcPts val="1500"/>
              </a:spcBef>
              <a:spcAft>
                <a:spcPts val="0"/>
              </a:spcAft>
              <a:buSzPts val="1200"/>
              <a:buChar char="•"/>
              <a:defRPr sz="1200"/>
            </a:lvl3pPr>
            <a:lvl4pPr marL="1828800" lvl="3" indent="-304800">
              <a:spcBef>
                <a:spcPts val="1500"/>
              </a:spcBef>
              <a:spcAft>
                <a:spcPts val="0"/>
              </a:spcAft>
              <a:buSzPts val="1200"/>
              <a:buChar char="•"/>
              <a:defRPr sz="1200"/>
            </a:lvl4pPr>
            <a:lvl5pPr marL="2286000" lvl="4" indent="-304800">
              <a:spcBef>
                <a:spcPts val="1500"/>
              </a:spcBef>
              <a:spcAft>
                <a:spcPts val="0"/>
              </a:spcAft>
              <a:buSzPts val="1200"/>
              <a:buChar char="•"/>
              <a:defRPr sz="1200"/>
            </a:lvl5pPr>
            <a:lvl6pPr marL="2743200" lvl="5" indent="-304800">
              <a:spcBef>
                <a:spcPts val="1500"/>
              </a:spcBef>
              <a:spcAft>
                <a:spcPts val="0"/>
              </a:spcAft>
              <a:buSzPts val="1200"/>
              <a:buChar char="•"/>
              <a:defRPr sz="1200"/>
            </a:lvl6pPr>
            <a:lvl7pPr marL="3200400" lvl="6" indent="-304800">
              <a:spcBef>
                <a:spcPts val="1500"/>
              </a:spcBef>
              <a:spcAft>
                <a:spcPts val="0"/>
              </a:spcAft>
              <a:buSzPts val="1200"/>
              <a:buChar char="•"/>
              <a:defRPr sz="1200"/>
            </a:lvl7pPr>
            <a:lvl8pPr marL="3657600" lvl="7" indent="-304800">
              <a:spcBef>
                <a:spcPts val="1500"/>
              </a:spcBef>
              <a:spcAft>
                <a:spcPts val="0"/>
              </a:spcAft>
              <a:buSzPts val="1200"/>
              <a:buChar char="•"/>
              <a:defRPr sz="1200"/>
            </a:lvl8pPr>
            <a:lvl9pPr marL="4114800" lvl="8" indent="-304800">
              <a:spcBef>
                <a:spcPts val="1500"/>
              </a:spcBef>
              <a:spcAft>
                <a:spcPts val="1500"/>
              </a:spcAft>
              <a:buSzPts val="1200"/>
              <a:buChar char="•"/>
              <a:defRPr sz="1200"/>
            </a:lvl9pPr>
          </a:lstStyle>
          <a:p/>
        </p:txBody>
      </p:sp>
      <p:sp>
        <p:nvSpPr>
          <p:cNvPr id="123" name="Google Shape;123;p2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 column">
  <p:cSld name="TITLE_AND_BODY_2_4_1">
    <p:spTree>
      <p:nvGrpSpPr>
        <p:cNvPr id="124" name="Shape 124"/>
        <p:cNvGrpSpPr/>
        <p:nvPr/>
      </p:nvGrpSpPr>
      <p:grpSpPr>
        <a:xfrm>
          <a:off x="0" y="0"/>
          <a:ext cx="0" cy="0"/>
          <a:chOff x="0" y="0"/>
          <a:chExt cx="0" cy="0"/>
        </a:xfrm>
      </p:grpSpPr>
      <p:graphicFrame>
        <p:nvGraphicFramePr>
          <p:cNvPr id="125" name="Google Shape;125;p29"/>
          <p:cNvGraphicFramePr/>
          <p:nvPr/>
        </p:nvGraphicFramePr>
        <p:xfrm>
          <a:off x="457200" y="514350"/>
          <a:ext cx="8229600" cy="4114800"/>
        </p:xfrm>
        <a:graphic>
          <a:graphicData uri="http://schemas.openxmlformats.org/drawingml/2006/table">
            <a:tbl>
              <a:tblPr>
                <a:noFill/>
                <a:tableStyleId>{77B5269D-C029-4F7B-A885-4302A86CAA35}</a:tableStyleId>
              </a:tblPr>
              <a:tblGrid>
                <a:gridCol w="2743200"/>
                <a:gridCol w="2743200"/>
                <a:gridCol w="2743200"/>
              </a:tblGrid>
              <a:tr h="685800">
                <a:tc gridSpan="3">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27432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26" name="Google Shape;126;p29"/>
          <p:cNvSpPr txBox="1"/>
          <p:nvPr>
            <p:ph type="title"/>
          </p:nvPr>
        </p:nvSpPr>
        <p:spPr>
          <a:xfrm>
            <a:off x="457200" y="514350"/>
            <a:ext cx="54864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127" name="Google Shape;127;p29"/>
          <p:cNvSpPr txBox="1"/>
          <p:nvPr>
            <p:ph type="body" idx="1"/>
          </p:nvPr>
        </p:nvSpPr>
        <p:spPr>
          <a:xfrm>
            <a:off x="457200" y="1885950"/>
            <a:ext cx="2743200" cy="27432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28" name="Google Shape;128;p2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1 3">
  <p:cSld name="TITLE_AND_BODY_2_3">
    <p:spTree>
      <p:nvGrpSpPr>
        <p:cNvPr id="129" name="Shape 129"/>
        <p:cNvGrpSpPr/>
        <p:nvPr/>
      </p:nvGrpSpPr>
      <p:grpSpPr>
        <a:xfrm>
          <a:off x="0" y="0"/>
          <a:ext cx="0" cy="0"/>
          <a:chOff x="0" y="0"/>
          <a:chExt cx="0" cy="0"/>
        </a:xfrm>
      </p:grpSpPr>
      <p:graphicFrame>
        <p:nvGraphicFramePr>
          <p:cNvPr id="130" name="Google Shape;130;p30"/>
          <p:cNvGraphicFramePr/>
          <p:nvPr/>
        </p:nvGraphicFramePr>
        <p:xfrm>
          <a:off x="457200" y="514350"/>
          <a:ext cx="8229300" cy="4114800"/>
        </p:xfrm>
        <a:graphic>
          <a:graphicData uri="http://schemas.openxmlformats.org/drawingml/2006/table">
            <a:tbl>
              <a:tblPr>
                <a:noFill/>
                <a:tableStyleId>{77B5269D-C029-4F7B-A885-4302A86CAA35}</a:tableStyleId>
              </a:tblPr>
              <a:tblGrid>
                <a:gridCol w="3428875"/>
                <a:gridCol w="4114650"/>
                <a:gridCol w="685775"/>
              </a:tblGrid>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34290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31" name="Google Shape;131;p30"/>
          <p:cNvSpPr txBox="1"/>
          <p:nvPr>
            <p:ph type="title"/>
          </p:nvPr>
        </p:nvSpPr>
        <p:spPr>
          <a:xfrm>
            <a:off x="457200" y="514350"/>
            <a:ext cx="3429000" cy="6858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32" name="Google Shape;132;p30"/>
          <p:cNvSpPr txBox="1"/>
          <p:nvPr>
            <p:ph type="body" idx="1"/>
          </p:nvPr>
        </p:nvSpPr>
        <p:spPr>
          <a:xfrm>
            <a:off x="3886200" y="1200150"/>
            <a:ext cx="4114500" cy="34290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33" name="Google Shape;133;p3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Image 1">
  <p:cSld name="TITLE_AND_BODY_2_3_2">
    <p:spTree>
      <p:nvGrpSpPr>
        <p:cNvPr id="134" name="Shape 134"/>
        <p:cNvGrpSpPr/>
        <p:nvPr/>
      </p:nvGrpSpPr>
      <p:grpSpPr>
        <a:xfrm>
          <a:off x="0" y="0"/>
          <a:ext cx="0" cy="0"/>
          <a:chOff x="0" y="0"/>
          <a:chExt cx="0" cy="0"/>
        </a:xfrm>
      </p:grpSpPr>
      <p:sp>
        <p:nvSpPr>
          <p:cNvPr id="135" name="Google Shape;135;p31"/>
          <p:cNvSpPr txBox="1"/>
          <p:nvPr>
            <p:ph type="title"/>
          </p:nvPr>
        </p:nvSpPr>
        <p:spPr>
          <a:xfrm>
            <a:off x="457200" y="514350"/>
            <a:ext cx="3429000" cy="6858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36" name="Google Shape;136;p31"/>
          <p:cNvSpPr txBox="1"/>
          <p:nvPr>
            <p:ph type="body" idx="1"/>
          </p:nvPr>
        </p:nvSpPr>
        <p:spPr>
          <a:xfrm>
            <a:off x="457200" y="1885950"/>
            <a:ext cx="3429000" cy="27432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37" name="Google Shape;137;p3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graphicFrame>
        <p:nvGraphicFramePr>
          <p:cNvPr id="138" name="Google Shape;138;p31"/>
          <p:cNvGraphicFramePr/>
          <p:nvPr/>
        </p:nvGraphicFramePr>
        <p:xfrm>
          <a:off x="457200" y="514350"/>
          <a:ext cx="8229300" cy="4114800"/>
        </p:xfrm>
        <a:graphic>
          <a:graphicData uri="http://schemas.openxmlformats.org/drawingml/2006/table">
            <a:tbl>
              <a:tblPr>
                <a:noFill/>
                <a:tableStyleId>{77B5269D-C029-4F7B-A885-4302A86CAA35}</a:tableStyleId>
              </a:tblPr>
              <a:tblGrid>
                <a:gridCol w="4114650"/>
                <a:gridCol w="3428875"/>
                <a:gridCol w="685775"/>
              </a:tblGrid>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27432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vMerge="1">
                  <a:tcPr/>
                </a:tc>
                <a:tc vMerge="1">
                  <a:tcPr/>
                </a:tc>
              </a:tr>
            </a:tbl>
          </a:graphicData>
        </a:graphic>
      </p:graphicFrame>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Image 1 1">
  <p:cSld name="TITLE_AND_BODY_2_3_2_2">
    <p:spTree>
      <p:nvGrpSpPr>
        <p:cNvPr id="139" name="Shape 139"/>
        <p:cNvGrpSpPr/>
        <p:nvPr/>
      </p:nvGrpSpPr>
      <p:grpSpPr>
        <a:xfrm>
          <a:off x="0" y="0"/>
          <a:ext cx="0" cy="0"/>
          <a:chOff x="0" y="0"/>
          <a:chExt cx="0" cy="0"/>
        </a:xfrm>
      </p:grpSpPr>
      <p:graphicFrame>
        <p:nvGraphicFramePr>
          <p:cNvPr id="140" name="Google Shape;140;p32"/>
          <p:cNvGraphicFramePr/>
          <p:nvPr/>
        </p:nvGraphicFramePr>
        <p:xfrm>
          <a:off x="457200" y="514350"/>
          <a:ext cx="8229300" cy="4114800"/>
        </p:xfrm>
        <a:graphic>
          <a:graphicData uri="http://schemas.openxmlformats.org/drawingml/2006/table">
            <a:tbl>
              <a:tblPr>
                <a:noFill/>
                <a:tableStyleId>{77B5269D-C029-4F7B-A885-4302A86CAA35}</a:tableStyleId>
              </a:tblPr>
              <a:tblGrid>
                <a:gridCol w="5486200"/>
                <a:gridCol w="2743100"/>
              </a:tblGrid>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3">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vMerge="1">
                  <a:tcPr/>
                </a:tc>
              </a:tr>
              <a:tr h="1371600">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vMerge="1">
                  <a:tcPr/>
                </a:tc>
              </a:tr>
              <a:tr h="1371600">
                <a:tc v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41" name="Google Shape;141;p32"/>
          <p:cNvSpPr txBox="1"/>
          <p:nvPr>
            <p:ph type="title"/>
          </p:nvPr>
        </p:nvSpPr>
        <p:spPr>
          <a:xfrm>
            <a:off x="457200" y="514350"/>
            <a:ext cx="3429000" cy="6858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2" name="Google Shape;142;p32"/>
          <p:cNvSpPr txBox="1"/>
          <p:nvPr>
            <p:ph type="body" idx="1"/>
          </p:nvPr>
        </p:nvSpPr>
        <p:spPr>
          <a:xfrm>
            <a:off x="457200" y="1885950"/>
            <a:ext cx="3429000" cy="27432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43" name="Google Shape;143;p3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3 column">
  <p:cSld name="TITLE_AND_BODY_2_3_2_1">
    <p:spTree>
      <p:nvGrpSpPr>
        <p:cNvPr id="144" name="Shape 144"/>
        <p:cNvGrpSpPr/>
        <p:nvPr/>
      </p:nvGrpSpPr>
      <p:grpSpPr>
        <a:xfrm>
          <a:off x="0" y="0"/>
          <a:ext cx="0" cy="0"/>
          <a:chOff x="0" y="0"/>
          <a:chExt cx="0" cy="0"/>
        </a:xfrm>
      </p:grpSpPr>
      <p:sp>
        <p:nvSpPr>
          <p:cNvPr id="145" name="Google Shape;145;p33"/>
          <p:cNvSpPr txBox="1"/>
          <p:nvPr>
            <p:ph type="title"/>
          </p:nvPr>
        </p:nvSpPr>
        <p:spPr>
          <a:xfrm>
            <a:off x="457200" y="514350"/>
            <a:ext cx="3429000" cy="6858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graphicFrame>
        <p:nvGraphicFramePr>
          <p:cNvPr id="146" name="Google Shape;146;p33"/>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743100"/>
                <a:gridCol w="2743100"/>
                <a:gridCol w="1371550"/>
                <a:gridCol w="1371550"/>
              </a:tblGrid>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34290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r>
            </a:tbl>
          </a:graphicData>
        </a:graphic>
      </p:graphicFrame>
      <p:sp>
        <p:nvSpPr>
          <p:cNvPr id="147" name="Google Shape;147;p33"/>
          <p:cNvSpPr txBox="1"/>
          <p:nvPr>
            <p:ph type="body" idx="1"/>
          </p:nvPr>
        </p:nvSpPr>
        <p:spPr>
          <a:xfrm>
            <a:off x="3200300" y="1200150"/>
            <a:ext cx="2743200" cy="34290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48" name="Google Shape;148;p3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3 column 1">
  <p:cSld name="TITLE_AND_BODY_2_3_2_1_1">
    <p:spTree>
      <p:nvGrpSpPr>
        <p:cNvPr id="149" name="Shape 149"/>
        <p:cNvGrpSpPr/>
        <p:nvPr/>
      </p:nvGrpSpPr>
      <p:grpSpPr>
        <a:xfrm>
          <a:off x="0" y="0"/>
          <a:ext cx="0" cy="0"/>
          <a:chOff x="0" y="0"/>
          <a:chExt cx="0" cy="0"/>
        </a:xfrm>
      </p:grpSpPr>
      <p:sp>
        <p:nvSpPr>
          <p:cNvPr id="150" name="Google Shape;150;p34"/>
          <p:cNvSpPr txBox="1"/>
          <p:nvPr>
            <p:ph type="title"/>
          </p:nvPr>
        </p:nvSpPr>
        <p:spPr>
          <a:xfrm>
            <a:off x="457200" y="514350"/>
            <a:ext cx="3429000" cy="6858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1" name="Google Shape;151;p34"/>
          <p:cNvSpPr txBox="1"/>
          <p:nvPr>
            <p:ph type="body" idx="1"/>
          </p:nvPr>
        </p:nvSpPr>
        <p:spPr>
          <a:xfrm>
            <a:off x="3200300" y="1200150"/>
            <a:ext cx="2743200" cy="34290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52" name="Google Shape;152;p3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graphicFrame>
        <p:nvGraphicFramePr>
          <p:cNvPr id="153" name="Google Shape;153;p34"/>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743100"/>
                <a:gridCol w="2743100"/>
                <a:gridCol w="2743100"/>
              </a:tblGrid>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34290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 column 1 1">
  <p:cSld name="TITLE_AND_BODY_2_3_2_1_1_3">
    <p:spTree>
      <p:nvGrpSpPr>
        <p:cNvPr id="154" name="Shape 154"/>
        <p:cNvGrpSpPr/>
        <p:nvPr/>
      </p:nvGrpSpPr>
      <p:grpSpPr>
        <a:xfrm>
          <a:off x="0" y="0"/>
          <a:ext cx="0" cy="0"/>
          <a:chOff x="0" y="0"/>
          <a:chExt cx="0" cy="0"/>
        </a:xfrm>
      </p:grpSpPr>
      <p:graphicFrame>
        <p:nvGraphicFramePr>
          <p:cNvPr id="155" name="Google Shape;155;p35"/>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743100"/>
                <a:gridCol w="2743100"/>
                <a:gridCol w="2743100"/>
              </a:tblGrid>
              <a:tr h="685800">
                <a:tc gridSpan="3">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r>
              <a:tr h="34290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56" name="Google Shape;156;p35"/>
          <p:cNvSpPr txBox="1"/>
          <p:nvPr>
            <p:ph type="title"/>
          </p:nvPr>
        </p:nvSpPr>
        <p:spPr>
          <a:xfrm>
            <a:off x="457200" y="514350"/>
            <a:ext cx="8229300" cy="6858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7" name="Google Shape;157;p35"/>
          <p:cNvSpPr txBox="1"/>
          <p:nvPr>
            <p:ph type="body" idx="1"/>
          </p:nvPr>
        </p:nvSpPr>
        <p:spPr>
          <a:xfrm>
            <a:off x="3200300" y="1200150"/>
            <a:ext cx="2743200" cy="34290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58" name="Google Shape;158;p3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Images 2">
  <p:cSld name="TITLE_AND_BODY_2_3_2_1_1_1">
    <p:spTree>
      <p:nvGrpSpPr>
        <p:cNvPr id="159" name="Shape 159"/>
        <p:cNvGrpSpPr/>
        <p:nvPr/>
      </p:nvGrpSpPr>
      <p:grpSpPr>
        <a:xfrm>
          <a:off x="0" y="0"/>
          <a:ext cx="0" cy="0"/>
          <a:chOff x="0" y="0"/>
          <a:chExt cx="0" cy="0"/>
        </a:xfrm>
      </p:grpSpPr>
      <p:graphicFrame>
        <p:nvGraphicFramePr>
          <p:cNvPr id="160" name="Google Shape;160;p36"/>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057325"/>
                <a:gridCol w="1371550"/>
                <a:gridCol w="2057325"/>
                <a:gridCol w="1371550"/>
                <a:gridCol w="1371550"/>
              </a:tblGrid>
              <a:tr h="685800">
                <a:tc gridSpan="4">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c h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3">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vMerge="1">
                  <a:tcPr/>
                </a:tc>
              </a:tr>
              <a:tr h="13716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vMerge="1">
                  <a:tcPr/>
                </a:tc>
              </a:tr>
            </a:tbl>
          </a:graphicData>
        </a:graphic>
      </p:graphicFrame>
      <p:sp>
        <p:nvSpPr>
          <p:cNvPr id="161" name="Google Shape;161;p36"/>
          <p:cNvSpPr txBox="1"/>
          <p:nvPr>
            <p:ph type="title"/>
          </p:nvPr>
        </p:nvSpPr>
        <p:spPr>
          <a:xfrm>
            <a:off x="457200" y="514350"/>
            <a:ext cx="3429000" cy="6858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2" name="Google Shape;162;p36"/>
          <p:cNvSpPr txBox="1"/>
          <p:nvPr>
            <p:ph type="body" idx="1"/>
          </p:nvPr>
        </p:nvSpPr>
        <p:spPr>
          <a:xfrm>
            <a:off x="457200" y="3257550"/>
            <a:ext cx="3429000" cy="13716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63" name="Google Shape;163;p3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Images 2 1">
  <p:cSld name="TITLE_AND_BODY_2_3_2_1_1_1_1">
    <p:spTree>
      <p:nvGrpSpPr>
        <p:cNvPr id="164" name="Shape 164"/>
        <p:cNvGrpSpPr/>
        <p:nvPr/>
      </p:nvGrpSpPr>
      <p:grpSpPr>
        <a:xfrm>
          <a:off x="0" y="0"/>
          <a:ext cx="0" cy="0"/>
          <a:chOff x="0" y="0"/>
          <a:chExt cx="0" cy="0"/>
        </a:xfrm>
      </p:grpSpPr>
      <p:graphicFrame>
        <p:nvGraphicFramePr>
          <p:cNvPr id="165" name="Google Shape;165;p37"/>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743100"/>
                <a:gridCol w="1371550"/>
                <a:gridCol w="2743100"/>
                <a:gridCol w="1371550"/>
              </a:tblGrid>
              <a:tr h="685800">
                <a:tc gridSpan="4">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c hMerge="1">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r>
              <a:tr h="13716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r>
            </a:tbl>
          </a:graphicData>
        </a:graphic>
      </p:graphicFrame>
      <p:sp>
        <p:nvSpPr>
          <p:cNvPr id="166" name="Google Shape;166;p37"/>
          <p:cNvSpPr txBox="1"/>
          <p:nvPr>
            <p:ph type="title"/>
          </p:nvPr>
        </p:nvSpPr>
        <p:spPr>
          <a:xfrm>
            <a:off x="457200" y="514350"/>
            <a:ext cx="8229300" cy="6858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67" name="Google Shape;167;p37"/>
          <p:cNvSpPr txBox="1"/>
          <p:nvPr>
            <p:ph type="body" idx="1"/>
          </p:nvPr>
        </p:nvSpPr>
        <p:spPr>
          <a:xfrm>
            <a:off x="457200" y="3257550"/>
            <a:ext cx="4114800" cy="13716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68" name="Google Shape;168;p3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Images 2 1 1">
  <p:cSld name="TITLE_AND_BODY_2_3_2_1_1_1_1_1">
    <p:spTree>
      <p:nvGrpSpPr>
        <p:cNvPr id="169" name="Shape 169"/>
        <p:cNvGrpSpPr/>
        <p:nvPr/>
      </p:nvGrpSpPr>
      <p:grpSpPr>
        <a:xfrm>
          <a:off x="0" y="0"/>
          <a:ext cx="0" cy="0"/>
          <a:chOff x="0" y="0"/>
          <a:chExt cx="0" cy="0"/>
        </a:xfrm>
      </p:grpSpPr>
      <p:graphicFrame>
        <p:nvGraphicFramePr>
          <p:cNvPr id="170" name="Google Shape;170;p38"/>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743100"/>
                <a:gridCol w="2743100"/>
                <a:gridCol w="2743100"/>
              </a:tblGrid>
              <a:tr h="2057400">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v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71" name="Google Shape;171;p38"/>
          <p:cNvSpPr txBox="1"/>
          <p:nvPr>
            <p:ph type="title"/>
          </p:nvPr>
        </p:nvSpPr>
        <p:spPr>
          <a:xfrm>
            <a:off x="457200" y="514350"/>
            <a:ext cx="2743200" cy="2057400"/>
          </a:xfrm>
          <a:prstGeom prst="rect">
            <a:avLst/>
          </a:prstGeom>
        </p:spPr>
        <p:txBody>
          <a:bodyPr spcFirstLastPara="1" wrap="square" lIns="137150" tIns="137150" rIns="91425" bIns="91425" anchor="t" anchorCtr="0">
            <a:normAutofit/>
          </a:bodyPr>
          <a:lstStyle>
            <a:lvl1pPr lvl="0">
              <a:spcBef>
                <a:spcPts val="0"/>
              </a:spcBef>
              <a:spcAft>
                <a:spcPts val="0"/>
              </a:spcAft>
              <a:buClr>
                <a:schemeClr val="accent1"/>
              </a:buClr>
              <a:buSzPts val="1800"/>
              <a:buNone/>
              <a:defRPr sz="1800">
                <a:solidFill>
                  <a:schemeClr val="accent1"/>
                </a:solidFill>
              </a:defRPr>
            </a:lvl1pPr>
            <a:lvl2pPr lvl="1">
              <a:spcBef>
                <a:spcPts val="0"/>
              </a:spcBef>
              <a:spcAft>
                <a:spcPts val="0"/>
              </a:spcAft>
              <a:buClr>
                <a:schemeClr val="accent1"/>
              </a:buClr>
              <a:buSzPts val="1800"/>
              <a:buNone/>
              <a:defRPr sz="1800">
                <a:solidFill>
                  <a:schemeClr val="accent1"/>
                </a:solidFill>
              </a:defRPr>
            </a:lvl2pPr>
            <a:lvl3pPr lvl="2">
              <a:spcBef>
                <a:spcPts val="0"/>
              </a:spcBef>
              <a:spcAft>
                <a:spcPts val="0"/>
              </a:spcAft>
              <a:buClr>
                <a:schemeClr val="accent1"/>
              </a:buClr>
              <a:buSzPts val="1800"/>
              <a:buNone/>
              <a:defRPr sz="1800">
                <a:solidFill>
                  <a:schemeClr val="accent1"/>
                </a:solidFill>
              </a:defRPr>
            </a:lvl3pPr>
            <a:lvl4pPr lvl="3">
              <a:spcBef>
                <a:spcPts val="0"/>
              </a:spcBef>
              <a:spcAft>
                <a:spcPts val="0"/>
              </a:spcAft>
              <a:buClr>
                <a:schemeClr val="accent1"/>
              </a:buClr>
              <a:buSzPts val="1800"/>
              <a:buNone/>
              <a:defRPr sz="1800">
                <a:solidFill>
                  <a:schemeClr val="accent1"/>
                </a:solidFill>
              </a:defRPr>
            </a:lvl4pPr>
            <a:lvl5pPr lvl="4">
              <a:spcBef>
                <a:spcPts val="0"/>
              </a:spcBef>
              <a:spcAft>
                <a:spcPts val="0"/>
              </a:spcAft>
              <a:buClr>
                <a:schemeClr val="accent1"/>
              </a:buClr>
              <a:buSzPts val="1800"/>
              <a:buNone/>
              <a:defRPr sz="1800">
                <a:solidFill>
                  <a:schemeClr val="accent1"/>
                </a:solidFill>
              </a:defRPr>
            </a:lvl5pPr>
            <a:lvl6pPr lvl="5">
              <a:spcBef>
                <a:spcPts val="0"/>
              </a:spcBef>
              <a:spcAft>
                <a:spcPts val="0"/>
              </a:spcAft>
              <a:buClr>
                <a:schemeClr val="accent1"/>
              </a:buClr>
              <a:buSzPts val="1800"/>
              <a:buNone/>
              <a:defRPr sz="1800">
                <a:solidFill>
                  <a:schemeClr val="accent1"/>
                </a:solidFill>
              </a:defRPr>
            </a:lvl6pPr>
            <a:lvl7pPr lvl="6">
              <a:spcBef>
                <a:spcPts val="0"/>
              </a:spcBef>
              <a:spcAft>
                <a:spcPts val="0"/>
              </a:spcAft>
              <a:buClr>
                <a:schemeClr val="accent1"/>
              </a:buClr>
              <a:buSzPts val="1800"/>
              <a:buNone/>
              <a:defRPr sz="1800">
                <a:solidFill>
                  <a:schemeClr val="accent1"/>
                </a:solidFill>
              </a:defRPr>
            </a:lvl7pPr>
            <a:lvl8pPr lvl="7">
              <a:spcBef>
                <a:spcPts val="0"/>
              </a:spcBef>
              <a:spcAft>
                <a:spcPts val="0"/>
              </a:spcAft>
              <a:buClr>
                <a:schemeClr val="accent1"/>
              </a:buClr>
              <a:buSzPts val="1800"/>
              <a:buNone/>
              <a:defRPr sz="1800">
                <a:solidFill>
                  <a:schemeClr val="accent1"/>
                </a:solidFill>
              </a:defRPr>
            </a:lvl8pPr>
            <a:lvl9pPr lvl="8">
              <a:spcBef>
                <a:spcPts val="0"/>
              </a:spcBef>
              <a:spcAft>
                <a:spcPts val="0"/>
              </a:spcAft>
              <a:buClr>
                <a:schemeClr val="accent1"/>
              </a:buClr>
              <a:buSzPts val="1800"/>
              <a:buNone/>
              <a:defRPr sz="1800">
                <a:solidFill>
                  <a:schemeClr val="accent1"/>
                </a:solidFill>
              </a:defRPr>
            </a:lvl9pPr>
          </a:lstStyle>
          <a:p/>
        </p:txBody>
      </p:sp>
      <p:sp>
        <p:nvSpPr>
          <p:cNvPr id="172" name="Google Shape;172;p38"/>
          <p:cNvSpPr txBox="1"/>
          <p:nvPr>
            <p:ph type="body" idx="1"/>
          </p:nvPr>
        </p:nvSpPr>
        <p:spPr>
          <a:xfrm>
            <a:off x="3200300" y="3257550"/>
            <a:ext cx="2743200" cy="13716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73" name="Google Shape;173;p3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body 1 3 1">
  <p:cSld name="TITLE_AND_BODY_2_3_1">
    <p:spTree>
      <p:nvGrpSpPr>
        <p:cNvPr id="174" name="Shape 174"/>
        <p:cNvGrpSpPr/>
        <p:nvPr/>
      </p:nvGrpSpPr>
      <p:grpSpPr>
        <a:xfrm>
          <a:off x="0" y="0"/>
          <a:ext cx="0" cy="0"/>
          <a:chOff x="0" y="0"/>
          <a:chExt cx="0" cy="0"/>
        </a:xfrm>
      </p:grpSpPr>
      <p:graphicFrame>
        <p:nvGraphicFramePr>
          <p:cNvPr id="175" name="Google Shape;175;p39"/>
          <p:cNvGraphicFramePr/>
          <p:nvPr/>
        </p:nvGraphicFramePr>
        <p:xfrm>
          <a:off x="457350" y="514350"/>
          <a:ext cx="8229300" cy="4114800"/>
        </p:xfrm>
        <a:graphic>
          <a:graphicData uri="http://schemas.openxmlformats.org/drawingml/2006/table">
            <a:tbl>
              <a:tblPr>
                <a:noFill/>
                <a:tableStyleId>{77B5269D-C029-4F7B-A885-4302A86CAA35}</a:tableStyleId>
              </a:tblPr>
              <a:tblGrid>
                <a:gridCol w="3428875"/>
                <a:gridCol w="3428875"/>
                <a:gridCol w="1371550"/>
              </a:tblGrid>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2057400">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vMerge="1">
                  <a:tcPr/>
                </a:tc>
              </a:tr>
              <a:tr h="1371600">
                <a:tc vMerge="1">
                  <a:tcPr/>
                </a:tc>
                <a:tc v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76" name="Google Shape;176;p39"/>
          <p:cNvSpPr txBox="1"/>
          <p:nvPr>
            <p:ph type="title"/>
          </p:nvPr>
        </p:nvSpPr>
        <p:spPr>
          <a:xfrm>
            <a:off x="457200" y="514350"/>
            <a:ext cx="3429000" cy="6858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77" name="Google Shape;177;p39"/>
          <p:cNvSpPr txBox="1"/>
          <p:nvPr>
            <p:ph type="body" idx="1"/>
          </p:nvPr>
        </p:nvSpPr>
        <p:spPr>
          <a:xfrm>
            <a:off x="3886200" y="1200150"/>
            <a:ext cx="3429000" cy="34290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78" name="Google Shape;178;p3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images 3">
  <p:cSld name="TITLE_AND_BODY_2_3_2_1_1_2">
    <p:spTree>
      <p:nvGrpSpPr>
        <p:cNvPr id="179" name="Shape 179"/>
        <p:cNvGrpSpPr/>
        <p:nvPr/>
      </p:nvGrpSpPr>
      <p:grpSpPr>
        <a:xfrm>
          <a:off x="0" y="0"/>
          <a:ext cx="0" cy="0"/>
          <a:chOff x="0" y="0"/>
          <a:chExt cx="0" cy="0"/>
        </a:xfrm>
      </p:grpSpPr>
      <p:graphicFrame>
        <p:nvGraphicFramePr>
          <p:cNvPr id="180" name="Google Shape;180;p40"/>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743100"/>
                <a:gridCol w="2743100"/>
                <a:gridCol w="2743100"/>
              </a:tblGrid>
              <a:tr h="685800">
                <a:tc gridSpan="3">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81" name="Google Shape;181;p40"/>
          <p:cNvSpPr txBox="1"/>
          <p:nvPr>
            <p:ph type="title"/>
          </p:nvPr>
        </p:nvSpPr>
        <p:spPr>
          <a:xfrm>
            <a:off x="457200" y="514350"/>
            <a:ext cx="3429000" cy="6858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82" name="Google Shape;182;p40"/>
          <p:cNvSpPr txBox="1"/>
          <p:nvPr>
            <p:ph type="body" idx="1"/>
          </p:nvPr>
        </p:nvSpPr>
        <p:spPr>
          <a:xfrm>
            <a:off x="457200" y="3257550"/>
            <a:ext cx="2743200" cy="13716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83" name="Google Shape;183;p4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images 3 2">
  <p:cSld name="TITLE_AND_BODY_2_3_2_1_1_2_2">
    <p:spTree>
      <p:nvGrpSpPr>
        <p:cNvPr id="184" name="Shape 184"/>
        <p:cNvGrpSpPr/>
        <p:nvPr/>
      </p:nvGrpSpPr>
      <p:grpSpPr>
        <a:xfrm>
          <a:off x="0" y="0"/>
          <a:ext cx="0" cy="0"/>
          <a:chOff x="0" y="0"/>
          <a:chExt cx="0" cy="0"/>
        </a:xfrm>
      </p:grpSpPr>
      <p:graphicFrame>
        <p:nvGraphicFramePr>
          <p:cNvPr id="185" name="Google Shape;185;p41"/>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743100"/>
                <a:gridCol w="2743100"/>
                <a:gridCol w="2743100"/>
              </a:tblGrid>
              <a:tr h="685800">
                <a:tc gridSpan="3">
                  <a:txBody>
                    <a:bodyPr/>
                    <a:lstStyle/>
                    <a:p>
                      <a:pPr marL="0" lvl="0" indent="0" algn="l" rtl="0">
                        <a:spcBef>
                          <a:spcPts val="0"/>
                        </a:spcBef>
                        <a:spcAft>
                          <a:spcPts val="0"/>
                        </a:spcAft>
                        <a:buNone/>
                      </a:pPr>
                    </a:p>
                  </a:txBody>
                  <a:tcPr marL="91425" marR="91425" marT="91425" marB="91425">
                    <a:lnL w="19050" cap="flat" cmpd="sng">
                      <a:solidFill>
                        <a:schemeClr val="lt1">
                          <a:alpha val="0"/>
                        </a:schemeClr>
                      </a:solidFill>
                      <a:prstDash val="solid"/>
                      <a:round/>
                      <a:headEnd type="none" w="sm" len="sm"/>
                      <a:tailEnd type="none" w="sm" len="sm"/>
                    </a:lnL>
                    <a:lnR w="19050" cap="flat" cmpd="sng">
                      <a:solidFill>
                        <a:schemeClr val="lt1">
                          <a:alpha val="0"/>
                        </a:schemeClr>
                      </a:solidFill>
                      <a:prstDash val="solid"/>
                      <a:round/>
                      <a:headEnd type="none" w="sm" len="sm"/>
                      <a:tailEnd type="none" w="sm" len="sm"/>
                    </a:lnR>
                    <a:lnT w="19050" cap="flat" cmpd="sng">
                      <a:solidFill>
                        <a:schemeClr val="lt1">
                          <a:alpha val="0"/>
                        </a:schemeClr>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86" name="Google Shape;186;p41"/>
          <p:cNvSpPr txBox="1"/>
          <p:nvPr>
            <p:ph type="title"/>
          </p:nvPr>
        </p:nvSpPr>
        <p:spPr>
          <a:xfrm>
            <a:off x="457200" y="514350"/>
            <a:ext cx="8229300" cy="6858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87" name="Google Shape;187;p41"/>
          <p:cNvSpPr txBox="1"/>
          <p:nvPr>
            <p:ph type="body" idx="1"/>
          </p:nvPr>
        </p:nvSpPr>
        <p:spPr>
          <a:xfrm>
            <a:off x="457200" y="3257550"/>
            <a:ext cx="2743200" cy="13716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88" name="Google Shape;188;p41"/>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images 3 1">
  <p:cSld name="TITLE_AND_BODY_2_3_2_1_1_2_1">
    <p:spTree>
      <p:nvGrpSpPr>
        <p:cNvPr id="189" name="Shape 189"/>
        <p:cNvGrpSpPr/>
        <p:nvPr/>
      </p:nvGrpSpPr>
      <p:grpSpPr>
        <a:xfrm>
          <a:off x="0" y="0"/>
          <a:ext cx="0" cy="0"/>
          <a:chOff x="0" y="0"/>
          <a:chExt cx="0" cy="0"/>
        </a:xfrm>
      </p:grpSpPr>
      <p:graphicFrame>
        <p:nvGraphicFramePr>
          <p:cNvPr id="190" name="Google Shape;190;p42"/>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057325"/>
                <a:gridCol w="685775"/>
                <a:gridCol w="2057325"/>
                <a:gridCol w="685775"/>
                <a:gridCol w="2057325"/>
                <a:gridCol w="685775"/>
              </a:tblGrid>
              <a:tr h="685800">
                <a:tc gridSpan="6">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c hMerge="1">
                  <a:tcPr/>
                </a:tc>
                <a:tc hMerge="1">
                  <a:tcPr/>
                </a:tc>
                <a:tc hMerge="1">
                  <a:tcPr/>
                </a:tc>
              </a:tr>
              <a:tr h="685800">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v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v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v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r>
              <a:tr h="13716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r>
            </a:tbl>
          </a:graphicData>
        </a:graphic>
      </p:graphicFrame>
      <p:sp>
        <p:nvSpPr>
          <p:cNvPr id="191" name="Google Shape;191;p42"/>
          <p:cNvSpPr txBox="1"/>
          <p:nvPr>
            <p:ph type="title"/>
          </p:nvPr>
        </p:nvSpPr>
        <p:spPr>
          <a:xfrm>
            <a:off x="457200" y="514350"/>
            <a:ext cx="3429000" cy="6858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92" name="Google Shape;192;p42"/>
          <p:cNvSpPr txBox="1"/>
          <p:nvPr>
            <p:ph type="body" idx="1"/>
          </p:nvPr>
        </p:nvSpPr>
        <p:spPr>
          <a:xfrm>
            <a:off x="457200" y="3257550"/>
            <a:ext cx="2743200" cy="13716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93" name="Google Shape;193;p4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images 3 1 1">
  <p:cSld name="TITLE_AND_BODY_2_3_2_1_1_2_1_1">
    <p:spTree>
      <p:nvGrpSpPr>
        <p:cNvPr id="194" name="Shape 194"/>
        <p:cNvGrpSpPr/>
        <p:nvPr/>
      </p:nvGrpSpPr>
      <p:grpSpPr>
        <a:xfrm>
          <a:off x="0" y="0"/>
          <a:ext cx="0" cy="0"/>
          <a:chOff x="0" y="0"/>
          <a:chExt cx="0" cy="0"/>
        </a:xfrm>
      </p:grpSpPr>
      <p:sp>
        <p:nvSpPr>
          <p:cNvPr id="195" name="Google Shape;195;p43"/>
          <p:cNvSpPr txBox="1"/>
          <p:nvPr>
            <p:ph type="title"/>
          </p:nvPr>
        </p:nvSpPr>
        <p:spPr>
          <a:xfrm>
            <a:off x="457200" y="514350"/>
            <a:ext cx="2743200" cy="4114800"/>
          </a:xfrm>
          <a:prstGeom prst="rect">
            <a:avLst/>
          </a:prstGeom>
        </p:spPr>
        <p:txBody>
          <a:bodyPr spcFirstLastPara="1" wrap="square" lIns="91425" tIns="91425" rIns="91425" bIns="91425" anchor="t"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graphicFrame>
        <p:nvGraphicFramePr>
          <p:cNvPr id="196" name="Google Shape;196;p43"/>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743100"/>
                <a:gridCol w="1371550"/>
                <a:gridCol w="1371550"/>
                <a:gridCol w="2743100"/>
              </a:tblGrid>
              <a:tr h="1371600">
                <a:tc row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v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197" name="Google Shape;197;p43"/>
          <p:cNvSpPr txBox="1"/>
          <p:nvPr>
            <p:ph type="body" idx="1"/>
          </p:nvPr>
        </p:nvSpPr>
        <p:spPr>
          <a:xfrm>
            <a:off x="5943400" y="514350"/>
            <a:ext cx="2743200" cy="1371600"/>
          </a:xfrm>
          <a:prstGeom prst="rect">
            <a:avLst/>
          </a:prstGeom>
        </p:spPr>
        <p:txBody>
          <a:bodyPr spcFirstLastPara="1" wrap="square" lIns="0"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198" name="Google Shape;198;p4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Quotes 2">
  <p:cSld name="TITLE_AND_BODY_3_2">
    <p:spTree>
      <p:nvGrpSpPr>
        <p:cNvPr id="199" name="Shape 199"/>
        <p:cNvGrpSpPr/>
        <p:nvPr/>
      </p:nvGrpSpPr>
      <p:grpSpPr>
        <a:xfrm>
          <a:off x="0" y="0"/>
          <a:ext cx="0" cy="0"/>
          <a:chOff x="0" y="0"/>
          <a:chExt cx="0" cy="0"/>
        </a:xfrm>
      </p:grpSpPr>
      <p:graphicFrame>
        <p:nvGraphicFramePr>
          <p:cNvPr id="200" name="Google Shape;200;p44"/>
          <p:cNvGraphicFramePr/>
          <p:nvPr/>
        </p:nvGraphicFramePr>
        <p:xfrm>
          <a:off x="457200" y="514350"/>
          <a:ext cx="8229950" cy="4114800"/>
        </p:xfrm>
        <a:graphic>
          <a:graphicData uri="http://schemas.openxmlformats.org/drawingml/2006/table">
            <a:tbl>
              <a:tblPr>
                <a:noFill/>
                <a:tableStyleId>{77B5269D-C029-4F7B-A885-4302A86CAA35}</a:tableStyleId>
              </a:tblPr>
              <a:tblGrid>
                <a:gridCol w="4114975"/>
                <a:gridCol w="4114975"/>
              </a:tblGrid>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r>
              <a:tr h="27432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
        <p:nvSpPr>
          <p:cNvPr id="201" name="Google Shape;201;p44"/>
          <p:cNvSpPr txBox="1"/>
          <p:nvPr>
            <p:ph type="title"/>
          </p:nvPr>
        </p:nvSpPr>
        <p:spPr>
          <a:xfrm>
            <a:off x="457200" y="514350"/>
            <a:ext cx="82299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02" name="Google Shape;202;p44"/>
          <p:cNvSpPr txBox="1"/>
          <p:nvPr>
            <p:ph type="body" idx="1"/>
          </p:nvPr>
        </p:nvSpPr>
        <p:spPr>
          <a:xfrm>
            <a:off x="457200" y="1200150"/>
            <a:ext cx="4115100" cy="2743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203" name="Google Shape;203;p4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body 1 2">
  <p:cSld name="TITLE_AND_BODY_2_2">
    <p:spTree>
      <p:nvGrpSpPr>
        <p:cNvPr id="204" name="Shape 204"/>
        <p:cNvGrpSpPr/>
        <p:nvPr/>
      </p:nvGrpSpPr>
      <p:grpSpPr>
        <a:xfrm>
          <a:off x="0" y="0"/>
          <a:ext cx="0" cy="0"/>
          <a:chOff x="0" y="0"/>
          <a:chExt cx="0" cy="0"/>
        </a:xfrm>
      </p:grpSpPr>
      <p:sp>
        <p:nvSpPr>
          <p:cNvPr id="205" name="Google Shape;205;p45"/>
          <p:cNvSpPr txBox="1"/>
          <p:nvPr>
            <p:ph type="body" idx="1"/>
          </p:nvPr>
        </p:nvSpPr>
        <p:spPr>
          <a:xfrm>
            <a:off x="457200" y="1293450"/>
            <a:ext cx="5259000" cy="3288900"/>
          </a:xfrm>
          <a:prstGeom prst="rect">
            <a:avLst/>
          </a:prstGeom>
        </p:spPr>
        <p:txBody>
          <a:bodyPr spcFirstLastPara="1" wrap="square" lIns="0" tIns="91425" rIns="91425" bIns="91425" anchor="ctr" anchorCtr="0">
            <a:normAutofit/>
          </a:bodyPr>
          <a:lstStyle>
            <a:lvl1pPr marL="457200" lvl="0" indent="-317500">
              <a:spcBef>
                <a:spcPts val="0"/>
              </a:spcBef>
              <a:spcAft>
                <a:spcPts val="0"/>
              </a:spcAft>
              <a:buSzPts val="1400"/>
              <a:buChar char="•"/>
              <a:defRPr sz="1400"/>
            </a:lvl1pPr>
            <a:lvl2pPr marL="914400" lvl="1" indent="-317500">
              <a:spcBef>
                <a:spcPts val="1500"/>
              </a:spcBef>
              <a:spcAft>
                <a:spcPts val="0"/>
              </a:spcAft>
              <a:buSzPts val="1400"/>
              <a:buChar char="•"/>
              <a:defRPr/>
            </a:lvl2pPr>
            <a:lvl3pPr marL="1371600" lvl="2" indent="-317500">
              <a:spcBef>
                <a:spcPts val="1500"/>
              </a:spcBef>
              <a:spcAft>
                <a:spcPts val="0"/>
              </a:spcAft>
              <a:buSzPts val="1400"/>
              <a:buChar char="•"/>
              <a:defRPr/>
            </a:lvl3pPr>
            <a:lvl4pPr marL="1828800" lvl="3" indent="-317500">
              <a:spcBef>
                <a:spcPts val="1500"/>
              </a:spcBef>
              <a:spcAft>
                <a:spcPts val="0"/>
              </a:spcAft>
              <a:buSzPts val="1400"/>
              <a:buChar char="•"/>
              <a:defRPr/>
            </a:lvl4pPr>
            <a:lvl5pPr marL="2286000" lvl="4" indent="-317500">
              <a:spcBef>
                <a:spcPts val="1500"/>
              </a:spcBef>
              <a:spcAft>
                <a:spcPts val="0"/>
              </a:spcAft>
              <a:buSzPts val="1400"/>
              <a:buChar char="•"/>
              <a:defRPr/>
            </a:lvl5pPr>
            <a:lvl6pPr marL="2743200" lvl="5" indent="-317500">
              <a:spcBef>
                <a:spcPts val="1500"/>
              </a:spcBef>
              <a:spcAft>
                <a:spcPts val="0"/>
              </a:spcAft>
              <a:buSzPts val="1400"/>
              <a:buChar char="•"/>
              <a:defRPr/>
            </a:lvl6pPr>
            <a:lvl7pPr marL="3200400" lvl="6" indent="-317500">
              <a:spcBef>
                <a:spcPts val="1500"/>
              </a:spcBef>
              <a:spcAft>
                <a:spcPts val="0"/>
              </a:spcAft>
              <a:buSzPts val="1400"/>
              <a:buChar char="•"/>
              <a:defRPr/>
            </a:lvl7pPr>
            <a:lvl8pPr marL="3657600" lvl="7" indent="-317500">
              <a:spcBef>
                <a:spcPts val="1500"/>
              </a:spcBef>
              <a:spcAft>
                <a:spcPts val="0"/>
              </a:spcAft>
              <a:buSzPts val="1400"/>
              <a:buChar char="•"/>
              <a:defRPr/>
            </a:lvl8pPr>
            <a:lvl9pPr marL="4114800" lvl="8" indent="-317500">
              <a:spcBef>
                <a:spcPts val="1500"/>
              </a:spcBef>
              <a:spcAft>
                <a:spcPts val="1500"/>
              </a:spcAft>
              <a:buSzPts val="1400"/>
              <a:buChar char="•"/>
              <a:defRPr/>
            </a:lvl9pPr>
          </a:lstStyle>
          <a:p/>
        </p:txBody>
      </p:sp>
      <p:sp>
        <p:nvSpPr>
          <p:cNvPr id="206" name="Google Shape;206;p4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207" name="Google Shape;207;p45"/>
          <p:cNvSpPr/>
          <p:nvPr>
            <p:ph type="pic" idx="2"/>
          </p:nvPr>
        </p:nvSpPr>
        <p:spPr>
          <a:xfrm>
            <a:off x="6173525" y="-13300"/>
            <a:ext cx="2970600" cy="5156700"/>
          </a:xfrm>
          <a:prstGeom prst="rect">
            <a:avLst/>
          </a:prstGeom>
          <a:noFill/>
          <a:ln>
            <a:noFill/>
          </a:ln>
        </p:spPr>
      </p:sp>
      <p:sp>
        <p:nvSpPr>
          <p:cNvPr id="208" name="Google Shape;208;p45"/>
          <p:cNvSpPr txBox="1"/>
          <p:nvPr>
            <p:ph type="title"/>
          </p:nvPr>
        </p:nvSpPr>
        <p:spPr>
          <a:xfrm>
            <a:off x="457200" y="537750"/>
            <a:ext cx="5603400" cy="755700"/>
          </a:xfrm>
          <a:prstGeom prst="rect">
            <a:avLst/>
          </a:prstGeom>
        </p:spPr>
        <p:txBody>
          <a:bodyPr spcFirstLastPara="1" wrap="square" lIns="91425"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body 1 1">
  <p:cSld name="TITLE_AND_BODY_2_1">
    <p:spTree>
      <p:nvGrpSpPr>
        <p:cNvPr id="209" name="Shape 209"/>
        <p:cNvGrpSpPr/>
        <p:nvPr/>
      </p:nvGrpSpPr>
      <p:grpSpPr>
        <a:xfrm>
          <a:off x="0" y="0"/>
          <a:ext cx="0" cy="0"/>
          <a:chOff x="0" y="0"/>
          <a:chExt cx="0" cy="0"/>
        </a:xfrm>
      </p:grpSpPr>
      <p:sp>
        <p:nvSpPr>
          <p:cNvPr id="210" name="Google Shape;210;p46"/>
          <p:cNvSpPr txBox="1"/>
          <p:nvPr>
            <p:ph type="body" idx="1"/>
          </p:nvPr>
        </p:nvSpPr>
        <p:spPr>
          <a:xfrm>
            <a:off x="4572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211" name="Google Shape;211;p4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212" name="Google Shape;212;p46"/>
          <p:cNvSpPr txBox="1"/>
          <p:nvPr>
            <p:ph type="title"/>
          </p:nvPr>
        </p:nvSpPr>
        <p:spPr>
          <a:xfrm>
            <a:off x="457200" y="537750"/>
            <a:ext cx="5603400" cy="755700"/>
          </a:xfrm>
          <a:prstGeom prst="rect">
            <a:avLst/>
          </a:prstGeom>
        </p:spPr>
        <p:txBody>
          <a:bodyPr spcFirstLastPara="1" wrap="square" lIns="91425"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13" name="Google Shape;213;p46"/>
          <p:cNvSpPr txBox="1"/>
          <p:nvPr>
            <p:ph type="body" idx="2"/>
          </p:nvPr>
        </p:nvSpPr>
        <p:spPr>
          <a:xfrm>
            <a:off x="31951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214" name="Google Shape;214;p46"/>
          <p:cNvSpPr txBox="1"/>
          <p:nvPr>
            <p:ph type="body" idx="3"/>
          </p:nvPr>
        </p:nvSpPr>
        <p:spPr>
          <a:xfrm>
            <a:off x="5933000" y="1827475"/>
            <a:ext cx="2280600" cy="2754900"/>
          </a:xfrm>
          <a:prstGeom prst="rect">
            <a:avLst/>
          </a:prstGeom>
        </p:spPr>
        <p:txBody>
          <a:bodyPr spcFirstLastPara="1" wrap="square" lIns="0" tIns="91425" rIns="91425" bIns="91425" anchor="t" anchorCtr="0">
            <a:normAutofit/>
          </a:bodyPr>
          <a:lstStyle>
            <a:lvl1pPr marL="457200" lvl="0" indent="-304800">
              <a:lnSpc>
                <a:spcPct val="115000"/>
              </a:lnSpc>
              <a:spcBef>
                <a:spcPts val="0"/>
              </a:spcBef>
              <a:spcAft>
                <a:spcPts val="0"/>
              </a:spcAft>
              <a:buSzPts val="1200"/>
              <a:buChar char="•"/>
              <a:defRPr sz="1200"/>
            </a:lvl1pPr>
            <a:lvl2pPr marL="914400" lvl="1" indent="-304800">
              <a:lnSpc>
                <a:spcPct val="115000"/>
              </a:lnSpc>
              <a:spcBef>
                <a:spcPts val="800"/>
              </a:spcBef>
              <a:spcAft>
                <a:spcPts val="0"/>
              </a:spcAft>
              <a:buSzPts val="1200"/>
              <a:buChar char="•"/>
              <a:defRPr sz="1200"/>
            </a:lvl2pPr>
            <a:lvl3pPr marL="1371600" lvl="2" indent="-304800">
              <a:lnSpc>
                <a:spcPct val="115000"/>
              </a:lnSpc>
              <a:spcBef>
                <a:spcPts val="800"/>
              </a:spcBef>
              <a:spcAft>
                <a:spcPts val="0"/>
              </a:spcAft>
              <a:buSzPts val="1200"/>
              <a:buChar char="•"/>
              <a:defRPr sz="1200"/>
            </a:lvl3pPr>
            <a:lvl4pPr marL="1828800" lvl="3" indent="-304800">
              <a:lnSpc>
                <a:spcPct val="115000"/>
              </a:lnSpc>
              <a:spcBef>
                <a:spcPts val="800"/>
              </a:spcBef>
              <a:spcAft>
                <a:spcPts val="0"/>
              </a:spcAft>
              <a:buSzPts val="1200"/>
              <a:buChar char="•"/>
              <a:defRPr sz="1200"/>
            </a:lvl4pPr>
            <a:lvl5pPr marL="2286000" lvl="4" indent="-304800">
              <a:lnSpc>
                <a:spcPct val="115000"/>
              </a:lnSpc>
              <a:spcBef>
                <a:spcPts val="800"/>
              </a:spcBef>
              <a:spcAft>
                <a:spcPts val="0"/>
              </a:spcAft>
              <a:buSzPts val="1200"/>
              <a:buChar char="•"/>
              <a:defRPr sz="1200"/>
            </a:lvl5pPr>
            <a:lvl6pPr marL="2743200" lvl="5" indent="-304800">
              <a:lnSpc>
                <a:spcPct val="115000"/>
              </a:lnSpc>
              <a:spcBef>
                <a:spcPts val="800"/>
              </a:spcBef>
              <a:spcAft>
                <a:spcPts val="0"/>
              </a:spcAft>
              <a:buSzPts val="1200"/>
              <a:buChar char="•"/>
              <a:defRPr sz="1200"/>
            </a:lvl6pPr>
            <a:lvl7pPr marL="3200400" lvl="6" indent="-304800">
              <a:lnSpc>
                <a:spcPct val="115000"/>
              </a:lnSpc>
              <a:spcBef>
                <a:spcPts val="800"/>
              </a:spcBef>
              <a:spcAft>
                <a:spcPts val="0"/>
              </a:spcAft>
              <a:buSzPts val="1200"/>
              <a:buChar char="•"/>
              <a:defRPr sz="1200"/>
            </a:lvl7pPr>
            <a:lvl8pPr marL="3657600" lvl="7" indent="-304800">
              <a:lnSpc>
                <a:spcPct val="115000"/>
              </a:lnSpc>
              <a:spcBef>
                <a:spcPts val="800"/>
              </a:spcBef>
              <a:spcAft>
                <a:spcPts val="0"/>
              </a:spcAft>
              <a:buSzPts val="1200"/>
              <a:buChar char="•"/>
              <a:defRPr sz="1200"/>
            </a:lvl8pPr>
            <a:lvl9pPr marL="4114800" lvl="8" indent="-304800">
              <a:lnSpc>
                <a:spcPct val="115000"/>
              </a:lnSpc>
              <a:spcBef>
                <a:spcPts val="800"/>
              </a:spcBef>
              <a:spcAft>
                <a:spcPts val="800"/>
              </a:spcAft>
              <a:buSzPts val="1200"/>
              <a:buChar char="•"/>
              <a:defRPr sz="1200"/>
            </a:lvl9pPr>
          </a:lstStyle>
          <a:p/>
        </p:txBody>
      </p:sp>
      <p:sp>
        <p:nvSpPr>
          <p:cNvPr id="215" name="Google Shape;215;p46"/>
          <p:cNvSpPr txBox="1"/>
          <p:nvPr>
            <p:ph type="subTitle" idx="4"/>
          </p:nvPr>
        </p:nvSpPr>
        <p:spPr>
          <a:xfrm>
            <a:off x="45852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216" name="Google Shape;216;p46"/>
          <p:cNvSpPr txBox="1"/>
          <p:nvPr>
            <p:ph type="subTitle" idx="5"/>
          </p:nvPr>
        </p:nvSpPr>
        <p:spPr>
          <a:xfrm>
            <a:off x="3195100"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
        <p:nvSpPr>
          <p:cNvPr id="217" name="Google Shape;217;p46"/>
          <p:cNvSpPr txBox="1"/>
          <p:nvPr>
            <p:ph type="subTitle" idx="6"/>
          </p:nvPr>
        </p:nvSpPr>
        <p:spPr>
          <a:xfrm>
            <a:off x="5931675" y="1375575"/>
            <a:ext cx="2280600" cy="425400"/>
          </a:xfrm>
          <a:prstGeom prst="rect">
            <a:avLst/>
          </a:prstGeom>
        </p:spPr>
        <p:txBody>
          <a:bodyPr spcFirstLastPara="1" wrap="square" lIns="0" tIns="91425" rIns="91425" bIns="91425" anchor="t" anchorCtr="0">
            <a:normAutofit/>
          </a:bodyPr>
          <a:lstStyle>
            <a:lvl1pPr lvl="0">
              <a:spcBef>
                <a:spcPts val="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1pPr>
            <a:lvl2pPr lvl="1">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2pPr>
            <a:lvl3pPr lvl="2">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3pPr>
            <a:lvl4pPr lvl="3">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4pPr>
            <a:lvl5pPr lvl="4">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5pPr>
            <a:lvl6pPr lvl="5">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6pPr>
            <a:lvl7pPr lvl="6">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7pPr>
            <a:lvl8pPr lvl="7">
              <a:spcBef>
                <a:spcPts val="800"/>
              </a:spcBef>
              <a:spcAft>
                <a:spcPts val="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8pPr>
            <a:lvl9pPr lvl="8">
              <a:spcBef>
                <a:spcPts val="800"/>
              </a:spcBef>
              <a:spcAft>
                <a:spcPts val="800"/>
              </a:spcAft>
              <a:buSzPts val="1400"/>
              <a:buFont typeface="Inter" panose="02000503000000020004"/>
              <a:buNone/>
              <a:defRPr b="1">
                <a:latin typeface="Inter" panose="02000503000000020004"/>
                <a:ea typeface="Inter" panose="02000503000000020004"/>
                <a:cs typeface="Inter" panose="02000503000000020004"/>
                <a:sym typeface="Inter" panose="02000503000000020004"/>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Agenda">
  <p:cSld name="TITLE_AND_BODY_1">
    <p:bg>
      <p:bgPr>
        <a:solidFill>
          <a:schemeClr val="dk1"/>
        </a:solidFill>
        <a:effectLst/>
      </p:bgPr>
    </p:bg>
    <p:spTree>
      <p:nvGrpSpPr>
        <p:cNvPr id="218" name="Shape 218"/>
        <p:cNvGrpSpPr/>
        <p:nvPr/>
      </p:nvGrpSpPr>
      <p:grpSpPr>
        <a:xfrm>
          <a:off x="0" y="0"/>
          <a:ext cx="0" cy="0"/>
          <a:chOff x="0" y="0"/>
          <a:chExt cx="0" cy="0"/>
        </a:xfrm>
      </p:grpSpPr>
      <p:sp>
        <p:nvSpPr>
          <p:cNvPr id="219" name="Google Shape;219;p47"/>
          <p:cNvSpPr txBox="1"/>
          <p:nvPr>
            <p:ph type="body" idx="1"/>
          </p:nvPr>
        </p:nvSpPr>
        <p:spPr>
          <a:xfrm>
            <a:off x="910425" y="342900"/>
            <a:ext cx="7921800" cy="4226100"/>
          </a:xfrm>
          <a:prstGeom prst="rect">
            <a:avLst/>
          </a:prstGeom>
        </p:spPr>
        <p:txBody>
          <a:bodyPr spcFirstLastPara="1" wrap="square" lIns="91425" tIns="91425" rIns="91425" bIns="91425" anchor="ctr" anchorCtr="0">
            <a:normAutofit/>
          </a:bodyPr>
          <a:lstStyle>
            <a:lvl1pPr marL="457200" lvl="0" indent="-381000">
              <a:lnSpc>
                <a:spcPct val="200000"/>
              </a:lnSpc>
              <a:spcBef>
                <a:spcPts val="0"/>
              </a:spcBef>
              <a:spcAft>
                <a:spcPts val="0"/>
              </a:spcAft>
              <a:buClr>
                <a:schemeClr val="lt1"/>
              </a:buClr>
              <a:buSzPts val="2400"/>
              <a:buChar char="•"/>
              <a:defRPr sz="2400" b="1">
                <a:solidFill>
                  <a:schemeClr val="lt1"/>
                </a:solidFill>
              </a:defRPr>
            </a:lvl1pPr>
            <a:lvl2pPr marL="914400" lvl="1" indent="-381000">
              <a:lnSpc>
                <a:spcPct val="200000"/>
              </a:lnSpc>
              <a:spcBef>
                <a:spcPts val="800"/>
              </a:spcBef>
              <a:spcAft>
                <a:spcPts val="0"/>
              </a:spcAft>
              <a:buClr>
                <a:schemeClr val="lt1"/>
              </a:buClr>
              <a:buSzPts val="2400"/>
              <a:buChar char="•"/>
              <a:defRPr sz="2400" b="1">
                <a:solidFill>
                  <a:schemeClr val="lt1"/>
                </a:solidFill>
              </a:defRPr>
            </a:lvl2pPr>
            <a:lvl3pPr marL="1371600" lvl="2" indent="-381000">
              <a:lnSpc>
                <a:spcPct val="200000"/>
              </a:lnSpc>
              <a:spcBef>
                <a:spcPts val="800"/>
              </a:spcBef>
              <a:spcAft>
                <a:spcPts val="0"/>
              </a:spcAft>
              <a:buClr>
                <a:schemeClr val="lt1"/>
              </a:buClr>
              <a:buSzPts val="2400"/>
              <a:buChar char="•"/>
              <a:defRPr sz="2400" b="1">
                <a:solidFill>
                  <a:schemeClr val="lt1"/>
                </a:solidFill>
              </a:defRPr>
            </a:lvl3pPr>
            <a:lvl4pPr marL="1828800" lvl="3" indent="-381000">
              <a:lnSpc>
                <a:spcPct val="200000"/>
              </a:lnSpc>
              <a:spcBef>
                <a:spcPts val="800"/>
              </a:spcBef>
              <a:spcAft>
                <a:spcPts val="0"/>
              </a:spcAft>
              <a:buClr>
                <a:schemeClr val="lt1"/>
              </a:buClr>
              <a:buSzPts val="2400"/>
              <a:buChar char="•"/>
              <a:defRPr sz="2400" b="1">
                <a:solidFill>
                  <a:schemeClr val="lt1"/>
                </a:solidFill>
              </a:defRPr>
            </a:lvl4pPr>
            <a:lvl5pPr marL="2286000" lvl="4" indent="-381000">
              <a:lnSpc>
                <a:spcPct val="200000"/>
              </a:lnSpc>
              <a:spcBef>
                <a:spcPts val="800"/>
              </a:spcBef>
              <a:spcAft>
                <a:spcPts val="0"/>
              </a:spcAft>
              <a:buClr>
                <a:schemeClr val="lt1"/>
              </a:buClr>
              <a:buSzPts val="2400"/>
              <a:buChar char="•"/>
              <a:defRPr sz="2400" b="1">
                <a:solidFill>
                  <a:schemeClr val="lt1"/>
                </a:solidFill>
              </a:defRPr>
            </a:lvl5pPr>
            <a:lvl6pPr marL="2743200" lvl="5" indent="-381000">
              <a:lnSpc>
                <a:spcPct val="200000"/>
              </a:lnSpc>
              <a:spcBef>
                <a:spcPts val="800"/>
              </a:spcBef>
              <a:spcAft>
                <a:spcPts val="0"/>
              </a:spcAft>
              <a:buClr>
                <a:schemeClr val="lt1"/>
              </a:buClr>
              <a:buSzPts val="2400"/>
              <a:buChar char="•"/>
              <a:defRPr sz="2400" b="1">
                <a:solidFill>
                  <a:schemeClr val="lt1"/>
                </a:solidFill>
              </a:defRPr>
            </a:lvl6pPr>
            <a:lvl7pPr marL="3200400" lvl="6" indent="-381000">
              <a:lnSpc>
                <a:spcPct val="200000"/>
              </a:lnSpc>
              <a:spcBef>
                <a:spcPts val="800"/>
              </a:spcBef>
              <a:spcAft>
                <a:spcPts val="0"/>
              </a:spcAft>
              <a:buClr>
                <a:schemeClr val="lt1"/>
              </a:buClr>
              <a:buSzPts val="2400"/>
              <a:buChar char="•"/>
              <a:defRPr sz="2400" b="1">
                <a:solidFill>
                  <a:schemeClr val="lt1"/>
                </a:solidFill>
              </a:defRPr>
            </a:lvl7pPr>
            <a:lvl8pPr marL="3657600" lvl="7" indent="-381000">
              <a:lnSpc>
                <a:spcPct val="200000"/>
              </a:lnSpc>
              <a:spcBef>
                <a:spcPts val="800"/>
              </a:spcBef>
              <a:spcAft>
                <a:spcPts val="0"/>
              </a:spcAft>
              <a:buClr>
                <a:schemeClr val="lt1"/>
              </a:buClr>
              <a:buSzPts val="2400"/>
              <a:buChar char="•"/>
              <a:defRPr sz="2400" b="1">
                <a:solidFill>
                  <a:schemeClr val="lt1"/>
                </a:solidFill>
              </a:defRPr>
            </a:lvl8pPr>
            <a:lvl9pPr marL="4114800" lvl="8" indent="-381000">
              <a:lnSpc>
                <a:spcPct val="200000"/>
              </a:lnSpc>
              <a:spcBef>
                <a:spcPts val="800"/>
              </a:spcBef>
              <a:spcAft>
                <a:spcPts val="800"/>
              </a:spcAft>
              <a:buClr>
                <a:schemeClr val="lt1"/>
              </a:buClr>
              <a:buSzPts val="2400"/>
              <a:buChar char="•"/>
              <a:defRPr sz="2400" b="1">
                <a:solidFill>
                  <a:schemeClr val="lt1"/>
                </a:solidFill>
              </a:defRPr>
            </a:lvl9pPr>
          </a:lstStyle>
          <a:p/>
        </p:txBody>
      </p:sp>
      <p:sp>
        <p:nvSpPr>
          <p:cNvPr id="220" name="Google Shape;220;p4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graphicFrame>
        <p:nvGraphicFramePr>
          <p:cNvPr id="221" name="Google Shape;221;p47"/>
          <p:cNvGraphicFramePr/>
          <p:nvPr/>
        </p:nvGraphicFramePr>
        <p:xfrm>
          <a:off x="457200" y="514350"/>
          <a:ext cx="8229300" cy="4114800"/>
        </p:xfrm>
        <a:graphic>
          <a:graphicData uri="http://schemas.openxmlformats.org/drawingml/2006/table">
            <a:tbl>
              <a:tblPr>
                <a:noFill/>
                <a:tableStyleId>{77B5269D-C029-4F7B-A885-4302A86CAA35}</a:tableStyleId>
              </a:tblPr>
              <a:tblGrid>
                <a:gridCol w="4114650"/>
                <a:gridCol w="3428875"/>
                <a:gridCol w="685775"/>
              </a:tblGrid>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34290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r>
            </a:tbl>
          </a:graphicData>
        </a:graphic>
      </p:graphicFrame>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Metrics">
  <p:cSld name="CUSTOM_4">
    <p:spTree>
      <p:nvGrpSpPr>
        <p:cNvPr id="222" name="Shape 222"/>
        <p:cNvGrpSpPr/>
        <p:nvPr/>
      </p:nvGrpSpPr>
      <p:grpSpPr>
        <a:xfrm>
          <a:off x="0" y="0"/>
          <a:ext cx="0" cy="0"/>
          <a:chOff x="0" y="0"/>
          <a:chExt cx="0" cy="0"/>
        </a:xfrm>
      </p:grpSpPr>
      <p:sp>
        <p:nvSpPr>
          <p:cNvPr id="223" name="Google Shape;223;p48"/>
          <p:cNvSpPr txBox="1"/>
          <p:nvPr>
            <p:ph type="title"/>
          </p:nvPr>
        </p:nvSpPr>
        <p:spPr>
          <a:xfrm>
            <a:off x="457200" y="514350"/>
            <a:ext cx="82299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graphicFrame>
        <p:nvGraphicFramePr>
          <p:cNvPr id="224" name="Google Shape;224;p48"/>
          <p:cNvGraphicFramePr/>
          <p:nvPr/>
        </p:nvGraphicFramePr>
        <p:xfrm>
          <a:off x="457200" y="514350"/>
          <a:ext cx="8229950" cy="4114800"/>
        </p:xfrm>
        <a:graphic>
          <a:graphicData uri="http://schemas.openxmlformats.org/drawingml/2006/table">
            <a:tbl>
              <a:tblPr>
                <a:noFill/>
                <a:tableStyleId>{77B5269D-C029-4F7B-A885-4302A86CAA35}</a:tableStyleId>
              </a:tblPr>
              <a:tblGrid>
                <a:gridCol w="4114975"/>
                <a:gridCol w="4114975"/>
              </a:tblGrid>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r>
              <a:tr h="6858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Metrics 1">
  <p:cSld name="CUSTOM_4_1">
    <p:spTree>
      <p:nvGrpSpPr>
        <p:cNvPr id="225" name="Shape 225"/>
        <p:cNvGrpSpPr/>
        <p:nvPr/>
      </p:nvGrpSpPr>
      <p:grpSpPr>
        <a:xfrm>
          <a:off x="0" y="0"/>
          <a:ext cx="0" cy="0"/>
          <a:chOff x="0" y="0"/>
          <a:chExt cx="0" cy="0"/>
        </a:xfrm>
      </p:grpSpPr>
      <p:sp>
        <p:nvSpPr>
          <p:cNvPr id="226" name="Google Shape;226;p49"/>
          <p:cNvSpPr txBox="1"/>
          <p:nvPr>
            <p:ph type="title"/>
          </p:nvPr>
        </p:nvSpPr>
        <p:spPr>
          <a:xfrm>
            <a:off x="457200" y="514350"/>
            <a:ext cx="82299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graphicFrame>
        <p:nvGraphicFramePr>
          <p:cNvPr id="227" name="Google Shape;227;p49"/>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057325"/>
                <a:gridCol w="2057325"/>
                <a:gridCol w="2057325"/>
                <a:gridCol w="2057325"/>
              </a:tblGrid>
              <a:tr h="685800">
                <a:tc gridSpan="4">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c hMerge="1">
                  <a:tcPr/>
                </a:tc>
              </a:tr>
              <a:tr h="20574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Metrics 1 1">
  <p:cSld name="CUSTOM_4_1_1">
    <p:spTree>
      <p:nvGrpSpPr>
        <p:cNvPr id="228" name="Shape 228"/>
        <p:cNvGrpSpPr/>
        <p:nvPr/>
      </p:nvGrpSpPr>
      <p:grpSpPr>
        <a:xfrm>
          <a:off x="0" y="0"/>
          <a:ext cx="0" cy="0"/>
          <a:chOff x="0" y="0"/>
          <a:chExt cx="0" cy="0"/>
        </a:xfrm>
      </p:grpSpPr>
      <p:sp>
        <p:nvSpPr>
          <p:cNvPr id="229" name="Google Shape;229;p50"/>
          <p:cNvSpPr txBox="1"/>
          <p:nvPr>
            <p:ph type="title"/>
          </p:nvPr>
        </p:nvSpPr>
        <p:spPr>
          <a:xfrm>
            <a:off x="457200" y="514350"/>
            <a:ext cx="82299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graphicFrame>
        <p:nvGraphicFramePr>
          <p:cNvPr id="230" name="Google Shape;230;p50"/>
          <p:cNvGraphicFramePr/>
          <p:nvPr/>
        </p:nvGraphicFramePr>
        <p:xfrm>
          <a:off x="457200" y="514350"/>
          <a:ext cx="8229300" cy="4114800"/>
        </p:xfrm>
        <a:graphic>
          <a:graphicData uri="http://schemas.openxmlformats.org/drawingml/2006/table">
            <a:tbl>
              <a:tblPr>
                <a:noFill/>
                <a:tableStyleId>{77B5269D-C029-4F7B-A885-4302A86CAA35}</a:tableStyleId>
              </a:tblPr>
              <a:tblGrid>
                <a:gridCol w="2057325"/>
                <a:gridCol w="2057325"/>
                <a:gridCol w="2057325"/>
                <a:gridCol w="2057325"/>
              </a:tblGrid>
              <a:tr h="685800">
                <a:tc gridSpan="4">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c hMerge="1">
                  <a:tcPr/>
                </a:tc>
              </a:tr>
              <a:tr h="20574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eam">
  <p:cSld name="CUSTOM_4_1_1_1">
    <p:spTree>
      <p:nvGrpSpPr>
        <p:cNvPr id="231" name="Shape 231"/>
        <p:cNvGrpSpPr/>
        <p:nvPr/>
      </p:nvGrpSpPr>
      <p:grpSpPr>
        <a:xfrm>
          <a:off x="0" y="0"/>
          <a:ext cx="0" cy="0"/>
          <a:chOff x="0" y="0"/>
          <a:chExt cx="0" cy="0"/>
        </a:xfrm>
      </p:grpSpPr>
      <p:sp>
        <p:nvSpPr>
          <p:cNvPr id="232" name="Google Shape;232;p51"/>
          <p:cNvSpPr txBox="1"/>
          <p:nvPr>
            <p:ph type="title"/>
          </p:nvPr>
        </p:nvSpPr>
        <p:spPr>
          <a:xfrm>
            <a:off x="457200" y="514350"/>
            <a:ext cx="8229900" cy="685800"/>
          </a:xfrm>
          <a:prstGeom prst="rect">
            <a:avLst/>
          </a:prstGeom>
        </p:spPr>
        <p:txBody>
          <a:bodyPr spcFirstLastPara="1" wrap="square" lIns="91425" tIns="91425" rIns="0" bIns="91425" anchor="ctr"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graphicFrame>
        <p:nvGraphicFramePr>
          <p:cNvPr id="233" name="Google Shape;233;p51"/>
          <p:cNvGraphicFramePr/>
          <p:nvPr/>
        </p:nvGraphicFramePr>
        <p:xfrm>
          <a:off x="457200" y="514350"/>
          <a:ext cx="8229300" cy="4114800"/>
        </p:xfrm>
        <a:graphic>
          <a:graphicData uri="http://schemas.openxmlformats.org/drawingml/2006/table">
            <a:tbl>
              <a:tblPr>
                <a:noFill/>
                <a:tableStyleId>{77B5269D-C029-4F7B-A885-4302A86CAA35}</a:tableStyleId>
              </a:tblPr>
              <a:tblGrid>
                <a:gridCol w="685775"/>
                <a:gridCol w="1371550"/>
                <a:gridCol w="2057325"/>
                <a:gridCol w="2057325"/>
                <a:gridCol w="2057325"/>
              </a:tblGrid>
              <a:tr h="685800">
                <a:tc gridSpan="3">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hMerge="1">
                  <a:tcPr/>
                </a:tc>
                <a:tc rowSpan="2"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rowSpan="2" hMerge="1">
                  <a:tcPr/>
                </a:tc>
              </a:tr>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vMerge="1" gridSpan="2">
                  <a:tcPr/>
                </a:tc>
                <a:tc vMerge="1" hMerge="1">
                  <a:tcPr/>
                </a:tc>
              </a:tr>
              <a:tr h="13716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1371600">
                <a:tc gridSpan="2">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hMerge="1">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34" name="Shape 234"/>
        <p:cNvGrpSpPr/>
        <p:nvPr/>
      </p:nvGrpSpPr>
      <p:grpSpPr>
        <a:xfrm>
          <a:off x="0" y="0"/>
          <a:ext cx="0" cy="0"/>
          <a:chOff x="0" y="0"/>
          <a:chExt cx="0" cy="0"/>
        </a:xfrm>
      </p:grpSpPr>
      <p:sp>
        <p:nvSpPr>
          <p:cNvPr id="235" name="Google Shape;235;p52"/>
          <p:cNvSpPr txBox="1"/>
          <p:nvPr>
            <p:ph type="title"/>
          </p:nvPr>
        </p:nvSpPr>
        <p:spPr>
          <a:xfrm>
            <a:off x="457200" y="342900"/>
            <a:ext cx="7782900" cy="572700"/>
          </a:xfrm>
          <a:prstGeom prst="rect">
            <a:avLst/>
          </a:prstGeom>
        </p:spPr>
        <p:txBody>
          <a:bodyPr spcFirstLastPara="1" wrap="square" lIns="91425" tIns="91425" rIns="0" bIns="91425" anchor="b"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36" name="Google Shape;236;p52"/>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237" name="Google Shape;237;p52"/>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p:txBody>
      </p:sp>
      <p:sp>
        <p:nvSpPr>
          <p:cNvPr id="238" name="Google Shape;238;p52"/>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39" name="Shape 239"/>
        <p:cNvGrpSpPr/>
        <p:nvPr/>
      </p:nvGrpSpPr>
      <p:grpSpPr>
        <a:xfrm>
          <a:off x="0" y="0"/>
          <a:ext cx="0" cy="0"/>
          <a:chOff x="0" y="0"/>
          <a:chExt cx="0" cy="0"/>
        </a:xfrm>
      </p:grpSpPr>
      <p:sp>
        <p:nvSpPr>
          <p:cNvPr id="240" name="Google Shape;240;p53"/>
          <p:cNvSpPr txBox="1"/>
          <p:nvPr>
            <p:ph type="title"/>
          </p:nvPr>
        </p:nvSpPr>
        <p:spPr>
          <a:xfrm>
            <a:off x="457200" y="342900"/>
            <a:ext cx="7782900" cy="572700"/>
          </a:xfrm>
          <a:prstGeom prst="rect">
            <a:avLst/>
          </a:prstGeom>
        </p:spPr>
        <p:txBody>
          <a:bodyPr spcFirstLastPara="1" wrap="square" lIns="91425" tIns="91425" rIns="0" bIns="91425" anchor="b" anchorCtr="0">
            <a:normAutofit/>
          </a:bodyPr>
          <a:lstStyle>
            <a:lvl1pPr lvl="0">
              <a:spcBef>
                <a:spcPts val="0"/>
              </a:spcBef>
              <a:spcAft>
                <a:spcPts val="0"/>
              </a:spcAft>
              <a:buSzPts val="1800"/>
              <a:buNone/>
              <a:defRPr/>
            </a:lvl1pPr>
            <a:lvl2pPr lvl="1">
              <a:spcBef>
                <a:spcPts val="0"/>
              </a:spcBef>
              <a:spcAft>
                <a:spcPts val="0"/>
              </a:spcAft>
              <a:buSzPts val="1800"/>
              <a:buNone/>
              <a:defRPr/>
            </a:lvl2pPr>
            <a:lvl3pPr lvl="2">
              <a:spcBef>
                <a:spcPts val="0"/>
              </a:spcBef>
              <a:spcAft>
                <a:spcPts val="0"/>
              </a:spcAft>
              <a:buSzPts val="1800"/>
              <a:buNone/>
              <a:defRPr/>
            </a:lvl3pPr>
            <a:lvl4pPr lvl="3">
              <a:spcBef>
                <a:spcPts val="0"/>
              </a:spcBef>
              <a:spcAft>
                <a:spcPts val="0"/>
              </a:spcAft>
              <a:buSzPts val="1800"/>
              <a:buNone/>
              <a:defRPr/>
            </a:lvl4pPr>
            <a:lvl5pPr lvl="4">
              <a:spcBef>
                <a:spcPts val="0"/>
              </a:spcBef>
              <a:spcAft>
                <a:spcPts val="0"/>
              </a:spcAft>
              <a:buSzPts val="1800"/>
              <a:buNone/>
              <a:defRPr/>
            </a:lvl5pPr>
            <a:lvl6pPr lvl="5">
              <a:spcBef>
                <a:spcPts val="0"/>
              </a:spcBef>
              <a:spcAft>
                <a:spcPts val="0"/>
              </a:spcAft>
              <a:buSzPts val="1800"/>
              <a:buNone/>
              <a:defRPr/>
            </a:lvl6pPr>
            <a:lvl7pPr lvl="6">
              <a:spcBef>
                <a:spcPts val="0"/>
              </a:spcBef>
              <a:spcAft>
                <a:spcPts val="0"/>
              </a:spcAft>
              <a:buSzPts val="1800"/>
              <a:buNone/>
              <a:defRPr/>
            </a:lvl7pPr>
            <a:lvl8pPr lvl="7">
              <a:spcBef>
                <a:spcPts val="0"/>
              </a:spcBef>
              <a:spcAft>
                <a:spcPts val="0"/>
              </a:spcAft>
              <a:buSzPts val="1800"/>
              <a:buNone/>
              <a:defRPr/>
            </a:lvl8pPr>
            <a:lvl9pPr lvl="8">
              <a:spcBef>
                <a:spcPts val="0"/>
              </a:spcBef>
              <a:spcAft>
                <a:spcPts val="0"/>
              </a:spcAft>
              <a:buSzPts val="1800"/>
              <a:buNone/>
              <a:defRPr/>
            </a:lvl9pPr>
          </a:lstStyle>
          <a:p/>
        </p:txBody>
      </p:sp>
      <p:sp>
        <p:nvSpPr>
          <p:cNvPr id="241" name="Google Shape;241;p53"/>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42" name="Shape 242"/>
        <p:cNvGrpSpPr/>
        <p:nvPr/>
      </p:nvGrpSpPr>
      <p:grpSpPr>
        <a:xfrm>
          <a:off x="0" y="0"/>
          <a:ext cx="0" cy="0"/>
          <a:chOff x="0" y="0"/>
          <a:chExt cx="0" cy="0"/>
        </a:xfrm>
      </p:grpSpPr>
      <p:sp>
        <p:nvSpPr>
          <p:cNvPr id="243" name="Google Shape;243;p54"/>
          <p:cNvSpPr txBox="1"/>
          <p:nvPr>
            <p:ph type="title"/>
          </p:nvPr>
        </p:nvSpPr>
        <p:spPr>
          <a:xfrm>
            <a:off x="457200" y="537750"/>
            <a:ext cx="5603400" cy="755700"/>
          </a:xfrm>
          <a:prstGeom prst="rect">
            <a:avLst/>
          </a:prstGeom>
        </p:spPr>
        <p:txBody>
          <a:bodyPr spcFirstLastPara="1" wrap="square" lIns="91425"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44" name="Google Shape;244;p54"/>
          <p:cNvSpPr txBox="1"/>
          <p:nvPr>
            <p:ph type="body" idx="1"/>
          </p:nvPr>
        </p:nvSpPr>
        <p:spPr>
          <a:xfrm>
            <a:off x="457200" y="1389600"/>
            <a:ext cx="56034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1pPr>
            <a:lvl2pPr marL="914400" lvl="1"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2pPr>
            <a:lvl3pPr marL="1371600" lvl="2"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3pPr>
            <a:lvl4pPr marL="1828800" lvl="3"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4pPr>
            <a:lvl5pPr marL="2286000" lvl="4"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5pPr>
            <a:lvl6pPr marL="2743200" lvl="5"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6pPr>
            <a:lvl7pPr marL="3200400" lvl="6"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7pPr>
            <a:lvl8pPr marL="3657600" lvl="7" indent="-304800">
              <a:spcBef>
                <a:spcPts val="800"/>
              </a:spcBef>
              <a:spcAft>
                <a:spcPts val="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8pPr>
            <a:lvl9pPr marL="4114800" lvl="8" indent="-304800">
              <a:spcBef>
                <a:spcPts val="800"/>
              </a:spcBef>
              <a:spcAft>
                <a:spcPts val="800"/>
              </a:spcAft>
              <a:buSzPts val="1200"/>
              <a:buFont typeface="Inter" panose="02000503000000020004"/>
              <a:buChar char="•"/>
              <a:defRPr sz="1200">
                <a:latin typeface="Inter" panose="02000503000000020004"/>
                <a:ea typeface="Inter" panose="02000503000000020004"/>
                <a:cs typeface="Inter" panose="02000503000000020004"/>
                <a:sym typeface="Inter" panose="02000503000000020004"/>
              </a:defRPr>
            </a:lvl9pPr>
          </a:lstStyle>
          <a:p/>
        </p:txBody>
      </p:sp>
      <p:sp>
        <p:nvSpPr>
          <p:cNvPr id="245" name="Google Shape;245;p54"/>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246" name="Shape 246"/>
        <p:cNvGrpSpPr/>
        <p:nvPr/>
      </p:nvGrpSpPr>
      <p:grpSpPr>
        <a:xfrm>
          <a:off x="0" y="0"/>
          <a:ext cx="0" cy="0"/>
          <a:chOff x="0" y="0"/>
          <a:chExt cx="0" cy="0"/>
        </a:xfrm>
      </p:grpSpPr>
      <p:sp>
        <p:nvSpPr>
          <p:cNvPr id="247" name="Google Shape;247;p55"/>
          <p:cNvSpPr txBox="1"/>
          <p:nvPr>
            <p:ph type="title"/>
          </p:nvPr>
        </p:nvSpPr>
        <p:spPr>
          <a:xfrm>
            <a:off x="457200" y="2193900"/>
            <a:ext cx="5603400" cy="755700"/>
          </a:xfrm>
          <a:prstGeom prst="rect">
            <a:avLst/>
          </a:prstGeom>
        </p:spPr>
        <p:txBody>
          <a:bodyPr spcFirstLastPara="1" wrap="square" lIns="91425"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48" name="Google Shape;248;p55"/>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249" name="Shape 249"/>
        <p:cNvGrpSpPr/>
        <p:nvPr/>
      </p:nvGrpSpPr>
      <p:grpSpPr>
        <a:xfrm>
          <a:off x="0" y="0"/>
          <a:ext cx="0" cy="0"/>
          <a:chOff x="0" y="0"/>
          <a:chExt cx="0" cy="0"/>
        </a:xfrm>
      </p:grpSpPr>
      <p:sp>
        <p:nvSpPr>
          <p:cNvPr id="250" name="Google Shape;250;p56"/>
          <p:cNvSpPr txBox="1"/>
          <p:nvPr>
            <p:ph type="title"/>
          </p:nvPr>
        </p:nvSpPr>
        <p:spPr>
          <a:xfrm>
            <a:off x="917050" y="450150"/>
            <a:ext cx="5249700" cy="4090800"/>
          </a:xfrm>
          <a:prstGeom prst="rect">
            <a:avLst/>
          </a:prstGeom>
        </p:spPr>
        <p:txBody>
          <a:bodyPr spcFirstLastPara="1" wrap="square" lIns="0" tIns="91425" rIns="91425" bIns="91425" anchor="ctr" anchorCtr="0">
            <a:normAutofit/>
          </a:bodyPr>
          <a:lstStyle>
            <a:lvl1pPr lvl="0">
              <a:spcBef>
                <a:spcPts val="0"/>
              </a:spcBef>
              <a:spcAft>
                <a:spcPts val="0"/>
              </a:spcAft>
              <a:buClr>
                <a:schemeClr val="accent6"/>
              </a:buClr>
              <a:buSzPts val="4800"/>
              <a:buNone/>
              <a:defRPr sz="4800">
                <a:solidFill>
                  <a:schemeClr val="accent6"/>
                </a:solidFill>
              </a:defRPr>
            </a:lvl1pPr>
            <a:lvl2pPr lvl="1">
              <a:spcBef>
                <a:spcPts val="0"/>
              </a:spcBef>
              <a:spcAft>
                <a:spcPts val="0"/>
              </a:spcAft>
              <a:buClr>
                <a:schemeClr val="accent6"/>
              </a:buClr>
              <a:buSzPts val="4800"/>
              <a:buNone/>
              <a:defRPr sz="4800">
                <a:solidFill>
                  <a:schemeClr val="accent6"/>
                </a:solidFill>
              </a:defRPr>
            </a:lvl2pPr>
            <a:lvl3pPr lvl="2">
              <a:spcBef>
                <a:spcPts val="0"/>
              </a:spcBef>
              <a:spcAft>
                <a:spcPts val="0"/>
              </a:spcAft>
              <a:buClr>
                <a:schemeClr val="accent6"/>
              </a:buClr>
              <a:buSzPts val="4800"/>
              <a:buNone/>
              <a:defRPr sz="4800">
                <a:solidFill>
                  <a:schemeClr val="accent6"/>
                </a:solidFill>
              </a:defRPr>
            </a:lvl3pPr>
            <a:lvl4pPr lvl="3">
              <a:spcBef>
                <a:spcPts val="0"/>
              </a:spcBef>
              <a:spcAft>
                <a:spcPts val="0"/>
              </a:spcAft>
              <a:buClr>
                <a:schemeClr val="accent6"/>
              </a:buClr>
              <a:buSzPts val="4800"/>
              <a:buNone/>
              <a:defRPr sz="4800">
                <a:solidFill>
                  <a:schemeClr val="accent6"/>
                </a:solidFill>
              </a:defRPr>
            </a:lvl4pPr>
            <a:lvl5pPr lvl="4">
              <a:spcBef>
                <a:spcPts val="0"/>
              </a:spcBef>
              <a:spcAft>
                <a:spcPts val="0"/>
              </a:spcAft>
              <a:buClr>
                <a:schemeClr val="accent6"/>
              </a:buClr>
              <a:buSzPts val="4800"/>
              <a:buNone/>
              <a:defRPr sz="4800">
                <a:solidFill>
                  <a:schemeClr val="accent6"/>
                </a:solidFill>
              </a:defRPr>
            </a:lvl5pPr>
            <a:lvl6pPr lvl="5">
              <a:spcBef>
                <a:spcPts val="0"/>
              </a:spcBef>
              <a:spcAft>
                <a:spcPts val="0"/>
              </a:spcAft>
              <a:buClr>
                <a:schemeClr val="accent6"/>
              </a:buClr>
              <a:buSzPts val="4800"/>
              <a:buNone/>
              <a:defRPr sz="4800">
                <a:solidFill>
                  <a:schemeClr val="accent6"/>
                </a:solidFill>
              </a:defRPr>
            </a:lvl6pPr>
            <a:lvl7pPr lvl="6">
              <a:spcBef>
                <a:spcPts val="0"/>
              </a:spcBef>
              <a:spcAft>
                <a:spcPts val="0"/>
              </a:spcAft>
              <a:buClr>
                <a:schemeClr val="accent6"/>
              </a:buClr>
              <a:buSzPts val="4800"/>
              <a:buNone/>
              <a:defRPr sz="4800">
                <a:solidFill>
                  <a:schemeClr val="accent6"/>
                </a:solidFill>
              </a:defRPr>
            </a:lvl7pPr>
            <a:lvl8pPr lvl="7">
              <a:spcBef>
                <a:spcPts val="0"/>
              </a:spcBef>
              <a:spcAft>
                <a:spcPts val="0"/>
              </a:spcAft>
              <a:buClr>
                <a:schemeClr val="accent6"/>
              </a:buClr>
              <a:buSzPts val="4800"/>
              <a:buNone/>
              <a:defRPr sz="4800">
                <a:solidFill>
                  <a:schemeClr val="accent6"/>
                </a:solidFill>
              </a:defRPr>
            </a:lvl8pPr>
            <a:lvl9pPr lvl="8">
              <a:spcBef>
                <a:spcPts val="0"/>
              </a:spcBef>
              <a:spcAft>
                <a:spcPts val="0"/>
              </a:spcAft>
              <a:buClr>
                <a:schemeClr val="accent6"/>
              </a:buClr>
              <a:buSzPts val="4800"/>
              <a:buNone/>
              <a:defRPr sz="4800">
                <a:solidFill>
                  <a:schemeClr val="accent6"/>
                </a:solidFill>
              </a:defRPr>
            </a:lvl9pPr>
          </a:lstStyle>
          <a:p/>
        </p:txBody>
      </p:sp>
      <p:sp>
        <p:nvSpPr>
          <p:cNvPr id="251" name="Google Shape;251;p56"/>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
        <p:nvSpPr>
          <p:cNvPr id="252" name="Google Shape;252;p56"/>
          <p:cNvSpPr txBox="1"/>
          <p:nvPr>
            <p:ph type="subTitle" idx="1"/>
          </p:nvPr>
        </p:nvSpPr>
        <p:spPr>
          <a:xfrm>
            <a:off x="917050" y="3196425"/>
            <a:ext cx="4714200" cy="451800"/>
          </a:xfrm>
          <a:prstGeom prst="rect">
            <a:avLst/>
          </a:prstGeom>
        </p:spPr>
        <p:txBody>
          <a:bodyPr spcFirstLastPara="1" wrap="square" lIns="0" tIns="91425" rIns="91425" bIns="91425" anchor="t" anchorCtr="0">
            <a:normAutofit/>
          </a:bodyPr>
          <a:lstStyle>
            <a:lvl1pPr lvl="0">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1pPr>
            <a:lvl2pPr lvl="1">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2pPr>
            <a:lvl3pPr lvl="2">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3pPr>
            <a:lvl4pPr lvl="3">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4pPr>
            <a:lvl5pPr lvl="4">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5pPr>
            <a:lvl6pPr lvl="5">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6pPr>
            <a:lvl7pPr lvl="6">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7pPr>
            <a:lvl8pPr lvl="7">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8pPr>
            <a:lvl9pPr lvl="8">
              <a:lnSpc>
                <a:spcPct val="100000"/>
              </a:lnSpc>
              <a:spcBef>
                <a:spcPts val="0"/>
              </a:spcBef>
              <a:spcAft>
                <a:spcPts val="0"/>
              </a:spcAft>
              <a:buClr>
                <a:schemeClr val="accent6"/>
              </a:buClr>
              <a:buSzPts val="1600"/>
              <a:buFont typeface="Inter Medium"/>
              <a:buNone/>
              <a:defRPr sz="1600">
                <a:solidFill>
                  <a:schemeClr val="accent6"/>
                </a:solidFill>
                <a:latin typeface="Inter Medium"/>
                <a:ea typeface="Inter Medium"/>
                <a:cs typeface="Inter Medium"/>
                <a:sym typeface="Inter Medium"/>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253" name="Shape 253"/>
        <p:cNvGrpSpPr/>
        <p:nvPr/>
      </p:nvGrpSpPr>
      <p:grpSpPr>
        <a:xfrm>
          <a:off x="0" y="0"/>
          <a:ext cx="0" cy="0"/>
          <a:chOff x="0" y="0"/>
          <a:chExt cx="0" cy="0"/>
        </a:xfrm>
      </p:grpSpPr>
      <p:sp>
        <p:nvSpPr>
          <p:cNvPr id="254" name="Google Shape;254;p57"/>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255" name="Google Shape;255;p57"/>
          <p:cNvSpPr txBox="1"/>
          <p:nvPr>
            <p:ph type="title"/>
          </p:nvPr>
        </p:nvSpPr>
        <p:spPr>
          <a:xfrm>
            <a:off x="265500" y="1233175"/>
            <a:ext cx="4045200" cy="1482300"/>
          </a:xfrm>
          <a:prstGeom prst="rect">
            <a:avLst/>
          </a:prstGeom>
        </p:spPr>
        <p:txBody>
          <a:bodyPr spcFirstLastPara="1" wrap="square" lIns="91425" tIns="91425" rIns="0"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56" name="Google Shape;256;p57"/>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57" name="Google Shape;257;p57"/>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p:txBody>
      </p:sp>
      <p:sp>
        <p:nvSpPr>
          <p:cNvPr id="258" name="Google Shape;258;p57"/>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259" name="Shape 259"/>
        <p:cNvGrpSpPr/>
        <p:nvPr/>
      </p:nvGrpSpPr>
      <p:grpSpPr>
        <a:xfrm>
          <a:off x="0" y="0"/>
          <a:ext cx="0" cy="0"/>
          <a:chOff x="0" y="0"/>
          <a:chExt cx="0" cy="0"/>
        </a:xfrm>
      </p:grpSpPr>
      <p:sp>
        <p:nvSpPr>
          <p:cNvPr id="260" name="Google Shape;260;p58"/>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p:txBody>
      </p:sp>
      <p:sp>
        <p:nvSpPr>
          <p:cNvPr id="261" name="Google Shape;261;p58"/>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262" name="Shape 262"/>
        <p:cNvGrpSpPr/>
        <p:nvPr/>
      </p:nvGrpSpPr>
      <p:grpSpPr>
        <a:xfrm>
          <a:off x="0" y="0"/>
          <a:ext cx="0" cy="0"/>
          <a:chOff x="0" y="0"/>
          <a:chExt cx="0" cy="0"/>
        </a:xfrm>
      </p:grpSpPr>
      <p:sp>
        <p:nvSpPr>
          <p:cNvPr id="263" name="Google Shape;263;p59"/>
          <p:cNvSpPr txBox="1"/>
          <p:nvPr>
            <p:ph type="title" hasCustomPrompt="1"/>
          </p:nvPr>
        </p:nvSpPr>
        <p:spPr>
          <a:xfrm>
            <a:off x="311700" y="1106125"/>
            <a:ext cx="8520600" cy="1963500"/>
          </a:xfrm>
          <a:prstGeom prst="rect">
            <a:avLst/>
          </a:prstGeom>
        </p:spPr>
        <p:txBody>
          <a:bodyPr spcFirstLastPara="1" wrap="square" lIns="91425" tIns="91425" rIns="0"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64" name="Google Shape;264;p59"/>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800"/>
              </a:spcBef>
              <a:spcAft>
                <a:spcPts val="0"/>
              </a:spcAft>
              <a:buSzPts val="1400"/>
              <a:buChar char="•"/>
              <a:defRPr/>
            </a:lvl2pPr>
            <a:lvl3pPr marL="1371600" lvl="2" indent="-317500" algn="ctr">
              <a:spcBef>
                <a:spcPts val="800"/>
              </a:spcBef>
              <a:spcAft>
                <a:spcPts val="0"/>
              </a:spcAft>
              <a:buSzPts val="1400"/>
              <a:buChar char="•"/>
              <a:defRPr/>
            </a:lvl3pPr>
            <a:lvl4pPr marL="1828800" lvl="3" indent="-317500" algn="ctr">
              <a:spcBef>
                <a:spcPts val="800"/>
              </a:spcBef>
              <a:spcAft>
                <a:spcPts val="0"/>
              </a:spcAft>
              <a:buSzPts val="1400"/>
              <a:buChar char="•"/>
              <a:defRPr/>
            </a:lvl4pPr>
            <a:lvl5pPr marL="2286000" lvl="4" indent="-317500" algn="ctr">
              <a:spcBef>
                <a:spcPts val="800"/>
              </a:spcBef>
              <a:spcAft>
                <a:spcPts val="0"/>
              </a:spcAft>
              <a:buSzPts val="1400"/>
              <a:buChar char="•"/>
              <a:defRPr/>
            </a:lvl5pPr>
            <a:lvl6pPr marL="2743200" lvl="5" indent="-317500" algn="ctr">
              <a:spcBef>
                <a:spcPts val="800"/>
              </a:spcBef>
              <a:spcAft>
                <a:spcPts val="0"/>
              </a:spcAft>
              <a:buSzPts val="1400"/>
              <a:buChar char="•"/>
              <a:defRPr/>
            </a:lvl6pPr>
            <a:lvl7pPr marL="3200400" lvl="6" indent="-317500" algn="ctr">
              <a:spcBef>
                <a:spcPts val="800"/>
              </a:spcBef>
              <a:spcAft>
                <a:spcPts val="0"/>
              </a:spcAft>
              <a:buSzPts val="1400"/>
              <a:buChar char="•"/>
              <a:defRPr/>
            </a:lvl7pPr>
            <a:lvl8pPr marL="3657600" lvl="7" indent="-317500" algn="ctr">
              <a:spcBef>
                <a:spcPts val="800"/>
              </a:spcBef>
              <a:spcAft>
                <a:spcPts val="0"/>
              </a:spcAft>
              <a:buSzPts val="1400"/>
              <a:buChar char="•"/>
              <a:defRPr/>
            </a:lvl8pPr>
            <a:lvl9pPr marL="4114800" lvl="8" indent="-317500" algn="ctr">
              <a:spcBef>
                <a:spcPts val="800"/>
              </a:spcBef>
              <a:spcAft>
                <a:spcPts val="800"/>
              </a:spcAft>
              <a:buSzPts val="1400"/>
              <a:buChar char="•"/>
              <a:defRPr/>
            </a:lvl9pPr>
          </a:lstStyle>
          <a:p/>
        </p:txBody>
      </p:sp>
      <p:sp>
        <p:nvSpPr>
          <p:cNvPr id="265" name="Google Shape;265;p59"/>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66" name="Shape 266"/>
        <p:cNvGrpSpPr/>
        <p:nvPr/>
      </p:nvGrpSpPr>
      <p:grpSpPr>
        <a:xfrm>
          <a:off x="0" y="0"/>
          <a:ext cx="0" cy="0"/>
          <a:chOff x="0" y="0"/>
          <a:chExt cx="0" cy="0"/>
        </a:xfrm>
      </p:grpSpPr>
      <p:sp>
        <p:nvSpPr>
          <p:cNvPr id="267" name="Google Shape;267;p60"/>
          <p:cNvSpPr txBox="1"/>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Custom Layout 2">
  <p:cSld name="CUSTOM_3">
    <p:spTree>
      <p:nvGrpSpPr>
        <p:cNvPr id="268" name="Shape 268"/>
        <p:cNvGrpSpPr/>
        <p:nvPr/>
      </p:nvGrpSpPr>
      <p:grpSpPr>
        <a:xfrm>
          <a:off x="0" y="0"/>
          <a:ext cx="0" cy="0"/>
          <a:chOff x="0" y="0"/>
          <a:chExt cx="0" cy="0"/>
        </a:xfrm>
      </p:grpSpPr>
      <p:sp>
        <p:nvSpPr>
          <p:cNvPr id="269" name="Google Shape;269;p61"/>
          <p:cNvSpPr txBox="1"/>
          <p:nvPr>
            <p:ph type="body" idx="1"/>
          </p:nvPr>
        </p:nvSpPr>
        <p:spPr>
          <a:xfrm>
            <a:off x="457200" y="1293450"/>
            <a:ext cx="8229600" cy="32757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Char char="•"/>
              <a:defRPr sz="1600">
                <a:solidFill>
                  <a:schemeClr val="dk1"/>
                </a:solidFill>
              </a:defRPr>
            </a:lvl1pPr>
            <a:lvl2pPr marL="914400" lvl="1" indent="-330200">
              <a:spcBef>
                <a:spcPts val="1000"/>
              </a:spcBef>
              <a:spcAft>
                <a:spcPts val="0"/>
              </a:spcAft>
              <a:buClr>
                <a:schemeClr val="dk1"/>
              </a:buClr>
              <a:buSzPts val="1600"/>
              <a:buChar char="•"/>
              <a:defRPr sz="1600">
                <a:solidFill>
                  <a:schemeClr val="dk1"/>
                </a:solidFill>
              </a:defRPr>
            </a:lvl2pPr>
            <a:lvl3pPr marL="1371600" lvl="2" indent="-330200">
              <a:spcBef>
                <a:spcPts val="1000"/>
              </a:spcBef>
              <a:spcAft>
                <a:spcPts val="0"/>
              </a:spcAft>
              <a:buClr>
                <a:schemeClr val="dk1"/>
              </a:buClr>
              <a:buSzPts val="1600"/>
              <a:buChar char="•"/>
              <a:defRPr sz="1600">
                <a:solidFill>
                  <a:schemeClr val="dk1"/>
                </a:solidFill>
              </a:defRPr>
            </a:lvl3pPr>
            <a:lvl4pPr marL="1828800" lvl="3" indent="-330200">
              <a:spcBef>
                <a:spcPts val="1000"/>
              </a:spcBef>
              <a:spcAft>
                <a:spcPts val="0"/>
              </a:spcAft>
              <a:buClr>
                <a:schemeClr val="dk1"/>
              </a:buClr>
              <a:buSzPts val="1600"/>
              <a:buChar char="•"/>
              <a:defRPr sz="1600">
                <a:solidFill>
                  <a:schemeClr val="dk1"/>
                </a:solidFill>
              </a:defRPr>
            </a:lvl4pPr>
            <a:lvl5pPr marL="2286000" lvl="4" indent="-330200">
              <a:spcBef>
                <a:spcPts val="1000"/>
              </a:spcBef>
              <a:spcAft>
                <a:spcPts val="0"/>
              </a:spcAft>
              <a:buClr>
                <a:schemeClr val="dk1"/>
              </a:buClr>
              <a:buSzPts val="1600"/>
              <a:buChar char="•"/>
              <a:defRPr sz="1600">
                <a:solidFill>
                  <a:schemeClr val="dk1"/>
                </a:solidFill>
              </a:defRPr>
            </a:lvl5pPr>
            <a:lvl6pPr marL="2743200" lvl="5" indent="-330200">
              <a:spcBef>
                <a:spcPts val="1000"/>
              </a:spcBef>
              <a:spcAft>
                <a:spcPts val="0"/>
              </a:spcAft>
              <a:buClr>
                <a:schemeClr val="dk1"/>
              </a:buClr>
              <a:buSzPts val="1600"/>
              <a:buChar char="•"/>
              <a:defRPr sz="1600">
                <a:solidFill>
                  <a:schemeClr val="dk1"/>
                </a:solidFill>
              </a:defRPr>
            </a:lvl6pPr>
            <a:lvl7pPr marL="3200400" lvl="6" indent="-330200">
              <a:spcBef>
                <a:spcPts val="1000"/>
              </a:spcBef>
              <a:spcAft>
                <a:spcPts val="0"/>
              </a:spcAft>
              <a:buClr>
                <a:schemeClr val="dk1"/>
              </a:buClr>
              <a:buSzPts val="1600"/>
              <a:buChar char="•"/>
              <a:defRPr sz="1600">
                <a:solidFill>
                  <a:schemeClr val="dk1"/>
                </a:solidFill>
              </a:defRPr>
            </a:lvl7pPr>
            <a:lvl8pPr marL="3657600" lvl="7" indent="-330200">
              <a:spcBef>
                <a:spcPts val="1000"/>
              </a:spcBef>
              <a:spcAft>
                <a:spcPts val="0"/>
              </a:spcAft>
              <a:buClr>
                <a:schemeClr val="dk1"/>
              </a:buClr>
              <a:buSzPts val="1600"/>
              <a:buChar char="•"/>
              <a:defRPr sz="1600">
                <a:solidFill>
                  <a:schemeClr val="dk1"/>
                </a:solidFill>
              </a:defRPr>
            </a:lvl8pPr>
            <a:lvl9pPr marL="4114800" lvl="8" indent="-330200">
              <a:spcBef>
                <a:spcPts val="1000"/>
              </a:spcBef>
              <a:spcAft>
                <a:spcPts val="1000"/>
              </a:spcAft>
              <a:buClr>
                <a:schemeClr val="dk1"/>
              </a:buClr>
              <a:buSzPts val="1600"/>
              <a:buChar char="•"/>
              <a:defRPr sz="1600">
                <a:solidFill>
                  <a:schemeClr val="dk1"/>
                </a:solidFill>
              </a:defRPr>
            </a:lvl9pPr>
          </a:lstStyle>
          <a:p/>
        </p:txBody>
      </p:sp>
      <p:sp>
        <p:nvSpPr>
          <p:cNvPr id="270" name="Google Shape;270;p61"/>
          <p:cNvSpPr txBox="1"/>
          <p:nvPr>
            <p:ph type="title"/>
          </p:nvPr>
        </p:nvSpPr>
        <p:spPr>
          <a:xfrm>
            <a:off x="457200" y="537750"/>
            <a:ext cx="5603400" cy="755700"/>
          </a:xfrm>
          <a:prstGeom prst="rect">
            <a:avLst/>
          </a:prstGeom>
        </p:spPr>
        <p:txBody>
          <a:bodyPr spcFirstLastPara="1" wrap="square" lIns="91425"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graphicFrame>
        <p:nvGraphicFramePr>
          <p:cNvPr id="271" name="Google Shape;271;p61"/>
          <p:cNvGraphicFramePr/>
          <p:nvPr/>
        </p:nvGraphicFramePr>
        <p:xfrm>
          <a:off x="457200" y="514350"/>
          <a:ext cx="8229300" cy="4114800"/>
        </p:xfrm>
        <a:graphic>
          <a:graphicData uri="http://schemas.openxmlformats.org/drawingml/2006/table">
            <a:tbl>
              <a:tblPr>
                <a:noFill/>
                <a:tableStyleId>{77B5269D-C029-4F7B-A885-4302A86CAA35}</a:tableStyleId>
              </a:tblPr>
              <a:tblGrid>
                <a:gridCol w="7543525"/>
                <a:gridCol w="685775"/>
              </a:tblGrid>
              <a:tr h="6858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r h="3429000">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p>
                  </a:txBody>
                  <a:tcPr marL="91425" marR="91425" marT="91425" marB="914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tcPr>
                </a:tc>
              </a:tr>
            </a:tbl>
          </a:graphicData>
        </a:graphic>
      </p:graphicFrame>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3-section-2">
  <p:cSld name="CUSTOM_3_2_1_1_1_1_1">
    <p:bg>
      <p:bgPr>
        <a:solidFill>
          <a:schemeClr val="lt1"/>
        </a:solidFill>
        <a:effectLst/>
      </p:bgPr>
    </p:bg>
    <p:spTree>
      <p:nvGrpSpPr>
        <p:cNvPr id="272" name="Shape 272"/>
        <p:cNvGrpSpPr/>
        <p:nvPr/>
      </p:nvGrpSpPr>
      <p:grpSpPr>
        <a:xfrm>
          <a:off x="0" y="0"/>
          <a:ext cx="0" cy="0"/>
          <a:chOff x="0" y="0"/>
          <a:chExt cx="0" cy="0"/>
        </a:xfrm>
      </p:grpSpPr>
      <p:sp>
        <p:nvSpPr>
          <p:cNvPr id="273" name="Google Shape;273;p62"/>
          <p:cNvSpPr txBox="1"/>
          <p:nvPr>
            <p:ph type="body" idx="1"/>
          </p:nvPr>
        </p:nvSpPr>
        <p:spPr>
          <a:xfrm>
            <a:off x="4572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274" name="Google Shape;274;p62"/>
          <p:cNvSpPr txBox="1"/>
          <p:nvPr>
            <p:ph type="subTitle" idx="2"/>
          </p:nvPr>
        </p:nvSpPr>
        <p:spPr>
          <a:xfrm>
            <a:off x="4572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275" name="Google Shape;275;p62"/>
          <p:cNvSpPr txBox="1"/>
          <p:nvPr>
            <p:ph type="body" idx="3"/>
          </p:nvPr>
        </p:nvSpPr>
        <p:spPr>
          <a:xfrm>
            <a:off x="326895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276" name="Google Shape;276;p62"/>
          <p:cNvSpPr txBox="1"/>
          <p:nvPr>
            <p:ph type="subTitle" idx="4"/>
          </p:nvPr>
        </p:nvSpPr>
        <p:spPr>
          <a:xfrm>
            <a:off x="326895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277" name="Google Shape;277;p62"/>
          <p:cNvSpPr txBox="1"/>
          <p:nvPr>
            <p:ph type="body" idx="5"/>
          </p:nvPr>
        </p:nvSpPr>
        <p:spPr>
          <a:xfrm>
            <a:off x="6080700" y="2132925"/>
            <a:ext cx="2606100" cy="2439000"/>
          </a:xfrm>
          <a:prstGeom prst="rect">
            <a:avLst/>
          </a:prstGeom>
          <a:noFill/>
          <a:ln>
            <a:noFill/>
          </a:ln>
        </p:spPr>
        <p:txBody>
          <a:bodyPr spcFirstLastPara="1" wrap="square" lIns="137150" tIns="182875" rIns="137150" bIns="91425" anchor="t" anchorCtr="0">
            <a:normAutofit/>
          </a:bodyPr>
          <a:lstStyle>
            <a:lvl1pPr marL="457200" lvl="0" indent="-304800">
              <a:spcBef>
                <a:spcPts val="0"/>
              </a:spcBef>
              <a:spcAft>
                <a:spcPts val="0"/>
              </a:spcAft>
              <a:buClr>
                <a:schemeClr val="dk1"/>
              </a:buClr>
              <a:buSzPts val="1200"/>
              <a:buChar char="•"/>
              <a:defRPr sz="1200">
                <a:solidFill>
                  <a:schemeClr val="dk1"/>
                </a:solidFill>
              </a:defRPr>
            </a:lvl1pPr>
            <a:lvl2pPr marL="914400" lvl="1" indent="-304800">
              <a:spcBef>
                <a:spcPts val="1000"/>
              </a:spcBef>
              <a:spcAft>
                <a:spcPts val="0"/>
              </a:spcAft>
              <a:buClr>
                <a:schemeClr val="dk1"/>
              </a:buClr>
              <a:buSzPts val="1200"/>
              <a:buChar char="•"/>
              <a:defRPr sz="1200">
                <a:solidFill>
                  <a:schemeClr val="dk1"/>
                </a:solidFill>
              </a:defRPr>
            </a:lvl2pPr>
            <a:lvl3pPr marL="1371600" lvl="2" indent="-304800">
              <a:spcBef>
                <a:spcPts val="1000"/>
              </a:spcBef>
              <a:spcAft>
                <a:spcPts val="0"/>
              </a:spcAft>
              <a:buClr>
                <a:schemeClr val="dk1"/>
              </a:buClr>
              <a:buSzPts val="1200"/>
              <a:buChar char="•"/>
              <a:defRPr sz="1200">
                <a:solidFill>
                  <a:schemeClr val="dk1"/>
                </a:solidFill>
              </a:defRPr>
            </a:lvl3pPr>
            <a:lvl4pPr marL="1828800" lvl="3" indent="-304800">
              <a:spcBef>
                <a:spcPts val="1000"/>
              </a:spcBef>
              <a:spcAft>
                <a:spcPts val="0"/>
              </a:spcAft>
              <a:buClr>
                <a:schemeClr val="dk1"/>
              </a:buClr>
              <a:buSzPts val="1200"/>
              <a:buChar char="•"/>
              <a:defRPr sz="1200">
                <a:solidFill>
                  <a:schemeClr val="dk1"/>
                </a:solidFill>
              </a:defRPr>
            </a:lvl4pPr>
            <a:lvl5pPr marL="2286000" lvl="4" indent="-304800">
              <a:spcBef>
                <a:spcPts val="1000"/>
              </a:spcBef>
              <a:spcAft>
                <a:spcPts val="0"/>
              </a:spcAft>
              <a:buClr>
                <a:schemeClr val="dk1"/>
              </a:buClr>
              <a:buSzPts val="1200"/>
              <a:buChar char="•"/>
              <a:defRPr sz="1200">
                <a:solidFill>
                  <a:schemeClr val="dk1"/>
                </a:solidFill>
              </a:defRPr>
            </a:lvl5pPr>
            <a:lvl6pPr marL="2743200" lvl="5" indent="-304800">
              <a:spcBef>
                <a:spcPts val="1000"/>
              </a:spcBef>
              <a:spcAft>
                <a:spcPts val="0"/>
              </a:spcAft>
              <a:buClr>
                <a:schemeClr val="dk1"/>
              </a:buClr>
              <a:buSzPts val="1200"/>
              <a:buChar char="•"/>
              <a:defRPr sz="1200">
                <a:solidFill>
                  <a:schemeClr val="dk1"/>
                </a:solidFill>
              </a:defRPr>
            </a:lvl6pPr>
            <a:lvl7pPr marL="3200400" lvl="6" indent="-304800">
              <a:spcBef>
                <a:spcPts val="1000"/>
              </a:spcBef>
              <a:spcAft>
                <a:spcPts val="0"/>
              </a:spcAft>
              <a:buClr>
                <a:schemeClr val="dk1"/>
              </a:buClr>
              <a:buSzPts val="1200"/>
              <a:buChar char="•"/>
              <a:defRPr sz="1200">
                <a:solidFill>
                  <a:schemeClr val="dk1"/>
                </a:solidFill>
              </a:defRPr>
            </a:lvl7pPr>
            <a:lvl8pPr marL="3657600" lvl="7" indent="-304800">
              <a:spcBef>
                <a:spcPts val="1000"/>
              </a:spcBef>
              <a:spcAft>
                <a:spcPts val="0"/>
              </a:spcAft>
              <a:buClr>
                <a:schemeClr val="dk1"/>
              </a:buClr>
              <a:buSzPts val="1200"/>
              <a:buChar char="•"/>
              <a:defRPr sz="1200">
                <a:solidFill>
                  <a:schemeClr val="dk1"/>
                </a:solidFill>
              </a:defRPr>
            </a:lvl8pPr>
            <a:lvl9pPr marL="4114800" lvl="8" indent="-304800">
              <a:spcBef>
                <a:spcPts val="1000"/>
              </a:spcBef>
              <a:spcAft>
                <a:spcPts val="1000"/>
              </a:spcAft>
              <a:buClr>
                <a:schemeClr val="dk1"/>
              </a:buClr>
              <a:buSzPts val="1200"/>
              <a:buChar char="•"/>
              <a:defRPr sz="1200">
                <a:solidFill>
                  <a:schemeClr val="dk1"/>
                </a:solidFill>
              </a:defRPr>
            </a:lvl9pPr>
          </a:lstStyle>
          <a:p/>
        </p:txBody>
      </p:sp>
      <p:sp>
        <p:nvSpPr>
          <p:cNvPr id="278" name="Google Shape;278;p62"/>
          <p:cNvSpPr txBox="1"/>
          <p:nvPr>
            <p:ph type="subTitle" idx="6"/>
          </p:nvPr>
        </p:nvSpPr>
        <p:spPr>
          <a:xfrm>
            <a:off x="6080700" y="1477250"/>
            <a:ext cx="2606100" cy="531300"/>
          </a:xfrm>
          <a:prstGeom prst="rect">
            <a:avLst/>
          </a:prstGeom>
        </p:spPr>
        <p:txBody>
          <a:bodyPr spcFirstLastPara="1" wrap="square" lIns="137150" tIns="182875" rIns="137150" bIns="91425" anchor="t" anchorCtr="0">
            <a:normAutofit/>
          </a:bodyPr>
          <a:lstStyle>
            <a:lvl1pPr marL="0" marR="0" lvl="0" indent="0" algn="l">
              <a:lnSpc>
                <a:spcPct val="105000"/>
              </a:lnSpc>
              <a:spcBef>
                <a:spcPts val="0"/>
              </a:spcBef>
              <a:spcAft>
                <a:spcPts val="0"/>
              </a:spcAft>
              <a:buNone/>
              <a:defRPr sz="1600">
                <a:solidFill>
                  <a:schemeClr val="accent1"/>
                </a:solidFill>
              </a:defRPr>
            </a:lvl1pPr>
            <a:lvl2pPr lvl="1">
              <a:spcBef>
                <a:spcPts val="1000"/>
              </a:spcBef>
              <a:spcAft>
                <a:spcPts val="0"/>
              </a:spcAft>
              <a:buSzPts val="1400"/>
              <a:buNone/>
              <a:defRPr/>
            </a:lvl2pPr>
            <a:lvl3pPr lvl="2">
              <a:spcBef>
                <a:spcPts val="800"/>
              </a:spcBef>
              <a:spcAft>
                <a:spcPts val="0"/>
              </a:spcAft>
              <a:buSzPts val="1400"/>
              <a:buNone/>
              <a:defRPr/>
            </a:lvl3pPr>
            <a:lvl4pPr lvl="3">
              <a:spcBef>
                <a:spcPts val="800"/>
              </a:spcBef>
              <a:spcAft>
                <a:spcPts val="0"/>
              </a:spcAft>
              <a:buSzPts val="1400"/>
              <a:buNone/>
              <a:defRPr/>
            </a:lvl4pPr>
            <a:lvl5pPr lvl="4">
              <a:spcBef>
                <a:spcPts val="800"/>
              </a:spcBef>
              <a:spcAft>
                <a:spcPts val="0"/>
              </a:spcAft>
              <a:buSzPts val="1400"/>
              <a:buNone/>
              <a:defRPr/>
            </a:lvl5pPr>
            <a:lvl6pPr lvl="5">
              <a:spcBef>
                <a:spcPts val="800"/>
              </a:spcBef>
              <a:spcAft>
                <a:spcPts val="0"/>
              </a:spcAft>
              <a:buSzPts val="1400"/>
              <a:buNone/>
              <a:defRPr/>
            </a:lvl6pPr>
            <a:lvl7pPr lvl="6">
              <a:spcBef>
                <a:spcPts val="800"/>
              </a:spcBef>
              <a:spcAft>
                <a:spcPts val="0"/>
              </a:spcAft>
              <a:buSzPts val="1400"/>
              <a:buNone/>
              <a:defRPr/>
            </a:lvl7pPr>
            <a:lvl8pPr lvl="7">
              <a:spcBef>
                <a:spcPts val="800"/>
              </a:spcBef>
              <a:spcAft>
                <a:spcPts val="0"/>
              </a:spcAft>
              <a:buSzPts val="1400"/>
              <a:buNone/>
              <a:defRPr/>
            </a:lvl8pPr>
            <a:lvl9pPr lvl="8">
              <a:spcBef>
                <a:spcPts val="800"/>
              </a:spcBef>
              <a:spcAft>
                <a:spcPts val="800"/>
              </a:spcAft>
              <a:buSzPts val="1400"/>
              <a:buNone/>
              <a:defRPr/>
            </a:lvl9pPr>
          </a:lstStyle>
          <a:p/>
        </p:txBody>
      </p:sp>
      <p:sp>
        <p:nvSpPr>
          <p:cNvPr id="279" name="Google Shape;279;p62"/>
          <p:cNvSpPr txBox="1"/>
          <p:nvPr>
            <p:ph type="title"/>
          </p:nvPr>
        </p:nvSpPr>
        <p:spPr>
          <a:xfrm>
            <a:off x="457200" y="537750"/>
            <a:ext cx="5603400" cy="755700"/>
          </a:xfrm>
          <a:prstGeom prst="rect">
            <a:avLst/>
          </a:prstGeom>
        </p:spPr>
        <p:txBody>
          <a:bodyPr spcFirstLastPara="1" wrap="square" lIns="91425" tIns="91425" rIns="0" bIns="91425" anchor="ctr"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0" Type="http://schemas.openxmlformats.org/officeDocument/2006/relationships/theme" Target="../theme/theme2.xml"/><Relationship Id="rId5" Type="http://schemas.openxmlformats.org/officeDocument/2006/relationships/slideLayout" Target="../slideLayouts/slideLayout16.xml"/><Relationship Id="rId49" Type="http://schemas.openxmlformats.org/officeDocument/2006/relationships/slideLayout" Target="../slideLayouts/slideLayout6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0" Type="http://schemas.openxmlformats.org/officeDocument/2006/relationships/slideLayout" Target="../slideLayouts/slideLayout51.xml"/><Relationship Id="rId4" Type="http://schemas.openxmlformats.org/officeDocument/2006/relationships/slideLayout" Target="../slideLayouts/slideLayout15.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 Type="http://schemas.openxmlformats.org/officeDocument/2006/relationships/slideLayout" Target="../slideLayouts/slideLayout14.xml"/><Relationship Id="rId29" Type="http://schemas.openxmlformats.org/officeDocument/2006/relationships/slideLayout" Target="../slideLayouts/slideLayout40.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342900"/>
            <a:ext cx="7782900" cy="572700"/>
          </a:xfrm>
          <a:prstGeom prst="rect">
            <a:avLst/>
          </a:prstGeom>
          <a:noFill/>
          <a:ln>
            <a:noFill/>
          </a:ln>
        </p:spPr>
        <p:txBody>
          <a:bodyPr spcFirstLastPara="1" wrap="square" lIns="91425" tIns="91425" rIns="0" bIns="91425" anchor="b" anchorCtr="0">
            <a:normAutofit/>
          </a:bodyPr>
          <a:lstStyle>
            <a:lvl1pPr lvl="0">
              <a:lnSpc>
                <a:spcPct val="75000"/>
              </a:lnSpc>
              <a:spcBef>
                <a:spcPts val="0"/>
              </a:spcBef>
              <a:spcAft>
                <a:spcPts val="0"/>
              </a:spcAft>
              <a:buClr>
                <a:schemeClr val="lt1"/>
              </a:buClr>
              <a:buSzPts val="1800"/>
              <a:buFont typeface="Figtree SemiBold"/>
              <a:buNone/>
              <a:defRPr sz="1800">
                <a:solidFill>
                  <a:schemeClr val="lt1"/>
                </a:solidFill>
                <a:latin typeface="Figtree SemiBold"/>
                <a:ea typeface="Figtree SemiBold"/>
                <a:cs typeface="Figtree SemiBold"/>
                <a:sym typeface="Figtree SemiBold"/>
              </a:defRPr>
            </a:lvl1pPr>
            <a:lvl2pPr lvl="1">
              <a:lnSpc>
                <a:spcPct val="75000"/>
              </a:lnSpc>
              <a:spcBef>
                <a:spcPts val="0"/>
              </a:spcBef>
              <a:spcAft>
                <a:spcPts val="0"/>
              </a:spcAft>
              <a:buClr>
                <a:schemeClr val="lt1"/>
              </a:buClr>
              <a:buSzPts val="1800"/>
              <a:buFont typeface="Figtree SemiBold"/>
              <a:buNone/>
              <a:defRPr sz="1800">
                <a:solidFill>
                  <a:schemeClr val="lt1"/>
                </a:solidFill>
                <a:latin typeface="Figtree SemiBold"/>
                <a:ea typeface="Figtree SemiBold"/>
                <a:cs typeface="Figtree SemiBold"/>
                <a:sym typeface="Figtree SemiBold"/>
              </a:defRPr>
            </a:lvl2pPr>
            <a:lvl3pPr lvl="2">
              <a:lnSpc>
                <a:spcPct val="75000"/>
              </a:lnSpc>
              <a:spcBef>
                <a:spcPts val="0"/>
              </a:spcBef>
              <a:spcAft>
                <a:spcPts val="0"/>
              </a:spcAft>
              <a:buClr>
                <a:schemeClr val="lt1"/>
              </a:buClr>
              <a:buSzPts val="1800"/>
              <a:buFont typeface="Figtree SemiBold"/>
              <a:buNone/>
              <a:defRPr sz="1800">
                <a:solidFill>
                  <a:schemeClr val="lt1"/>
                </a:solidFill>
                <a:latin typeface="Figtree SemiBold"/>
                <a:ea typeface="Figtree SemiBold"/>
                <a:cs typeface="Figtree SemiBold"/>
                <a:sym typeface="Figtree SemiBold"/>
              </a:defRPr>
            </a:lvl3pPr>
            <a:lvl4pPr lvl="3">
              <a:lnSpc>
                <a:spcPct val="75000"/>
              </a:lnSpc>
              <a:spcBef>
                <a:spcPts val="0"/>
              </a:spcBef>
              <a:spcAft>
                <a:spcPts val="0"/>
              </a:spcAft>
              <a:buClr>
                <a:schemeClr val="lt1"/>
              </a:buClr>
              <a:buSzPts val="1800"/>
              <a:buFont typeface="Figtree SemiBold"/>
              <a:buNone/>
              <a:defRPr sz="1800">
                <a:solidFill>
                  <a:schemeClr val="lt1"/>
                </a:solidFill>
                <a:latin typeface="Figtree SemiBold"/>
                <a:ea typeface="Figtree SemiBold"/>
                <a:cs typeface="Figtree SemiBold"/>
                <a:sym typeface="Figtree SemiBold"/>
              </a:defRPr>
            </a:lvl4pPr>
            <a:lvl5pPr lvl="4">
              <a:lnSpc>
                <a:spcPct val="75000"/>
              </a:lnSpc>
              <a:spcBef>
                <a:spcPts val="0"/>
              </a:spcBef>
              <a:spcAft>
                <a:spcPts val="0"/>
              </a:spcAft>
              <a:buClr>
                <a:schemeClr val="lt1"/>
              </a:buClr>
              <a:buSzPts val="1800"/>
              <a:buFont typeface="Figtree SemiBold"/>
              <a:buNone/>
              <a:defRPr sz="1800">
                <a:solidFill>
                  <a:schemeClr val="lt1"/>
                </a:solidFill>
                <a:latin typeface="Figtree SemiBold"/>
                <a:ea typeface="Figtree SemiBold"/>
                <a:cs typeface="Figtree SemiBold"/>
                <a:sym typeface="Figtree SemiBold"/>
              </a:defRPr>
            </a:lvl5pPr>
            <a:lvl6pPr lvl="5">
              <a:lnSpc>
                <a:spcPct val="75000"/>
              </a:lnSpc>
              <a:spcBef>
                <a:spcPts val="0"/>
              </a:spcBef>
              <a:spcAft>
                <a:spcPts val="0"/>
              </a:spcAft>
              <a:buClr>
                <a:schemeClr val="lt1"/>
              </a:buClr>
              <a:buSzPts val="1800"/>
              <a:buFont typeface="Figtree SemiBold"/>
              <a:buNone/>
              <a:defRPr sz="1800">
                <a:solidFill>
                  <a:schemeClr val="lt1"/>
                </a:solidFill>
                <a:latin typeface="Figtree SemiBold"/>
                <a:ea typeface="Figtree SemiBold"/>
                <a:cs typeface="Figtree SemiBold"/>
                <a:sym typeface="Figtree SemiBold"/>
              </a:defRPr>
            </a:lvl6pPr>
            <a:lvl7pPr lvl="6">
              <a:lnSpc>
                <a:spcPct val="75000"/>
              </a:lnSpc>
              <a:spcBef>
                <a:spcPts val="0"/>
              </a:spcBef>
              <a:spcAft>
                <a:spcPts val="0"/>
              </a:spcAft>
              <a:buClr>
                <a:schemeClr val="lt1"/>
              </a:buClr>
              <a:buSzPts val="1800"/>
              <a:buFont typeface="Figtree SemiBold"/>
              <a:buNone/>
              <a:defRPr sz="1800">
                <a:solidFill>
                  <a:schemeClr val="lt1"/>
                </a:solidFill>
                <a:latin typeface="Figtree SemiBold"/>
                <a:ea typeface="Figtree SemiBold"/>
                <a:cs typeface="Figtree SemiBold"/>
                <a:sym typeface="Figtree SemiBold"/>
              </a:defRPr>
            </a:lvl7pPr>
            <a:lvl8pPr lvl="7">
              <a:lnSpc>
                <a:spcPct val="75000"/>
              </a:lnSpc>
              <a:spcBef>
                <a:spcPts val="0"/>
              </a:spcBef>
              <a:spcAft>
                <a:spcPts val="0"/>
              </a:spcAft>
              <a:buClr>
                <a:schemeClr val="lt1"/>
              </a:buClr>
              <a:buSzPts val="1800"/>
              <a:buFont typeface="Figtree SemiBold"/>
              <a:buNone/>
              <a:defRPr sz="1800">
                <a:solidFill>
                  <a:schemeClr val="lt1"/>
                </a:solidFill>
                <a:latin typeface="Figtree SemiBold"/>
                <a:ea typeface="Figtree SemiBold"/>
                <a:cs typeface="Figtree SemiBold"/>
                <a:sym typeface="Figtree SemiBold"/>
              </a:defRPr>
            </a:lvl8pPr>
            <a:lvl9pPr lvl="8">
              <a:lnSpc>
                <a:spcPct val="75000"/>
              </a:lnSpc>
              <a:spcBef>
                <a:spcPts val="0"/>
              </a:spcBef>
              <a:spcAft>
                <a:spcPts val="0"/>
              </a:spcAft>
              <a:buClr>
                <a:schemeClr val="lt1"/>
              </a:buClr>
              <a:buSzPts val="1800"/>
              <a:buFont typeface="Figtree SemiBold"/>
              <a:buNone/>
              <a:defRPr sz="1800">
                <a:solidFill>
                  <a:schemeClr val="lt1"/>
                </a:solidFill>
                <a:latin typeface="Figtree SemiBold"/>
                <a:ea typeface="Figtree SemiBold"/>
                <a:cs typeface="Figtree SemiBold"/>
                <a:sym typeface="Figtree SemiBold"/>
              </a:defRPr>
            </a:lvl9pPr>
          </a:lstStyle>
          <a:p/>
        </p:txBody>
      </p:sp>
      <p:sp>
        <p:nvSpPr>
          <p:cNvPr id="52" name="Google Shape;52;p13"/>
          <p:cNvSpPr txBox="1"/>
          <p:nvPr>
            <p:ph type="body" idx="1"/>
          </p:nvPr>
        </p:nvSpPr>
        <p:spPr>
          <a:xfrm>
            <a:off x="457200" y="915600"/>
            <a:ext cx="5709600" cy="36534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1pPr>
            <a:lvl2pPr marL="914400" lvl="1" indent="-317500">
              <a:lnSpc>
                <a:spcPct val="100000"/>
              </a:lnSpc>
              <a:spcBef>
                <a:spcPts val="80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2pPr>
            <a:lvl3pPr marL="1371600" lvl="2" indent="-317500">
              <a:lnSpc>
                <a:spcPct val="100000"/>
              </a:lnSpc>
              <a:spcBef>
                <a:spcPts val="80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3pPr>
            <a:lvl4pPr marL="1828800" lvl="3" indent="-317500">
              <a:lnSpc>
                <a:spcPct val="100000"/>
              </a:lnSpc>
              <a:spcBef>
                <a:spcPts val="80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4pPr>
            <a:lvl5pPr marL="2286000" lvl="4" indent="-317500">
              <a:lnSpc>
                <a:spcPct val="100000"/>
              </a:lnSpc>
              <a:spcBef>
                <a:spcPts val="80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5pPr>
            <a:lvl6pPr marL="2743200" lvl="5" indent="-317500">
              <a:lnSpc>
                <a:spcPct val="100000"/>
              </a:lnSpc>
              <a:spcBef>
                <a:spcPts val="80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6pPr>
            <a:lvl7pPr marL="3200400" lvl="6" indent="-317500">
              <a:lnSpc>
                <a:spcPct val="100000"/>
              </a:lnSpc>
              <a:spcBef>
                <a:spcPts val="80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7pPr>
            <a:lvl8pPr marL="3657600" lvl="7" indent="-317500">
              <a:lnSpc>
                <a:spcPct val="100000"/>
              </a:lnSpc>
              <a:spcBef>
                <a:spcPts val="800"/>
              </a:spcBef>
              <a:spcAft>
                <a:spcPts val="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8pPr>
            <a:lvl9pPr marL="4114800" lvl="8" indent="-317500">
              <a:lnSpc>
                <a:spcPct val="100000"/>
              </a:lnSpc>
              <a:spcBef>
                <a:spcPts val="800"/>
              </a:spcBef>
              <a:spcAft>
                <a:spcPts val="800"/>
              </a:spcAft>
              <a:buClr>
                <a:schemeClr val="lt1"/>
              </a:buClr>
              <a:buSzPts val="1400"/>
              <a:buFont typeface="Playfair Display"/>
              <a:buChar char="•"/>
              <a:defRPr>
                <a:solidFill>
                  <a:schemeClr val="lt1"/>
                </a:solidFill>
                <a:latin typeface="Playfair Display"/>
                <a:ea typeface="Playfair Display"/>
                <a:cs typeface="Playfair Display"/>
                <a:sym typeface="Playfair Display"/>
              </a:defRPr>
            </a:lvl9pPr>
          </a:lstStyle>
          <a:p/>
        </p:txBody>
      </p:sp>
      <p:sp>
        <p:nvSpPr>
          <p:cNvPr id="53" name="Google Shape;53;p13"/>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Helvetica Neue" panose="02000503000000020004"/>
                <a:ea typeface="Helvetica Neue" panose="02000503000000020004"/>
                <a:cs typeface="Helvetica Neue" panose="02000503000000020004"/>
                <a:sym typeface="Helvetica Neue" panose="02000503000000020004"/>
              </a:defRPr>
            </a:lvl1pPr>
            <a:lvl2pPr lvl="1" algn="r">
              <a:buNone/>
              <a:defRPr sz="1000">
                <a:solidFill>
                  <a:schemeClr val="dk2"/>
                </a:solidFill>
                <a:latin typeface="Helvetica Neue" panose="02000503000000020004"/>
                <a:ea typeface="Helvetica Neue" panose="02000503000000020004"/>
                <a:cs typeface="Helvetica Neue" panose="02000503000000020004"/>
                <a:sym typeface="Helvetica Neue" panose="02000503000000020004"/>
              </a:defRPr>
            </a:lvl2pPr>
            <a:lvl3pPr lvl="2" algn="r">
              <a:buNone/>
              <a:defRPr sz="1000">
                <a:solidFill>
                  <a:schemeClr val="dk2"/>
                </a:solidFill>
                <a:latin typeface="Helvetica Neue" panose="02000503000000020004"/>
                <a:ea typeface="Helvetica Neue" panose="02000503000000020004"/>
                <a:cs typeface="Helvetica Neue" panose="02000503000000020004"/>
                <a:sym typeface="Helvetica Neue" panose="02000503000000020004"/>
              </a:defRPr>
            </a:lvl3pPr>
            <a:lvl4pPr lvl="3" algn="r">
              <a:buNone/>
              <a:defRPr sz="1000">
                <a:solidFill>
                  <a:schemeClr val="dk2"/>
                </a:solidFill>
                <a:latin typeface="Helvetica Neue" panose="02000503000000020004"/>
                <a:ea typeface="Helvetica Neue" panose="02000503000000020004"/>
                <a:cs typeface="Helvetica Neue" panose="02000503000000020004"/>
                <a:sym typeface="Helvetica Neue" panose="02000503000000020004"/>
              </a:defRPr>
            </a:lvl4pPr>
            <a:lvl5pPr lvl="4" algn="r">
              <a:buNone/>
              <a:defRPr sz="1000">
                <a:solidFill>
                  <a:schemeClr val="dk2"/>
                </a:solidFill>
                <a:latin typeface="Helvetica Neue" panose="02000503000000020004"/>
                <a:ea typeface="Helvetica Neue" panose="02000503000000020004"/>
                <a:cs typeface="Helvetica Neue" panose="02000503000000020004"/>
                <a:sym typeface="Helvetica Neue" panose="02000503000000020004"/>
              </a:defRPr>
            </a:lvl5pPr>
            <a:lvl6pPr lvl="5" algn="r">
              <a:buNone/>
              <a:defRPr sz="1000">
                <a:solidFill>
                  <a:schemeClr val="dk2"/>
                </a:solidFill>
                <a:latin typeface="Helvetica Neue" panose="02000503000000020004"/>
                <a:ea typeface="Helvetica Neue" panose="02000503000000020004"/>
                <a:cs typeface="Helvetica Neue" panose="02000503000000020004"/>
                <a:sym typeface="Helvetica Neue" panose="02000503000000020004"/>
              </a:defRPr>
            </a:lvl6pPr>
            <a:lvl7pPr lvl="6" algn="r">
              <a:buNone/>
              <a:defRPr sz="1000">
                <a:solidFill>
                  <a:schemeClr val="dk2"/>
                </a:solidFill>
                <a:latin typeface="Helvetica Neue" panose="02000503000000020004"/>
                <a:ea typeface="Helvetica Neue" panose="02000503000000020004"/>
                <a:cs typeface="Helvetica Neue" panose="02000503000000020004"/>
                <a:sym typeface="Helvetica Neue" panose="02000503000000020004"/>
              </a:defRPr>
            </a:lvl7pPr>
            <a:lvl8pPr lvl="7" algn="r">
              <a:buNone/>
              <a:defRPr sz="1000">
                <a:solidFill>
                  <a:schemeClr val="dk2"/>
                </a:solidFill>
                <a:latin typeface="Helvetica Neue" panose="02000503000000020004"/>
                <a:ea typeface="Helvetica Neue" panose="02000503000000020004"/>
                <a:cs typeface="Helvetica Neue" panose="02000503000000020004"/>
                <a:sym typeface="Helvetica Neue" panose="02000503000000020004"/>
              </a:defRPr>
            </a:lvl8pPr>
            <a:lvl9pPr lvl="8" algn="r">
              <a:buNone/>
              <a:defRPr sz="1000">
                <a:solidFill>
                  <a:schemeClr val="dk2"/>
                </a:solidFill>
                <a:latin typeface="Helvetica Neue" panose="02000503000000020004"/>
                <a:ea typeface="Helvetica Neue" panose="02000503000000020004"/>
                <a:cs typeface="Helvetica Neue" panose="02000503000000020004"/>
                <a:sym typeface="Helvetica Neue" panose="020005030000000200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54.xml"/><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5.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6.xml"/><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59.xml"/><Relationship Id="rId2" Type="http://schemas.openxmlformats.org/officeDocument/2006/relationships/image" Target="../media/image1.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3.xml"/><Relationship Id="rId2" Type="http://schemas.openxmlformats.org/officeDocument/2006/relationships/image" Target="../media/image1.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3.xml"/><Relationship Id="rId2" Type="http://schemas.openxmlformats.org/officeDocument/2006/relationships/image" Target="../media/image1.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2.xml"/><Relationship Id="rId2" Type="http://schemas.openxmlformats.org/officeDocument/2006/relationships/image" Target="../media/image1.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0.xml"/><Relationship Id="rId2" Type="http://schemas.openxmlformats.org/officeDocument/2006/relationships/image" Target="../media/image1.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1.xml"/><Relationship Id="rId2" Type="http://schemas.openxmlformats.org/officeDocument/2006/relationships/image" Target="../media/image1.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5.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1.xml"/><Relationship Id="rId2" Type="http://schemas.openxmlformats.org/officeDocument/2006/relationships/image" Target="../media/image1.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4.xml"/><Relationship Id="rId2" Type="http://schemas.openxmlformats.org/officeDocument/2006/relationships/image" Target="../media/image1.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3.xml"/><Relationship Id="rId2" Type="http://schemas.openxmlformats.org/officeDocument/2006/relationships/image" Target="../media/image1.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8.xml"/><Relationship Id="rId2" Type="http://schemas.openxmlformats.org/officeDocument/2006/relationships/image" Target="../media/image1.pn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54.xml"/><Relationship Id="rId2" Type="http://schemas.openxmlformats.org/officeDocument/2006/relationships/image" Target="../media/image1.png"/><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83" name="Shape 283"/>
        <p:cNvGrpSpPr/>
        <p:nvPr/>
      </p:nvGrpSpPr>
      <p:grpSpPr>
        <a:xfrm>
          <a:off x="0" y="0"/>
          <a:ext cx="0" cy="0"/>
          <a:chOff x="0" y="0"/>
          <a:chExt cx="0" cy="0"/>
        </a:xfrm>
      </p:grpSpPr>
      <p:sp>
        <p:nvSpPr>
          <p:cNvPr id="285" name="Google Shape;285;p63" descr="presentation_title"/>
          <p:cNvSpPr txBox="1"/>
          <p:nvPr>
            <p:ph type="ctrTitle"/>
          </p:nvPr>
        </p:nvSpPr>
        <p:spPr>
          <a:xfrm>
            <a:off x="613850" y="523400"/>
            <a:ext cx="5331000" cy="2733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5100"/>
              <a:t>Introduction to Entrepreneurship Education</a:t>
            </a:r>
            <a:endParaRPr sz="5100" b="0">
              <a:solidFill>
                <a:schemeClr val="lt1"/>
              </a:solidFill>
              <a:latin typeface="Figtree SemiBold"/>
              <a:ea typeface="Figtree SemiBold"/>
              <a:cs typeface="Figtree SemiBold"/>
              <a:sym typeface="Figtree SemiBold"/>
            </a:endParaRPr>
          </a:p>
        </p:txBody>
      </p:sp>
      <p:sp>
        <p:nvSpPr>
          <p:cNvPr id="286" name="Google Shape;286;p63"/>
          <p:cNvSpPr/>
          <p:nvPr/>
        </p:nvSpPr>
        <p:spPr>
          <a:xfrm rot="-1144905">
            <a:off x="5875388" y="671138"/>
            <a:ext cx="2874124" cy="1050919"/>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ayfair Display"/>
              <a:ea typeface="Playfair Display"/>
              <a:cs typeface="Playfair Display"/>
              <a:sym typeface="Playfair Display"/>
            </a:endParaRPr>
          </a:p>
        </p:txBody>
      </p:sp>
      <p:pic>
        <p:nvPicPr>
          <p:cNvPr id="7" name="Picture 6" descr="pixelcut-export (1)"/>
          <p:cNvPicPr>
            <a:picLocks noChangeAspect="1"/>
          </p:cNvPicPr>
          <p:nvPr/>
        </p:nvPicPr>
        <p:blipFill>
          <a:blip r:embed="rId1"/>
          <a:srcRect t="22967" b="48563"/>
          <a:stretch>
            <a:fillRect/>
          </a:stretch>
        </p:blipFill>
        <p:spPr>
          <a:xfrm>
            <a:off x="1596390" y="3455670"/>
            <a:ext cx="4306570" cy="12268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501" name="Shape 501"/>
        <p:cNvGrpSpPr/>
        <p:nvPr/>
      </p:nvGrpSpPr>
      <p:grpSpPr>
        <a:xfrm>
          <a:off x="0" y="0"/>
          <a:ext cx="0" cy="0"/>
          <a:chOff x="0" y="0"/>
          <a:chExt cx="0" cy="0"/>
        </a:xfrm>
      </p:grpSpPr>
      <p:pic>
        <p:nvPicPr>
          <p:cNvPr id="120" name="Google Shape;120;p21" descr="logo"/>
          <p:cNvPicPr preferRelativeResize="0"/>
          <p:nvPr/>
        </p:nvPicPr>
        <p:blipFill>
          <a:blip r:embed="rId1"/>
          <a:stretch>
            <a:fillRect/>
          </a:stretch>
        </p:blipFill>
        <p:spPr>
          <a:xfrm>
            <a:off x="488050" y="4799275"/>
            <a:ext cx="1371600" cy="146304"/>
          </a:xfrm>
          <a:prstGeom prst="rect">
            <a:avLst/>
          </a:prstGeom>
          <a:noFill/>
          <a:ln>
            <a:noFill/>
          </a:ln>
        </p:spPr>
      </p:pic>
      <p:sp>
        <p:nvSpPr>
          <p:cNvPr id="122" name="Google Shape;122;p21" descr="detail_0"/>
          <p:cNvSpPr txBox="1"/>
          <p:nvPr/>
        </p:nvSpPr>
        <p:spPr>
          <a:xfrm>
            <a:off x="4923175" y="347475"/>
            <a:ext cx="3808800" cy="4453200"/>
          </a:xfrm>
          <a:prstGeom prst="rect">
            <a:avLst/>
          </a:prstGeom>
          <a:noFill/>
          <a:ln>
            <a:noFill/>
          </a:ln>
        </p:spPr>
        <p:txBody>
          <a:bodyPr spcFirstLastPara="1" wrap="square" lIns="91425" tIns="91425" rIns="91425" bIns="91425" anchor="ctr" anchorCtr="0">
            <a:noAutofit/>
          </a:bodyPr>
          <a:lstStyle/>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 Empowering womanhood,  is program with a vision to give a platform to all the women for diversifying their existing skills to meet today's challenges. MySkill aims at building actual competencies to achieve their highest desired level of independence and inclusion in their communities.</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 </a:t>
            </a:r>
            <a:endParaRPr sz="1200" b="1" i="0">
              <a:solidFill>
                <a:schemeClr val="tx1"/>
              </a:solidFill>
              <a:latin typeface="Heiti SC Medium" panose="02000000000000000000" charset="-122"/>
              <a:ea typeface="Heiti SC Medium" panose="02000000000000000000" charset="-122"/>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has partnered with institutes who have a proven track record of training and empowering women through various educational and experiential learning in the past. </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endParaRPr sz="1200" b="1" i="0">
              <a:solidFill>
                <a:schemeClr val="tx1"/>
              </a:solidFill>
              <a:latin typeface="Calibri"/>
              <a:ea typeface="Arial" panose="020B0604020202090204"/>
            </a:endParaRPr>
          </a:p>
          <a:p>
            <a:pPr marL="0" indent="0" algn="just" defTabSz="266700">
              <a:spcAft>
                <a:spcPct val="0"/>
              </a:spcAft>
            </a:pPr>
            <a:r>
              <a:rPr sz="1200" b="1">
                <a:solidFill>
                  <a:schemeClr val="tx1"/>
                </a:solidFill>
                <a:latin typeface="Heiti SC Medium" panose="02000000000000000000" charset="-122"/>
                <a:ea typeface="Heiti SC Medium" panose="02000000000000000000" charset="-122"/>
                <a:sym typeface="+mn-ea"/>
              </a:rPr>
              <a:t>MySkill offers a platform for all aspiring women who want to have a greater expansion in professional and personal growth which in turn  contribute to structural transformation and economic growth by enhancing employability.</a:t>
            </a:r>
            <a:endParaRPr sz="1200" b="1" i="0">
              <a:solidFill>
                <a:schemeClr val="tx1"/>
              </a:solidFill>
              <a:latin typeface="Heiti SC Medium" panose="02000000000000000000" charset="-122"/>
              <a:ea typeface="Heiti SC Medium" panose="02000000000000000000" charset="-122"/>
            </a:endParaRPr>
          </a:p>
          <a:p>
            <a:pPr marL="0" indent="0" defTabSz="266700">
              <a:spcAft>
                <a:spcPct val="0"/>
              </a:spcAft>
            </a:pPr>
            <a:r>
              <a:rPr sz="1200" b="1">
                <a:solidFill>
                  <a:schemeClr val="tx1"/>
                </a:solidFill>
                <a:latin typeface="Calibri"/>
                <a:sym typeface="+mn-ea"/>
              </a:rPr>
              <a:t> </a:t>
            </a:r>
            <a:endParaRPr sz="1200" b="1" i="0">
              <a:solidFill>
                <a:schemeClr val="tx1"/>
              </a:solidFill>
              <a:latin typeface="Calibri"/>
              <a:ea typeface="Arial" panose="020B0604020202090204"/>
            </a:endParaRPr>
          </a:p>
          <a:p>
            <a:pPr marL="0" lvl="0" indent="0" algn="l" rtl="0">
              <a:lnSpc>
                <a:spcPct val="150000"/>
              </a:lnSpc>
              <a:spcBef>
                <a:spcPts val="0"/>
              </a:spcBef>
              <a:spcAft>
                <a:spcPts val="0"/>
              </a:spcAft>
              <a:buNone/>
            </a:pPr>
            <a:endParaRPr sz="1200" b="1" i="0">
              <a:solidFill>
                <a:schemeClr val="tx1"/>
              </a:solidFill>
              <a:latin typeface="Calibri"/>
              <a:ea typeface="Arial" panose="020B0604020202090204"/>
              <a:cs typeface="Hanken Grotesk"/>
              <a:sym typeface="Hanken Grotesk"/>
            </a:endParaRPr>
          </a:p>
        </p:txBody>
      </p:sp>
      <p:pic>
        <p:nvPicPr>
          <p:cNvPr id="7" name="Picture 6" descr="pixelcut-export (1)"/>
          <p:cNvPicPr>
            <a:picLocks noChangeAspect="1"/>
          </p:cNvPicPr>
          <p:nvPr/>
        </p:nvPicPr>
        <p:blipFill>
          <a:blip r:embed="rId2"/>
          <a:srcRect t="22967" b="48563"/>
          <a:stretch>
            <a:fillRect/>
          </a:stretch>
        </p:blipFill>
        <p:spPr>
          <a:xfrm>
            <a:off x="0" y="4364990"/>
            <a:ext cx="2733040" cy="778510"/>
          </a:xfrm>
          <a:prstGeom prst="rect">
            <a:avLst/>
          </a:prstGeom>
        </p:spPr>
      </p:pic>
      <p:pic>
        <p:nvPicPr>
          <p:cNvPr id="2" name="Picture 1" descr="empowering"/>
          <p:cNvPicPr>
            <a:picLocks noChangeAspect="1"/>
          </p:cNvPicPr>
          <p:nvPr/>
        </p:nvPicPr>
        <p:blipFill>
          <a:blip r:embed="rId3"/>
          <a:srcRect t="4666" b="4531"/>
          <a:stretch>
            <a:fillRect/>
          </a:stretch>
        </p:blipFill>
        <p:spPr>
          <a:xfrm>
            <a:off x="224155" y="532765"/>
            <a:ext cx="3892550" cy="3534410"/>
          </a:xfrm>
          <a:prstGeom prst="rect">
            <a:avLst/>
          </a:prstGeom>
        </p:spPr>
      </p:pic>
      <p:sp>
        <p:nvSpPr>
          <p:cNvPr id="4" name="Text Box 3"/>
          <p:cNvSpPr txBox="1"/>
          <p:nvPr/>
        </p:nvSpPr>
        <p:spPr>
          <a:xfrm>
            <a:off x="4923155" y="97790"/>
            <a:ext cx="5490210" cy="460375"/>
          </a:xfrm>
          <a:prstGeom prst="rect">
            <a:avLst/>
          </a:prstGeom>
          <a:noFill/>
        </p:spPr>
        <p:txBody>
          <a:bodyPr wrap="square" rtlCol="0">
            <a:spAutoFit/>
          </a:bodyPr>
          <a:p>
            <a:r>
              <a:rPr lang="en-US" sz="2400" b="1">
                <a:solidFill>
                  <a:schemeClr val="tx1"/>
                </a:solidFill>
                <a:latin typeface="Heiti SC Medium" panose="02000000000000000000" charset="-122"/>
                <a:ea typeface="Heiti SC Medium" panose="02000000000000000000" charset="-122"/>
              </a:rPr>
              <a:t>Empowering Mankind</a:t>
            </a:r>
            <a:endParaRPr lang="en-US" sz="2400" b="1">
              <a:solidFill>
                <a:schemeClr val="tx1"/>
              </a:solidFill>
              <a:latin typeface="Heiti SC Medium" panose="02000000000000000000" charset="-122"/>
              <a:ea typeface="Heiti SC Medium"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90" name="Shape 290"/>
        <p:cNvGrpSpPr/>
        <p:nvPr/>
      </p:nvGrpSpPr>
      <p:grpSpPr>
        <a:xfrm>
          <a:off x="0" y="0"/>
          <a:ext cx="0" cy="0"/>
          <a:chOff x="0" y="0"/>
          <a:chExt cx="0" cy="0"/>
        </a:xfrm>
      </p:grpSpPr>
      <p:sp>
        <p:nvSpPr>
          <p:cNvPr id="291" name="Google Shape;291;p64" descr="agenda_0"/>
          <p:cNvSpPr txBox="1"/>
          <p:nvPr/>
        </p:nvSpPr>
        <p:spPr>
          <a:xfrm>
            <a:off x="457200" y="1292325"/>
            <a:ext cx="4111500" cy="3263100"/>
          </a:xfrm>
          <a:prstGeom prst="rect">
            <a:avLst/>
          </a:prstGeom>
          <a:noFill/>
          <a:ln>
            <a:noFill/>
          </a:ln>
        </p:spPr>
        <p:txBody>
          <a:bodyPr spcFirstLastPara="1" wrap="square" lIns="91425" tIns="91425" rIns="91425" bIns="91425" anchor="t" anchorCtr="0">
            <a:noAutofit/>
          </a:bodyPr>
          <a:lstStyle/>
          <a:p>
            <a:pPr marL="118745" lvl="0" indent="-194945" algn="l" rtl="0">
              <a:lnSpc>
                <a:spcPct val="140000"/>
              </a:lnSpc>
              <a:spcBef>
                <a:spcPts val="0"/>
              </a:spcBef>
              <a:spcAft>
                <a:spcPts val="0"/>
              </a:spcAft>
              <a:buClr>
                <a:schemeClr val="dk1"/>
              </a:buClr>
              <a:buSzPts val="1200"/>
              <a:buFont typeface="Playfair Display"/>
              <a:buChar char="•"/>
            </a:pPr>
            <a:r>
              <a:rPr lang="en-GB" sz="1200">
                <a:solidFill>
                  <a:schemeClr val="lt1"/>
                </a:solidFill>
                <a:latin typeface="Playfair Display"/>
                <a:ea typeface="Playfair Display"/>
                <a:cs typeface="Playfair Display"/>
                <a:sym typeface="Playfair Display"/>
              </a:rPr>
              <a:t>Introduction to Entrepreneurship Education</a:t>
            </a:r>
            <a:endParaRPr sz="1200">
              <a:solidFill>
                <a:schemeClr val="lt1"/>
              </a:solidFill>
              <a:latin typeface="Playfair Display"/>
              <a:ea typeface="Playfair Display"/>
              <a:cs typeface="Playfair Display"/>
              <a:sym typeface="Playfair Display"/>
            </a:endParaRPr>
          </a:p>
          <a:p>
            <a:pPr marL="118745" lvl="0" indent="-194945" algn="l" rtl="0">
              <a:lnSpc>
                <a:spcPct val="140000"/>
              </a:lnSpc>
              <a:spcBef>
                <a:spcPts val="0"/>
              </a:spcBef>
              <a:spcAft>
                <a:spcPts val="0"/>
              </a:spcAft>
              <a:buClr>
                <a:schemeClr val="dk1"/>
              </a:buClr>
              <a:buSzPts val="1200"/>
              <a:buFont typeface="Playfair Display"/>
              <a:buChar char="•"/>
            </a:pPr>
            <a:r>
              <a:rPr lang="en-GB" sz="1200">
                <a:solidFill>
                  <a:schemeClr val="lt1"/>
                </a:solidFill>
                <a:latin typeface="Playfair Display"/>
                <a:ea typeface="Playfair Display"/>
                <a:cs typeface="Playfair Display"/>
                <a:sym typeface="Playfair Display"/>
              </a:rPr>
              <a:t>What is Entrepreneurship?</a:t>
            </a:r>
            <a:endParaRPr sz="1200">
              <a:solidFill>
                <a:schemeClr val="lt1"/>
              </a:solidFill>
              <a:latin typeface="Playfair Display"/>
              <a:ea typeface="Playfair Display"/>
              <a:cs typeface="Playfair Display"/>
              <a:sym typeface="Playfair Display"/>
            </a:endParaRPr>
          </a:p>
          <a:p>
            <a:pPr marL="118745" lvl="0" indent="-194945" algn="l" rtl="0">
              <a:lnSpc>
                <a:spcPct val="140000"/>
              </a:lnSpc>
              <a:spcBef>
                <a:spcPts val="0"/>
              </a:spcBef>
              <a:spcAft>
                <a:spcPts val="0"/>
              </a:spcAft>
              <a:buClr>
                <a:schemeClr val="dk1"/>
              </a:buClr>
              <a:buSzPts val="1200"/>
              <a:buFont typeface="Playfair Display"/>
              <a:buChar char="•"/>
            </a:pPr>
            <a:r>
              <a:rPr lang="en-GB" sz="1200">
                <a:solidFill>
                  <a:schemeClr val="lt1"/>
                </a:solidFill>
                <a:latin typeface="Playfair Display"/>
                <a:ea typeface="Playfair Display"/>
                <a:cs typeface="Playfair Display"/>
                <a:sym typeface="Playfair Display"/>
              </a:rPr>
              <a:t>Key Components of Entrepreneurship</a:t>
            </a:r>
            <a:endParaRPr sz="1200">
              <a:solidFill>
                <a:schemeClr val="lt1"/>
              </a:solidFill>
              <a:latin typeface="Playfair Display"/>
              <a:ea typeface="Playfair Display"/>
              <a:cs typeface="Playfair Display"/>
              <a:sym typeface="Playfair Display"/>
            </a:endParaRPr>
          </a:p>
          <a:p>
            <a:pPr marL="118745" lvl="0" indent="-194945" algn="l" rtl="0">
              <a:lnSpc>
                <a:spcPct val="140000"/>
              </a:lnSpc>
              <a:spcBef>
                <a:spcPts val="0"/>
              </a:spcBef>
              <a:spcAft>
                <a:spcPts val="0"/>
              </a:spcAft>
              <a:buClr>
                <a:schemeClr val="dk1"/>
              </a:buClr>
              <a:buSzPts val="1200"/>
              <a:buFont typeface="Playfair Display"/>
              <a:buChar char="•"/>
            </a:pPr>
            <a:r>
              <a:rPr lang="en-GB" sz="1200">
                <a:solidFill>
                  <a:schemeClr val="lt1"/>
                </a:solidFill>
                <a:latin typeface="Playfair Display"/>
                <a:ea typeface="Playfair Display"/>
                <a:cs typeface="Playfair Display"/>
                <a:sym typeface="Playfair Display"/>
              </a:rPr>
              <a:t>Benefits of Teaching Entrepreneurship to Young Children</a:t>
            </a:r>
            <a:endParaRPr sz="1200">
              <a:solidFill>
                <a:schemeClr val="lt1"/>
              </a:solidFill>
              <a:latin typeface="Playfair Display"/>
              <a:ea typeface="Playfair Display"/>
              <a:cs typeface="Playfair Display"/>
              <a:sym typeface="Playfair Display"/>
            </a:endParaRPr>
          </a:p>
          <a:p>
            <a:pPr marL="118745" lvl="0" indent="-194945" algn="l" rtl="0">
              <a:lnSpc>
                <a:spcPct val="140000"/>
              </a:lnSpc>
              <a:spcBef>
                <a:spcPts val="0"/>
              </a:spcBef>
              <a:spcAft>
                <a:spcPts val="0"/>
              </a:spcAft>
              <a:buClr>
                <a:schemeClr val="dk1"/>
              </a:buClr>
              <a:buSzPts val="1200"/>
              <a:buFont typeface="Playfair Display"/>
              <a:buChar char="•"/>
            </a:pPr>
            <a:r>
              <a:rPr lang="en-GB" sz="1200">
                <a:solidFill>
                  <a:schemeClr val="lt1"/>
                </a:solidFill>
                <a:latin typeface="Playfair Display"/>
                <a:ea typeface="Playfair Display"/>
                <a:cs typeface="Playfair Display"/>
                <a:sym typeface="Playfair Display"/>
              </a:rPr>
              <a:t>Encouraging Creativity and Innovation</a:t>
            </a:r>
            <a:endParaRPr sz="1200">
              <a:solidFill>
                <a:schemeClr val="lt1"/>
              </a:solidFill>
              <a:latin typeface="Playfair Display"/>
              <a:ea typeface="Playfair Display"/>
              <a:cs typeface="Playfair Display"/>
              <a:sym typeface="Playfair Display"/>
            </a:endParaRPr>
          </a:p>
          <a:p>
            <a:pPr marL="118745" lvl="0" indent="-194945" algn="l" rtl="0">
              <a:lnSpc>
                <a:spcPct val="140000"/>
              </a:lnSpc>
              <a:spcBef>
                <a:spcPts val="0"/>
              </a:spcBef>
              <a:spcAft>
                <a:spcPts val="0"/>
              </a:spcAft>
              <a:buClr>
                <a:schemeClr val="dk1"/>
              </a:buClr>
              <a:buSzPts val="1200"/>
              <a:buFont typeface="Playfair Display"/>
              <a:buChar char="•"/>
            </a:pPr>
            <a:r>
              <a:rPr lang="en-GB" sz="1200">
                <a:solidFill>
                  <a:schemeClr val="lt1"/>
                </a:solidFill>
                <a:latin typeface="Playfair Display"/>
                <a:ea typeface="Playfair Display"/>
                <a:cs typeface="Playfair Display"/>
                <a:sym typeface="Playfair Display"/>
              </a:rPr>
              <a:t>Developing Critical Life Skills</a:t>
            </a:r>
            <a:endParaRPr sz="1200">
              <a:solidFill>
                <a:schemeClr val="lt1"/>
              </a:solidFill>
              <a:latin typeface="Playfair Display"/>
              <a:ea typeface="Playfair Display"/>
              <a:cs typeface="Playfair Display"/>
              <a:sym typeface="Playfair Display"/>
            </a:endParaRPr>
          </a:p>
          <a:p>
            <a:pPr marL="118745" lvl="0" indent="-194945" algn="l" rtl="0">
              <a:lnSpc>
                <a:spcPct val="140000"/>
              </a:lnSpc>
              <a:spcBef>
                <a:spcPts val="0"/>
              </a:spcBef>
              <a:spcAft>
                <a:spcPts val="0"/>
              </a:spcAft>
              <a:buClr>
                <a:schemeClr val="dk1"/>
              </a:buClr>
              <a:buSzPts val="1200"/>
              <a:buFont typeface="Playfair Display"/>
              <a:buChar char="•"/>
            </a:pPr>
            <a:r>
              <a:rPr lang="en-GB" sz="1200">
                <a:solidFill>
                  <a:schemeClr val="lt1"/>
                </a:solidFill>
                <a:latin typeface="Playfair Display"/>
                <a:ea typeface="Playfair Display"/>
                <a:cs typeface="Playfair Display"/>
                <a:sym typeface="Playfair Display"/>
              </a:rPr>
              <a:t>Building Confidence and Resilience</a:t>
            </a:r>
            <a:endParaRPr sz="1200">
              <a:solidFill>
                <a:schemeClr val="lt1"/>
              </a:solidFill>
              <a:latin typeface="Playfair Display"/>
              <a:ea typeface="Playfair Display"/>
              <a:cs typeface="Playfair Display"/>
              <a:sym typeface="Playfair Display"/>
            </a:endParaRPr>
          </a:p>
        </p:txBody>
      </p:sp>
      <p:sp>
        <p:nvSpPr>
          <p:cNvPr id="292" name="Google Shape;292;p64" descr="agenda_1"/>
          <p:cNvSpPr txBox="1"/>
          <p:nvPr/>
        </p:nvSpPr>
        <p:spPr>
          <a:xfrm>
            <a:off x="4580175" y="1292420"/>
            <a:ext cx="4111500" cy="3263100"/>
          </a:xfrm>
          <a:prstGeom prst="rect">
            <a:avLst/>
          </a:prstGeom>
          <a:noFill/>
          <a:ln>
            <a:noFill/>
          </a:ln>
        </p:spPr>
        <p:txBody>
          <a:bodyPr spcFirstLastPara="1" wrap="square" lIns="91425" tIns="91425" rIns="91425" bIns="91425" anchor="t" anchorCtr="0">
            <a:noAutofit/>
          </a:bodyPr>
          <a:lstStyle/>
          <a:p>
            <a:pPr marL="118745" lvl="0" indent="-207645" algn="l" rtl="0">
              <a:lnSpc>
                <a:spcPct val="150000"/>
              </a:lnSpc>
              <a:spcBef>
                <a:spcPts val="0"/>
              </a:spcBef>
              <a:spcAft>
                <a:spcPts val="0"/>
              </a:spcAft>
              <a:buClr>
                <a:schemeClr val="dk1"/>
              </a:buClr>
              <a:buSzPts val="1400"/>
              <a:buFont typeface="Playfair Display"/>
              <a:buChar char="•"/>
            </a:pPr>
            <a:r>
              <a:rPr lang="en-GB">
                <a:solidFill>
                  <a:schemeClr val="lt1"/>
                </a:solidFill>
                <a:latin typeface="Playfair Display"/>
                <a:ea typeface="Playfair Display"/>
                <a:cs typeface="Playfair Display"/>
                <a:sym typeface="Playfair Display"/>
              </a:rPr>
              <a:t>Promoting Collaboration and Teamwork</a:t>
            </a:r>
            <a:endParaRPr>
              <a:solidFill>
                <a:schemeClr val="lt1"/>
              </a:solidFill>
              <a:latin typeface="Playfair Display"/>
              <a:ea typeface="Playfair Display"/>
              <a:cs typeface="Playfair Display"/>
              <a:sym typeface="Playfair Display"/>
            </a:endParaRPr>
          </a:p>
          <a:p>
            <a:pPr marL="118745" lvl="0" indent="-207645" algn="l" rtl="0">
              <a:lnSpc>
                <a:spcPct val="150000"/>
              </a:lnSpc>
              <a:spcBef>
                <a:spcPts val="0"/>
              </a:spcBef>
              <a:spcAft>
                <a:spcPts val="0"/>
              </a:spcAft>
              <a:buClr>
                <a:schemeClr val="dk1"/>
              </a:buClr>
              <a:buSzPts val="1400"/>
              <a:buFont typeface="Playfair Display"/>
              <a:buChar char="•"/>
            </a:pPr>
            <a:r>
              <a:rPr lang="en-GB">
                <a:solidFill>
                  <a:schemeClr val="lt1"/>
                </a:solidFill>
                <a:latin typeface="Playfair Display"/>
                <a:ea typeface="Playfair Display"/>
                <a:cs typeface="Playfair Display"/>
                <a:sym typeface="Playfair Display"/>
              </a:rPr>
              <a:t>Encouraging a Positive Attitude Towards Failure</a:t>
            </a:r>
            <a:endParaRPr>
              <a:solidFill>
                <a:schemeClr val="lt1"/>
              </a:solidFill>
              <a:latin typeface="Playfair Display"/>
              <a:ea typeface="Playfair Display"/>
              <a:cs typeface="Playfair Display"/>
              <a:sym typeface="Playfair Display"/>
            </a:endParaRPr>
          </a:p>
          <a:p>
            <a:pPr marL="118745" lvl="0" indent="-207645" algn="l" rtl="0">
              <a:lnSpc>
                <a:spcPct val="150000"/>
              </a:lnSpc>
              <a:spcBef>
                <a:spcPts val="0"/>
              </a:spcBef>
              <a:spcAft>
                <a:spcPts val="0"/>
              </a:spcAft>
              <a:buClr>
                <a:schemeClr val="dk1"/>
              </a:buClr>
              <a:buSzPts val="1400"/>
              <a:buFont typeface="Playfair Display"/>
              <a:buChar char="•"/>
            </a:pPr>
            <a:r>
              <a:rPr lang="en-GB">
                <a:solidFill>
                  <a:schemeClr val="lt1"/>
                </a:solidFill>
                <a:latin typeface="Playfair Display"/>
                <a:ea typeface="Playfair Display"/>
                <a:cs typeface="Playfair Display"/>
                <a:sym typeface="Playfair Display"/>
              </a:rPr>
              <a:t>Connection to Real World Contexts</a:t>
            </a:r>
            <a:endParaRPr>
              <a:solidFill>
                <a:schemeClr val="lt1"/>
              </a:solidFill>
              <a:latin typeface="Playfair Display"/>
              <a:ea typeface="Playfair Display"/>
              <a:cs typeface="Playfair Display"/>
              <a:sym typeface="Playfair Display"/>
            </a:endParaRPr>
          </a:p>
          <a:p>
            <a:pPr marL="118745" lvl="0" indent="-207645" algn="l" rtl="0">
              <a:lnSpc>
                <a:spcPct val="150000"/>
              </a:lnSpc>
              <a:spcBef>
                <a:spcPts val="0"/>
              </a:spcBef>
              <a:spcAft>
                <a:spcPts val="0"/>
              </a:spcAft>
              <a:buClr>
                <a:schemeClr val="dk1"/>
              </a:buClr>
              <a:buSzPts val="1400"/>
              <a:buFont typeface="Playfair Display"/>
              <a:buChar char="•"/>
            </a:pPr>
            <a:r>
              <a:rPr lang="en-GB">
                <a:solidFill>
                  <a:schemeClr val="lt1"/>
                </a:solidFill>
                <a:latin typeface="Playfair Display"/>
                <a:ea typeface="Playfair Display"/>
                <a:cs typeface="Playfair Display"/>
                <a:sym typeface="Playfair Display"/>
              </a:rPr>
              <a:t>Introducing Entrepreneurship Concepts to Young Children</a:t>
            </a:r>
            <a:endParaRPr>
              <a:solidFill>
                <a:schemeClr val="lt1"/>
              </a:solidFill>
              <a:latin typeface="Playfair Display"/>
              <a:ea typeface="Playfair Display"/>
              <a:cs typeface="Playfair Display"/>
              <a:sym typeface="Playfair Display"/>
            </a:endParaRPr>
          </a:p>
          <a:p>
            <a:pPr marL="118745" lvl="0" indent="-207645" algn="l" rtl="0">
              <a:lnSpc>
                <a:spcPct val="150000"/>
              </a:lnSpc>
              <a:spcBef>
                <a:spcPts val="0"/>
              </a:spcBef>
              <a:spcAft>
                <a:spcPts val="0"/>
              </a:spcAft>
              <a:buClr>
                <a:schemeClr val="dk1"/>
              </a:buClr>
              <a:buSzPts val="1400"/>
              <a:buFont typeface="Playfair Display"/>
              <a:buChar char="•"/>
            </a:pPr>
            <a:r>
              <a:rPr lang="en-GB">
                <a:solidFill>
                  <a:schemeClr val="lt1"/>
                </a:solidFill>
                <a:latin typeface="Playfair Display"/>
                <a:ea typeface="Playfair Display"/>
                <a:cs typeface="Playfair Display"/>
                <a:sym typeface="Playfair Display"/>
              </a:rPr>
              <a:t>Activities for Teaching Entrepreneurship</a:t>
            </a:r>
            <a:endParaRPr>
              <a:solidFill>
                <a:schemeClr val="lt1"/>
              </a:solidFill>
              <a:latin typeface="Playfair Display"/>
              <a:ea typeface="Playfair Display"/>
              <a:cs typeface="Playfair Display"/>
              <a:sym typeface="Playfair Display"/>
            </a:endParaRPr>
          </a:p>
          <a:p>
            <a:pPr marL="118745" lvl="0" indent="-207645" algn="l" rtl="0">
              <a:lnSpc>
                <a:spcPct val="150000"/>
              </a:lnSpc>
              <a:spcBef>
                <a:spcPts val="0"/>
              </a:spcBef>
              <a:spcAft>
                <a:spcPts val="0"/>
              </a:spcAft>
              <a:buClr>
                <a:schemeClr val="dk1"/>
              </a:buClr>
              <a:buSzPts val="1400"/>
              <a:buFont typeface="Playfair Display"/>
              <a:buChar char="•"/>
            </a:pPr>
            <a:r>
              <a:rPr lang="en-GB">
                <a:solidFill>
                  <a:schemeClr val="lt1"/>
                </a:solidFill>
                <a:latin typeface="Playfair Display"/>
                <a:ea typeface="Playfair Display"/>
                <a:cs typeface="Playfair Display"/>
                <a:sym typeface="Playfair Display"/>
              </a:rPr>
              <a:t>Conclusion</a:t>
            </a:r>
            <a:endParaRPr>
              <a:solidFill>
                <a:schemeClr val="lt1"/>
              </a:solidFill>
              <a:latin typeface="Playfair Display"/>
              <a:ea typeface="Playfair Display"/>
              <a:cs typeface="Playfair Display"/>
              <a:sym typeface="Playfair Display"/>
            </a:endParaRPr>
          </a:p>
        </p:txBody>
      </p:sp>
      <p:sp>
        <p:nvSpPr>
          <p:cNvPr id="293" name="Google Shape;293;p64" descr="title"/>
          <p:cNvSpPr txBox="1"/>
          <p:nvPr>
            <p:ph type="title" idx="4294967295"/>
          </p:nvPr>
        </p:nvSpPr>
        <p:spPr>
          <a:xfrm>
            <a:off x="568225" y="523400"/>
            <a:ext cx="7424700" cy="676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n-GB" sz="1600"/>
              <a:t>Agenda</a:t>
            </a:r>
            <a:endParaRPr sz="1600" b="0">
              <a:solidFill>
                <a:schemeClr val="lt1"/>
              </a:solidFill>
              <a:latin typeface="Figtree SemiBold"/>
              <a:ea typeface="Figtree SemiBold"/>
              <a:cs typeface="Figtree SemiBold"/>
              <a:sym typeface="Figtree SemiBold"/>
            </a:endParaRPr>
          </a:p>
        </p:txBody>
      </p:sp>
      <p:pic>
        <p:nvPicPr>
          <p:cNvPr id="3" name="Picture 2" descr="pixelcut-export (1)"/>
          <p:cNvPicPr>
            <a:picLocks noChangeAspect="1"/>
          </p:cNvPicPr>
          <p:nvPr/>
        </p:nvPicPr>
        <p:blipFill>
          <a:blip r:embed="rId1"/>
          <a:srcRect t="22967" b="48563"/>
          <a:stretch>
            <a:fillRect/>
          </a:stretch>
        </p:blipFill>
        <p:spPr>
          <a:xfrm>
            <a:off x="6649720" y="4364990"/>
            <a:ext cx="2733040" cy="7785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297" name="Shape 297"/>
        <p:cNvGrpSpPr/>
        <p:nvPr/>
      </p:nvGrpSpPr>
      <p:grpSpPr>
        <a:xfrm>
          <a:off x="0" y="0"/>
          <a:ext cx="0" cy="0"/>
          <a:chOff x="0" y="0"/>
          <a:chExt cx="0" cy="0"/>
        </a:xfrm>
      </p:grpSpPr>
      <p:sp>
        <p:nvSpPr>
          <p:cNvPr id="298" name="Google Shape;298;p65" descr="title"/>
          <p:cNvSpPr txBox="1"/>
          <p:nvPr>
            <p:ph type="title"/>
          </p:nvPr>
        </p:nvSpPr>
        <p:spPr>
          <a:xfrm>
            <a:off x="457200" y="514350"/>
            <a:ext cx="4112400" cy="4114800"/>
          </a:xfrm>
          <a:prstGeom prst="rect">
            <a:avLst/>
          </a:prstGeom>
          <a:ln>
            <a:noFill/>
          </a:ln>
        </p:spPr>
        <p:txBody>
          <a:bodyPr spcFirstLastPara="1" wrap="square" lIns="182875" tIns="182875" rIns="182875" bIns="182875" anchor="t" anchorCtr="0">
            <a:noAutofit/>
          </a:bodyPr>
          <a:lstStyle/>
          <a:p>
            <a:pPr marL="0" lvl="0" indent="0" algn="l" rtl="0">
              <a:spcBef>
                <a:spcPts val="400"/>
              </a:spcBef>
              <a:spcAft>
                <a:spcPts val="0"/>
              </a:spcAft>
              <a:buNone/>
            </a:pPr>
            <a:r>
              <a:rPr lang="en-GB" sz="2400"/>
              <a:t>Introduction to Entrepreneurship Education</a:t>
            </a:r>
            <a:endParaRPr sz="2400"/>
          </a:p>
        </p:txBody>
      </p:sp>
      <p:sp>
        <p:nvSpPr>
          <p:cNvPr id="299" name="Google Shape;299;p65" descr="detail_0"/>
          <p:cNvSpPr txBox="1"/>
          <p:nvPr>
            <p:ph type="body" idx="1"/>
          </p:nvPr>
        </p:nvSpPr>
        <p:spPr>
          <a:xfrm>
            <a:off x="4572000" y="514500"/>
            <a:ext cx="4112400" cy="4114800"/>
          </a:xfrm>
          <a:prstGeom prst="rect">
            <a:avLst/>
          </a:prstGeom>
          <a:ln>
            <a:noFill/>
          </a:ln>
        </p:spPr>
        <p:txBody>
          <a:bodyPr spcFirstLastPara="1" wrap="square" lIns="182875" tIns="182875" rIns="182875" bIns="182875" anchor="b" anchorCtr="0">
            <a:noAutofit/>
          </a:bodyPr>
          <a:lstStyle/>
          <a:p>
            <a:pPr marL="0" marR="0" lvl="0" indent="0" algn="l" rtl="0">
              <a:lnSpc>
                <a:spcPct val="115000"/>
              </a:lnSpc>
              <a:spcBef>
                <a:spcPts val="0"/>
              </a:spcBef>
              <a:spcAft>
                <a:spcPts val="0"/>
              </a:spcAft>
              <a:buNone/>
            </a:pPr>
            <a:r>
              <a:rPr lang="en-GB" sz="1200"/>
              <a:t>Entrepreneurship education provides teachers with foundational knowledge of what entrepreneurship is and how it is beneficial for children to understand this at an early age.</a:t>
            </a:r>
            <a:endParaRPr sz="1200"/>
          </a:p>
          <a:p>
            <a:pPr marL="0" marR="0" lvl="0" indent="0" algn="l" rtl="0">
              <a:lnSpc>
                <a:spcPct val="115000"/>
              </a:lnSpc>
              <a:spcBef>
                <a:spcPts val="1500"/>
              </a:spcBef>
              <a:spcAft>
                <a:spcPts val="0"/>
              </a:spcAft>
              <a:buNone/>
            </a:pPr>
            <a:r>
              <a:rPr lang="en-GB" sz="1200"/>
              <a:t>Entrepreneurship is the process of creating, developing, and managing a new business or project, typically with the goal of making a profit. Entrepreneurs identify opportunities, take risks, and innovate to solve problems or meet needs in the market. This can range from starting small businesses to launching large-scale enterprises</a:t>
            </a:r>
            <a:r>
              <a:rPr lang="en-US" altLang="en-GB" sz="1200"/>
              <a:t>.</a:t>
            </a:r>
            <a:endParaRPr sz="1200"/>
          </a:p>
          <a:p>
            <a:pPr marL="0" marR="0" lvl="0" indent="0" algn="l" rtl="0">
              <a:lnSpc>
                <a:spcPct val="115000"/>
              </a:lnSpc>
              <a:spcBef>
                <a:spcPts val="1500"/>
              </a:spcBef>
              <a:spcAft>
                <a:spcPts val="1500"/>
              </a:spcAft>
              <a:buNone/>
            </a:pPr>
            <a:r>
              <a:rPr lang="en-GB" sz="1200"/>
              <a:t>Understanding entrepreneurship equips children with essential skills that will serve them throughout their lives, fostering creativity, resilience, and critical thinking.</a:t>
            </a:r>
            <a:endParaRPr sz="1200"/>
          </a:p>
        </p:txBody>
      </p:sp>
      <p:grpSp>
        <p:nvGrpSpPr>
          <p:cNvPr id="300" name="Google Shape;300;p65"/>
          <p:cNvGrpSpPr/>
          <p:nvPr/>
        </p:nvGrpSpPr>
        <p:grpSpPr>
          <a:xfrm>
            <a:off x="127825" y="3987800"/>
            <a:ext cx="2057400" cy="1033200"/>
            <a:chOff x="6922975" y="1548525"/>
            <a:chExt cx="2057400" cy="1033200"/>
          </a:xfrm>
        </p:grpSpPr>
        <p:grpSp>
          <p:nvGrpSpPr>
            <p:cNvPr id="301" name="Google Shape;301;p65"/>
            <p:cNvGrpSpPr/>
            <p:nvPr/>
          </p:nvGrpSpPr>
          <p:grpSpPr>
            <a:xfrm>
              <a:off x="6922975" y="1548525"/>
              <a:ext cx="2057400" cy="1033200"/>
              <a:chOff x="6172200" y="152400"/>
              <a:chExt cx="2057400" cy="1033200"/>
            </a:xfrm>
          </p:grpSpPr>
          <p:sp>
            <p:nvSpPr>
              <p:cNvPr id="302" name="Google Shape;302;p65"/>
              <p:cNvSpPr/>
              <p:nvPr/>
            </p:nvSpPr>
            <p:spPr>
              <a:xfrm>
                <a:off x="6172200" y="152400"/>
                <a:ext cx="2057400" cy="1033200"/>
              </a:xfrm>
              <a:prstGeom prst="roundRect">
                <a:avLst>
                  <a:gd name="adj" fmla="val 8292"/>
                </a:avLst>
              </a:prstGeom>
              <a:solidFill>
                <a:srgbClr val="FFFFF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03" name="Google Shape;303;p6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04" name="Google Shape;304;p6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incorporating specific examples of entrepreneurial projects that children can engage in to enhance their understanding.</a:t>
              </a:r>
              <a:endParaRPr sz="800">
                <a:latin typeface="Inter" panose="02000503000000020004"/>
                <a:ea typeface="Inter" panose="02000503000000020004"/>
                <a:cs typeface="Inter" panose="02000503000000020004"/>
                <a:sym typeface="Inter" panose="02000503000000020004"/>
              </a:endParaRPr>
            </a:p>
          </p:txBody>
        </p:sp>
        <p:pic>
          <p:nvPicPr>
            <p:cNvPr id="305" name="Google Shape;305;p65"/>
            <p:cNvPicPr preferRelativeResize="0"/>
            <p:nvPr/>
          </p:nvPicPr>
          <p:blipFill>
            <a:blip r:embed="rId1"/>
            <a:stretch>
              <a:fillRect/>
            </a:stretch>
          </p:blipFill>
          <p:spPr>
            <a:xfrm>
              <a:off x="7016628" y="1652466"/>
              <a:ext cx="164591" cy="164591"/>
            </a:xfrm>
            <a:prstGeom prst="rect">
              <a:avLst/>
            </a:prstGeom>
            <a:noFill/>
            <a:ln>
              <a:noFill/>
            </a:ln>
          </p:spPr>
        </p:pic>
      </p:grpSp>
      <p:pic>
        <p:nvPicPr>
          <p:cNvPr id="1" name="Picture 0" descr="enterp"/>
          <p:cNvPicPr>
            <a:picLocks noChangeAspect="1"/>
          </p:cNvPicPr>
          <p:nvPr/>
        </p:nvPicPr>
        <p:blipFill>
          <a:blip r:embed="rId2"/>
          <a:stretch>
            <a:fillRect/>
          </a:stretch>
        </p:blipFill>
        <p:spPr>
          <a:xfrm>
            <a:off x="636270" y="1645285"/>
            <a:ext cx="3680460" cy="2832100"/>
          </a:xfrm>
          <a:prstGeom prst="rect">
            <a:avLst/>
          </a:prstGeom>
        </p:spPr>
      </p:pic>
      <p:pic>
        <p:nvPicPr>
          <p:cNvPr id="3" name="Picture 2" descr="pixelcut-export (1)"/>
          <p:cNvPicPr>
            <a:picLocks noChangeAspect="1"/>
          </p:cNvPicPr>
          <p:nvPr/>
        </p:nvPicPr>
        <p:blipFill>
          <a:blip r:embed="rId3"/>
          <a:srcRect t="22967" b="48563"/>
          <a:stretch>
            <a:fillRect/>
          </a:stretch>
        </p:blipFill>
        <p:spPr>
          <a:xfrm>
            <a:off x="6649720" y="4364990"/>
            <a:ext cx="2733040" cy="7785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09" name="Shape 309"/>
        <p:cNvGrpSpPr/>
        <p:nvPr/>
      </p:nvGrpSpPr>
      <p:grpSpPr>
        <a:xfrm>
          <a:off x="0" y="0"/>
          <a:ext cx="0" cy="0"/>
          <a:chOff x="0" y="0"/>
          <a:chExt cx="0" cy="0"/>
        </a:xfrm>
      </p:grpSpPr>
      <p:sp>
        <p:nvSpPr>
          <p:cNvPr id="310" name="Google Shape;310;p66" descr="title"/>
          <p:cNvSpPr txBox="1"/>
          <p:nvPr>
            <p:ph type="title"/>
          </p:nvPr>
        </p:nvSpPr>
        <p:spPr>
          <a:xfrm>
            <a:off x="457200" y="514350"/>
            <a:ext cx="7529400" cy="687600"/>
          </a:xfrm>
          <a:prstGeom prst="rect">
            <a:avLst/>
          </a:prstGeom>
        </p:spPr>
        <p:txBody>
          <a:bodyPr spcFirstLastPara="1" wrap="square" lIns="91425" tIns="91425" rIns="0" bIns="91425" anchor="ctr" anchorCtr="0">
            <a:noAutofit/>
          </a:bodyPr>
          <a:lstStyle/>
          <a:p>
            <a:pPr marL="0" lvl="0" indent="0" algn="l" rtl="0">
              <a:spcBef>
                <a:spcPts val="0"/>
              </a:spcBef>
              <a:spcAft>
                <a:spcPts val="0"/>
              </a:spcAft>
              <a:buSzPts val="990"/>
              <a:buNone/>
            </a:pPr>
            <a:r>
              <a:rPr lang="en-GB" sz="1820"/>
              <a:t>What is Entrepreneurship?</a:t>
            </a:r>
            <a:endParaRPr sz="1820">
              <a:solidFill>
                <a:schemeClr val="lt1"/>
              </a:solidFill>
            </a:endParaRPr>
          </a:p>
        </p:txBody>
      </p:sp>
      <p:sp>
        <p:nvSpPr>
          <p:cNvPr id="311" name="Google Shape;311;p66" descr="detail_0"/>
          <p:cNvSpPr txBox="1"/>
          <p:nvPr>
            <p:ph type="body" idx="1"/>
          </p:nvPr>
        </p:nvSpPr>
        <p:spPr>
          <a:xfrm>
            <a:off x="457200" y="1201950"/>
            <a:ext cx="5486400" cy="3427200"/>
          </a:xfrm>
          <a:prstGeom prst="rect">
            <a:avLst/>
          </a:prstGeom>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GB">
                <a:solidFill>
                  <a:schemeClr val="lt1"/>
                </a:solidFill>
              </a:rPr>
              <a:t>Entrepreneurship is the process of creating, developing, and managing a new business or project, typically with the goal of making a profit.</a:t>
            </a:r>
            <a:endParaRPr>
              <a:solidFill>
                <a:schemeClr val="lt1"/>
              </a:solidFill>
            </a:endParaRPr>
          </a:p>
          <a:p>
            <a:pPr marL="0" lvl="0" indent="0" algn="l" rtl="0">
              <a:lnSpc>
                <a:spcPct val="115000"/>
              </a:lnSpc>
              <a:spcBef>
                <a:spcPts val="1000"/>
              </a:spcBef>
              <a:spcAft>
                <a:spcPts val="0"/>
              </a:spcAft>
              <a:buNone/>
            </a:pPr>
            <a:r>
              <a:rPr lang="en-GB">
                <a:solidFill>
                  <a:schemeClr val="lt1"/>
                </a:solidFill>
              </a:rPr>
              <a:t>Entrepreneurs identify opportunities, take risks, and innovate to solve problems or meet needs in the market.</a:t>
            </a:r>
            <a:endParaRPr>
              <a:solidFill>
                <a:schemeClr val="lt1"/>
              </a:solidFill>
            </a:endParaRPr>
          </a:p>
          <a:p>
            <a:pPr marL="0" lvl="0" indent="0" algn="l" rtl="0">
              <a:lnSpc>
                <a:spcPct val="115000"/>
              </a:lnSpc>
              <a:spcBef>
                <a:spcPts val="1000"/>
              </a:spcBef>
              <a:spcAft>
                <a:spcPts val="1000"/>
              </a:spcAft>
              <a:buNone/>
            </a:pPr>
            <a:r>
              <a:rPr lang="en-GB">
                <a:solidFill>
                  <a:schemeClr val="lt1"/>
                </a:solidFill>
              </a:rPr>
              <a:t>This can range from starting small businesses to launching large scale enterprises.</a:t>
            </a:r>
            <a:endParaRPr>
              <a:solidFill>
                <a:schemeClr val="lt1"/>
              </a:solidFill>
            </a:endParaRPr>
          </a:p>
        </p:txBody>
      </p:sp>
      <p:cxnSp>
        <p:nvCxnSpPr>
          <p:cNvPr id="312" name="Google Shape;312;p66"/>
          <p:cNvCxnSpPr/>
          <p:nvPr/>
        </p:nvCxnSpPr>
        <p:spPr>
          <a:xfrm>
            <a:off x="455850" y="1201875"/>
            <a:ext cx="8232300" cy="0"/>
          </a:xfrm>
          <a:prstGeom prst="straightConnector1">
            <a:avLst/>
          </a:prstGeom>
          <a:noFill/>
          <a:ln w="19050" cap="flat" cmpd="sng">
            <a:solidFill>
              <a:schemeClr val="lt1"/>
            </a:solidFill>
            <a:prstDash val="solid"/>
            <a:round/>
            <a:headEnd type="none" w="med" len="med"/>
            <a:tailEnd type="none" w="med" len="med"/>
          </a:ln>
        </p:spPr>
      </p:cxnSp>
      <p:grpSp>
        <p:nvGrpSpPr>
          <p:cNvPr id="313" name="Google Shape;313;p66"/>
          <p:cNvGrpSpPr/>
          <p:nvPr/>
        </p:nvGrpSpPr>
        <p:grpSpPr>
          <a:xfrm>
            <a:off x="6962250" y="3968950"/>
            <a:ext cx="2057400" cy="1033200"/>
            <a:chOff x="6922975" y="1548525"/>
            <a:chExt cx="2057400" cy="1033200"/>
          </a:xfrm>
        </p:grpSpPr>
        <p:grpSp>
          <p:nvGrpSpPr>
            <p:cNvPr id="314" name="Google Shape;314;p66"/>
            <p:cNvGrpSpPr/>
            <p:nvPr/>
          </p:nvGrpSpPr>
          <p:grpSpPr>
            <a:xfrm>
              <a:off x="6922975" y="1548525"/>
              <a:ext cx="2057400" cy="1033200"/>
              <a:chOff x="6172200" y="152400"/>
              <a:chExt cx="2057400" cy="1033200"/>
            </a:xfrm>
          </p:grpSpPr>
          <p:sp>
            <p:nvSpPr>
              <p:cNvPr id="315" name="Google Shape;315;p66"/>
              <p:cNvSpPr/>
              <p:nvPr/>
            </p:nvSpPr>
            <p:spPr>
              <a:xfrm>
                <a:off x="6172200" y="152400"/>
                <a:ext cx="2057400" cy="1033200"/>
              </a:xfrm>
              <a:prstGeom prst="roundRect">
                <a:avLst>
                  <a:gd name="adj" fmla="val 8292"/>
                </a:avLst>
              </a:prstGeom>
              <a:solidFill>
                <a:srgbClr val="FFFFF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16" name="Google Shape;316;p66"/>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17" name="Google Shape;317;p66"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successful entrepreneurs or businesses to illustrate the concept further.</a:t>
              </a:r>
              <a:endParaRPr sz="800">
                <a:latin typeface="Inter" panose="02000503000000020004"/>
                <a:ea typeface="Inter" panose="02000503000000020004"/>
                <a:cs typeface="Inter" panose="02000503000000020004"/>
                <a:sym typeface="Inter" panose="02000503000000020004"/>
              </a:endParaRPr>
            </a:p>
          </p:txBody>
        </p:sp>
        <p:pic>
          <p:nvPicPr>
            <p:cNvPr id="318" name="Google Shape;318;p66"/>
            <p:cNvPicPr preferRelativeResize="0"/>
            <p:nvPr/>
          </p:nvPicPr>
          <p:blipFill>
            <a:blip r:embed="rId1"/>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22" name="Shape 322"/>
        <p:cNvGrpSpPr/>
        <p:nvPr/>
      </p:nvGrpSpPr>
      <p:grpSpPr>
        <a:xfrm>
          <a:off x="0" y="0"/>
          <a:ext cx="0" cy="0"/>
          <a:chOff x="0" y="0"/>
          <a:chExt cx="0" cy="0"/>
        </a:xfrm>
      </p:grpSpPr>
      <p:sp>
        <p:nvSpPr>
          <p:cNvPr id="323" name="Google Shape;323;p67" descr="header_0"/>
          <p:cNvSpPr txBox="1"/>
          <p:nvPr>
            <p:ph type="subTitle" idx="4294967295"/>
          </p:nvPr>
        </p:nvSpPr>
        <p:spPr>
          <a:xfrm>
            <a:off x="457175" y="1200150"/>
            <a:ext cx="2743200" cy="520500"/>
          </a:xfrm>
          <a:prstGeom prst="rect">
            <a:avLst/>
          </a:prstGeom>
        </p:spPr>
        <p:txBody>
          <a:bodyPr spcFirstLastPara="1" wrap="square" lIns="91425" tIns="91425" rIns="182875" bIns="91425" anchor="ctr" anchorCtr="0">
            <a:noAutofit/>
          </a:bodyPr>
          <a:lstStyle/>
          <a:p>
            <a:pPr marL="0" lvl="0" indent="0" algn="l" rtl="0">
              <a:spcBef>
                <a:spcPts val="0"/>
              </a:spcBef>
              <a:spcAft>
                <a:spcPts val="800"/>
              </a:spcAft>
              <a:buNone/>
            </a:pPr>
            <a:r>
              <a:rPr lang="en-GB" sz="1200">
                <a:latin typeface="Figtree SemiBold"/>
                <a:ea typeface="Figtree SemiBold"/>
                <a:cs typeface="Figtree SemiBold"/>
                <a:sym typeface="Figtree SemiBold"/>
              </a:rPr>
              <a:t>Innovation</a:t>
            </a:r>
            <a:endParaRPr sz="1200">
              <a:latin typeface="Figtree SemiBold"/>
              <a:ea typeface="Figtree SemiBold"/>
              <a:cs typeface="Figtree SemiBold"/>
              <a:sym typeface="Figtree SemiBold"/>
            </a:endParaRPr>
          </a:p>
        </p:txBody>
      </p:sp>
      <p:sp>
        <p:nvSpPr>
          <p:cNvPr id="324" name="Google Shape;324;p67" descr="detail_0"/>
          <p:cNvSpPr txBox="1"/>
          <p:nvPr>
            <p:ph type="body" idx="1"/>
          </p:nvPr>
        </p:nvSpPr>
        <p:spPr>
          <a:xfrm>
            <a:off x="457100" y="1720500"/>
            <a:ext cx="2743200" cy="1185900"/>
          </a:xfrm>
          <a:prstGeom prst="rect">
            <a:avLst/>
          </a:prstGeom>
        </p:spPr>
        <p:txBody>
          <a:bodyPr spcFirstLastPara="1" wrap="square" lIns="91425" tIns="91425" rIns="182875" bIns="91425" anchor="t" anchorCtr="0">
            <a:noAutofit/>
          </a:bodyPr>
          <a:lstStyle/>
          <a:p>
            <a:pPr marL="0" lvl="0" indent="0" algn="l" rtl="0">
              <a:lnSpc>
                <a:spcPct val="130000"/>
              </a:lnSpc>
              <a:spcBef>
                <a:spcPts val="0"/>
              </a:spcBef>
              <a:spcAft>
                <a:spcPts val="1500"/>
              </a:spcAft>
              <a:buNone/>
            </a:pPr>
            <a:r>
              <a:rPr lang="en-GB" sz="1000"/>
              <a:t>Developing new ideas, products, or services is essential for entrepreneurship.</a:t>
            </a:r>
            <a:endParaRPr sz="1000">
              <a:solidFill>
                <a:schemeClr val="lt1"/>
              </a:solidFill>
            </a:endParaRPr>
          </a:p>
        </p:txBody>
      </p:sp>
      <p:sp>
        <p:nvSpPr>
          <p:cNvPr id="325" name="Google Shape;325;p67" descr="detail_1"/>
          <p:cNvSpPr txBox="1"/>
          <p:nvPr>
            <p:ph type="body" idx="4294967295"/>
          </p:nvPr>
        </p:nvSpPr>
        <p:spPr>
          <a:xfrm>
            <a:off x="3201726" y="1720500"/>
            <a:ext cx="2743200" cy="1185900"/>
          </a:xfrm>
          <a:prstGeom prst="rect">
            <a:avLst/>
          </a:prstGeom>
        </p:spPr>
        <p:txBody>
          <a:bodyPr spcFirstLastPara="1" wrap="square" lIns="91425" tIns="91425" rIns="182875" bIns="91425" anchor="t" anchorCtr="0">
            <a:noAutofit/>
          </a:bodyPr>
          <a:lstStyle/>
          <a:p>
            <a:pPr marL="0" lvl="0" indent="0" algn="l" rtl="0">
              <a:lnSpc>
                <a:spcPct val="130000"/>
              </a:lnSpc>
              <a:spcBef>
                <a:spcPts val="0"/>
              </a:spcBef>
              <a:spcAft>
                <a:spcPts val="2000"/>
              </a:spcAft>
              <a:buNone/>
            </a:pPr>
            <a:r>
              <a:rPr lang="en-GB" sz="1000"/>
              <a:t>Willingness to take calculated risks in pursuit of opportunities is crucial.</a:t>
            </a:r>
            <a:endParaRPr sz="1000">
              <a:solidFill>
                <a:schemeClr val="lt1"/>
              </a:solidFill>
            </a:endParaRPr>
          </a:p>
        </p:txBody>
      </p:sp>
      <p:sp>
        <p:nvSpPr>
          <p:cNvPr id="326" name="Google Shape;326;p67" descr="detail_3"/>
          <p:cNvSpPr txBox="1"/>
          <p:nvPr>
            <p:ph type="body" idx="4294967295"/>
          </p:nvPr>
        </p:nvSpPr>
        <p:spPr>
          <a:xfrm>
            <a:off x="457200" y="3424700"/>
            <a:ext cx="2743200" cy="1185900"/>
          </a:xfrm>
          <a:prstGeom prst="rect">
            <a:avLst/>
          </a:prstGeom>
        </p:spPr>
        <p:txBody>
          <a:bodyPr spcFirstLastPara="1" wrap="square" lIns="91425" tIns="91425" rIns="182875" bIns="91425" anchor="t" anchorCtr="0">
            <a:noAutofit/>
          </a:bodyPr>
          <a:lstStyle/>
          <a:p>
            <a:pPr marL="0" lvl="0" indent="0" algn="l" rtl="0">
              <a:lnSpc>
                <a:spcPct val="130000"/>
              </a:lnSpc>
              <a:spcBef>
                <a:spcPts val="0"/>
              </a:spcBef>
              <a:spcAft>
                <a:spcPts val="2000"/>
              </a:spcAft>
              <a:buNone/>
            </a:pPr>
            <a:r>
              <a:rPr lang="en-GB" sz="1000"/>
              <a:t>Making informed choices significantly affects the direction of a business.</a:t>
            </a:r>
            <a:endParaRPr sz="1000">
              <a:solidFill>
                <a:schemeClr val="lt1"/>
              </a:solidFill>
            </a:endParaRPr>
          </a:p>
        </p:txBody>
      </p:sp>
      <p:sp>
        <p:nvSpPr>
          <p:cNvPr id="327" name="Google Shape;327;p67" descr="header_1"/>
          <p:cNvSpPr txBox="1"/>
          <p:nvPr>
            <p:ph type="subTitle" idx="4294967295"/>
          </p:nvPr>
        </p:nvSpPr>
        <p:spPr>
          <a:xfrm>
            <a:off x="3201725" y="1200150"/>
            <a:ext cx="2743200" cy="520500"/>
          </a:xfrm>
          <a:prstGeom prst="rect">
            <a:avLst/>
          </a:prstGeom>
        </p:spPr>
        <p:txBody>
          <a:bodyPr spcFirstLastPara="1" wrap="square" lIns="91425" tIns="91425" rIns="182875" bIns="91425" anchor="ctr" anchorCtr="0">
            <a:noAutofit/>
          </a:bodyPr>
          <a:lstStyle/>
          <a:p>
            <a:pPr marL="0" lvl="0" indent="0" algn="l" rtl="0">
              <a:spcBef>
                <a:spcPts val="0"/>
              </a:spcBef>
              <a:spcAft>
                <a:spcPts val="0"/>
              </a:spcAft>
              <a:buNone/>
            </a:pPr>
            <a:r>
              <a:rPr lang="en-GB" sz="1200">
                <a:latin typeface="Figtree SemiBold"/>
                <a:ea typeface="Figtree SemiBold"/>
                <a:cs typeface="Figtree SemiBold"/>
                <a:sym typeface="Figtree SemiBold"/>
              </a:rPr>
              <a:t>Risk Taking</a:t>
            </a:r>
            <a:endParaRPr sz="1200">
              <a:latin typeface="Figtree SemiBold"/>
              <a:ea typeface="Figtree SemiBold"/>
              <a:cs typeface="Figtree SemiBold"/>
              <a:sym typeface="Figtree SemiBold"/>
            </a:endParaRPr>
          </a:p>
        </p:txBody>
      </p:sp>
      <p:sp>
        <p:nvSpPr>
          <p:cNvPr id="328" name="Google Shape;328;p67" descr="header_3"/>
          <p:cNvSpPr txBox="1"/>
          <p:nvPr>
            <p:ph type="subTitle" idx="4294967295"/>
          </p:nvPr>
        </p:nvSpPr>
        <p:spPr>
          <a:xfrm>
            <a:off x="457175" y="2906275"/>
            <a:ext cx="2743200" cy="520500"/>
          </a:xfrm>
          <a:prstGeom prst="rect">
            <a:avLst/>
          </a:prstGeom>
        </p:spPr>
        <p:txBody>
          <a:bodyPr spcFirstLastPara="1" wrap="square" lIns="91425" tIns="91425" rIns="182875" bIns="91425" anchor="ctr" anchorCtr="0">
            <a:noAutofit/>
          </a:bodyPr>
          <a:lstStyle/>
          <a:p>
            <a:pPr marL="0" lvl="0" indent="0" algn="l" rtl="0">
              <a:spcBef>
                <a:spcPts val="0"/>
              </a:spcBef>
              <a:spcAft>
                <a:spcPts val="0"/>
              </a:spcAft>
              <a:buNone/>
            </a:pPr>
            <a:r>
              <a:rPr lang="en-GB" sz="1200">
                <a:latin typeface="Figtree SemiBold"/>
                <a:ea typeface="Figtree SemiBold"/>
                <a:cs typeface="Figtree SemiBold"/>
                <a:sym typeface="Figtree SemiBold"/>
              </a:rPr>
              <a:t>Decision Making</a:t>
            </a:r>
            <a:endParaRPr sz="1200">
              <a:latin typeface="Figtree SemiBold"/>
              <a:ea typeface="Figtree SemiBold"/>
              <a:cs typeface="Figtree SemiBold"/>
              <a:sym typeface="Figtree SemiBold"/>
            </a:endParaRPr>
          </a:p>
        </p:txBody>
      </p:sp>
      <p:sp>
        <p:nvSpPr>
          <p:cNvPr id="329" name="Google Shape;329;p67" descr="detail_4"/>
          <p:cNvSpPr txBox="1"/>
          <p:nvPr>
            <p:ph type="body" idx="4294967295"/>
          </p:nvPr>
        </p:nvSpPr>
        <p:spPr>
          <a:xfrm>
            <a:off x="3201751" y="3424702"/>
            <a:ext cx="2743200" cy="1185900"/>
          </a:xfrm>
          <a:prstGeom prst="rect">
            <a:avLst/>
          </a:prstGeom>
        </p:spPr>
        <p:txBody>
          <a:bodyPr spcFirstLastPara="1" wrap="square" lIns="91425" tIns="91425" rIns="182875" bIns="91425" anchor="t" anchorCtr="0">
            <a:noAutofit/>
          </a:bodyPr>
          <a:lstStyle/>
          <a:p>
            <a:pPr marL="0" lvl="0" indent="0" algn="l" rtl="0">
              <a:lnSpc>
                <a:spcPct val="130000"/>
              </a:lnSpc>
              <a:spcBef>
                <a:spcPts val="0"/>
              </a:spcBef>
              <a:spcAft>
                <a:spcPts val="2000"/>
              </a:spcAft>
              <a:buNone/>
            </a:pPr>
            <a:r>
              <a:rPr lang="en-GB" sz="1000"/>
              <a:t>Guiding and inspiring others to work towards a common goal is fundamental.</a:t>
            </a:r>
            <a:endParaRPr sz="1000">
              <a:solidFill>
                <a:schemeClr val="lt1"/>
              </a:solidFill>
            </a:endParaRPr>
          </a:p>
        </p:txBody>
      </p:sp>
      <p:sp>
        <p:nvSpPr>
          <p:cNvPr id="330" name="Google Shape;330;p67" descr="header_4"/>
          <p:cNvSpPr txBox="1"/>
          <p:nvPr>
            <p:ph type="subTitle" idx="4294967295"/>
          </p:nvPr>
        </p:nvSpPr>
        <p:spPr>
          <a:xfrm>
            <a:off x="3201725" y="2906277"/>
            <a:ext cx="2743200" cy="520500"/>
          </a:xfrm>
          <a:prstGeom prst="rect">
            <a:avLst/>
          </a:prstGeom>
        </p:spPr>
        <p:txBody>
          <a:bodyPr spcFirstLastPara="1" wrap="square" lIns="91425" tIns="91425" rIns="182875" bIns="91425" anchor="ctr" anchorCtr="0">
            <a:noAutofit/>
          </a:bodyPr>
          <a:lstStyle/>
          <a:p>
            <a:pPr marL="0" lvl="0" indent="0" algn="l" rtl="0">
              <a:spcBef>
                <a:spcPts val="0"/>
              </a:spcBef>
              <a:spcAft>
                <a:spcPts val="0"/>
              </a:spcAft>
              <a:buNone/>
            </a:pPr>
            <a:r>
              <a:rPr lang="en-GB" sz="1200">
                <a:latin typeface="Figtree SemiBold"/>
                <a:ea typeface="Figtree SemiBold"/>
                <a:cs typeface="Figtree SemiBold"/>
                <a:sym typeface="Figtree SemiBold"/>
              </a:rPr>
              <a:t>Leadership</a:t>
            </a:r>
            <a:endParaRPr sz="1200">
              <a:latin typeface="Figtree SemiBold"/>
              <a:ea typeface="Figtree SemiBold"/>
              <a:cs typeface="Figtree SemiBold"/>
              <a:sym typeface="Figtree SemiBold"/>
            </a:endParaRPr>
          </a:p>
        </p:txBody>
      </p:sp>
      <p:sp>
        <p:nvSpPr>
          <p:cNvPr id="331" name="Google Shape;331;p67" descr="detail_2"/>
          <p:cNvSpPr txBox="1"/>
          <p:nvPr>
            <p:ph type="body" idx="4294967295"/>
          </p:nvPr>
        </p:nvSpPr>
        <p:spPr>
          <a:xfrm>
            <a:off x="5946325" y="1720500"/>
            <a:ext cx="2743200" cy="1185900"/>
          </a:xfrm>
          <a:prstGeom prst="rect">
            <a:avLst/>
          </a:prstGeom>
        </p:spPr>
        <p:txBody>
          <a:bodyPr spcFirstLastPara="1" wrap="square" lIns="91425" tIns="91425" rIns="182875" bIns="91425" anchor="t" anchorCtr="0">
            <a:noAutofit/>
          </a:bodyPr>
          <a:lstStyle/>
          <a:p>
            <a:pPr marL="0" lvl="0" indent="0" algn="l" rtl="0">
              <a:lnSpc>
                <a:spcPct val="130000"/>
              </a:lnSpc>
              <a:spcBef>
                <a:spcPts val="0"/>
              </a:spcBef>
              <a:spcAft>
                <a:spcPts val="2000"/>
              </a:spcAft>
              <a:buNone/>
            </a:pPr>
            <a:r>
              <a:rPr lang="en-GB" sz="1000"/>
              <a:t>Identifying and addressing challenges or gaps in the market is key.</a:t>
            </a:r>
            <a:endParaRPr sz="1000">
              <a:solidFill>
                <a:schemeClr val="lt1"/>
              </a:solidFill>
            </a:endParaRPr>
          </a:p>
        </p:txBody>
      </p:sp>
      <p:sp>
        <p:nvSpPr>
          <p:cNvPr id="332" name="Google Shape;332;p67" descr="header_2"/>
          <p:cNvSpPr txBox="1"/>
          <p:nvPr>
            <p:ph type="subTitle" idx="4294967295"/>
          </p:nvPr>
        </p:nvSpPr>
        <p:spPr>
          <a:xfrm>
            <a:off x="5946325" y="1200150"/>
            <a:ext cx="2743200" cy="520500"/>
          </a:xfrm>
          <a:prstGeom prst="rect">
            <a:avLst/>
          </a:prstGeom>
        </p:spPr>
        <p:txBody>
          <a:bodyPr spcFirstLastPara="1" wrap="square" lIns="91425" tIns="91425" rIns="182875" bIns="91425" anchor="ctr" anchorCtr="0">
            <a:noAutofit/>
          </a:bodyPr>
          <a:lstStyle/>
          <a:p>
            <a:pPr marL="0" lvl="0" indent="0" algn="l" rtl="0">
              <a:spcBef>
                <a:spcPts val="0"/>
              </a:spcBef>
              <a:spcAft>
                <a:spcPts val="0"/>
              </a:spcAft>
              <a:buNone/>
            </a:pPr>
            <a:r>
              <a:rPr lang="en-GB" sz="1200">
                <a:latin typeface="Figtree SemiBold"/>
                <a:ea typeface="Figtree SemiBold"/>
                <a:cs typeface="Figtree SemiBold"/>
                <a:sym typeface="Figtree SemiBold"/>
              </a:rPr>
              <a:t>Problem Solving</a:t>
            </a:r>
            <a:endParaRPr sz="1200">
              <a:latin typeface="Figtree SemiBold"/>
              <a:ea typeface="Figtree SemiBold"/>
              <a:cs typeface="Figtree SemiBold"/>
              <a:sym typeface="Figtree SemiBold"/>
            </a:endParaRPr>
          </a:p>
        </p:txBody>
      </p:sp>
      <p:sp>
        <p:nvSpPr>
          <p:cNvPr id="333" name="Google Shape;333;p67" descr="detail_5"/>
          <p:cNvSpPr txBox="1"/>
          <p:nvPr>
            <p:ph type="body" idx="4294967295"/>
          </p:nvPr>
        </p:nvSpPr>
        <p:spPr>
          <a:xfrm>
            <a:off x="5946351" y="3424701"/>
            <a:ext cx="2743200" cy="1185900"/>
          </a:xfrm>
          <a:prstGeom prst="rect">
            <a:avLst/>
          </a:prstGeom>
        </p:spPr>
        <p:txBody>
          <a:bodyPr spcFirstLastPara="1" wrap="square" lIns="91425" tIns="91425" rIns="182875" bIns="91425" anchor="t" anchorCtr="0">
            <a:noAutofit/>
          </a:bodyPr>
          <a:lstStyle/>
          <a:p>
            <a:pPr marL="0" lvl="0" indent="0" algn="l" rtl="0">
              <a:lnSpc>
                <a:spcPct val="130000"/>
              </a:lnSpc>
              <a:spcBef>
                <a:spcPts val="0"/>
              </a:spcBef>
              <a:spcAft>
                <a:spcPts val="2000"/>
              </a:spcAft>
              <a:buNone/>
            </a:pPr>
            <a:r>
              <a:rPr lang="en-GB" sz="1000"/>
              <a:t>Entrepreneurs engage in a process that combines all these components to achieve success.</a:t>
            </a:r>
            <a:endParaRPr sz="1000">
              <a:solidFill>
                <a:schemeClr val="lt1"/>
              </a:solidFill>
            </a:endParaRPr>
          </a:p>
        </p:txBody>
      </p:sp>
      <p:sp>
        <p:nvSpPr>
          <p:cNvPr id="334" name="Google Shape;334;p67" descr="header_5"/>
          <p:cNvSpPr txBox="1"/>
          <p:nvPr>
            <p:ph type="subTitle" idx="4294967295"/>
          </p:nvPr>
        </p:nvSpPr>
        <p:spPr>
          <a:xfrm>
            <a:off x="5946325" y="2906276"/>
            <a:ext cx="2743200" cy="520500"/>
          </a:xfrm>
          <a:prstGeom prst="rect">
            <a:avLst/>
          </a:prstGeom>
        </p:spPr>
        <p:txBody>
          <a:bodyPr spcFirstLastPara="1" wrap="square" lIns="91425" tIns="91425" rIns="182875" bIns="91425" anchor="ctr" anchorCtr="0">
            <a:noAutofit/>
          </a:bodyPr>
          <a:lstStyle/>
          <a:p>
            <a:pPr marL="0" lvl="0" indent="0" algn="l" rtl="0">
              <a:spcBef>
                <a:spcPts val="0"/>
              </a:spcBef>
              <a:spcAft>
                <a:spcPts val="0"/>
              </a:spcAft>
              <a:buNone/>
            </a:pPr>
            <a:r>
              <a:rPr lang="en-GB" sz="1200">
                <a:latin typeface="Figtree SemiBold"/>
                <a:ea typeface="Figtree SemiBold"/>
                <a:cs typeface="Figtree SemiBold"/>
                <a:sym typeface="Figtree SemiBold"/>
              </a:rPr>
              <a:t>Entrepreneurial Process</a:t>
            </a:r>
            <a:endParaRPr sz="1200">
              <a:latin typeface="Figtree SemiBold"/>
              <a:ea typeface="Figtree SemiBold"/>
              <a:cs typeface="Figtree SemiBold"/>
              <a:sym typeface="Figtree SemiBold"/>
            </a:endParaRPr>
          </a:p>
        </p:txBody>
      </p:sp>
      <p:sp>
        <p:nvSpPr>
          <p:cNvPr id="335" name="Google Shape;335;p67" descr="title"/>
          <p:cNvSpPr txBox="1"/>
          <p:nvPr>
            <p:ph type="title"/>
          </p:nvPr>
        </p:nvSpPr>
        <p:spPr>
          <a:xfrm>
            <a:off x="457200" y="514350"/>
            <a:ext cx="8229300" cy="685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Key Components of Entrepreneurship</a:t>
            </a:r>
            <a:endParaRPr>
              <a:solidFill>
                <a:schemeClr val="lt1"/>
              </a:solidFill>
            </a:endParaRPr>
          </a:p>
        </p:txBody>
      </p:sp>
      <p:grpSp>
        <p:nvGrpSpPr>
          <p:cNvPr id="336" name="Google Shape;336;p67"/>
          <p:cNvGrpSpPr/>
          <p:nvPr/>
        </p:nvGrpSpPr>
        <p:grpSpPr>
          <a:xfrm>
            <a:off x="6999950" y="75700"/>
            <a:ext cx="2057400" cy="1033200"/>
            <a:chOff x="6922975" y="1548525"/>
            <a:chExt cx="2057400" cy="1033200"/>
          </a:xfrm>
        </p:grpSpPr>
        <p:grpSp>
          <p:nvGrpSpPr>
            <p:cNvPr id="337" name="Google Shape;337;p67"/>
            <p:cNvGrpSpPr/>
            <p:nvPr/>
          </p:nvGrpSpPr>
          <p:grpSpPr>
            <a:xfrm>
              <a:off x="6922975" y="1548525"/>
              <a:ext cx="2057400" cy="1033200"/>
              <a:chOff x="6172200" y="152400"/>
              <a:chExt cx="2057400" cy="1033200"/>
            </a:xfrm>
          </p:grpSpPr>
          <p:sp>
            <p:nvSpPr>
              <p:cNvPr id="338" name="Google Shape;338;p67"/>
              <p:cNvSpPr/>
              <p:nvPr/>
            </p:nvSpPr>
            <p:spPr>
              <a:xfrm>
                <a:off x="6172200" y="152400"/>
                <a:ext cx="2057400" cy="1033200"/>
              </a:xfrm>
              <a:prstGeom prst="roundRect">
                <a:avLst>
                  <a:gd name="adj" fmla="val 8292"/>
                </a:avLst>
              </a:prstGeom>
              <a:solidFill>
                <a:srgbClr val="FFFFF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39" name="Google Shape;339;p67"/>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40" name="Google Shape;340;p67"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real-world examples of each component to illustrate their importance in entrepreneurship.</a:t>
              </a:r>
              <a:endParaRPr sz="800">
                <a:latin typeface="Inter" panose="02000503000000020004"/>
                <a:ea typeface="Inter" panose="02000503000000020004"/>
                <a:cs typeface="Inter" panose="02000503000000020004"/>
                <a:sym typeface="Inter" panose="02000503000000020004"/>
              </a:endParaRPr>
            </a:p>
          </p:txBody>
        </p:sp>
        <p:pic>
          <p:nvPicPr>
            <p:cNvPr id="341" name="Google Shape;341;p67"/>
            <p:cNvPicPr preferRelativeResize="0"/>
            <p:nvPr/>
          </p:nvPicPr>
          <p:blipFill>
            <a:blip r:embed="rId1"/>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45" name="Shape 345"/>
        <p:cNvGrpSpPr/>
        <p:nvPr/>
      </p:nvGrpSpPr>
      <p:grpSpPr>
        <a:xfrm>
          <a:off x="0" y="0"/>
          <a:ext cx="0" cy="0"/>
          <a:chOff x="0" y="0"/>
          <a:chExt cx="0" cy="0"/>
        </a:xfrm>
      </p:grpSpPr>
      <p:sp>
        <p:nvSpPr>
          <p:cNvPr id="346" name="Google Shape;346;p68" descr="header_0"/>
          <p:cNvSpPr txBox="1"/>
          <p:nvPr>
            <p:ph type="subTitle" idx="4294967295"/>
          </p:nvPr>
        </p:nvSpPr>
        <p:spPr>
          <a:xfrm>
            <a:off x="457175" y="1200150"/>
            <a:ext cx="2743200" cy="520500"/>
          </a:xfrm>
          <a:prstGeom prst="rect">
            <a:avLst/>
          </a:prstGeom>
        </p:spPr>
        <p:txBody>
          <a:bodyPr spcFirstLastPara="1" wrap="square" lIns="91425" tIns="91425" rIns="182875" bIns="91425" anchor="ctr" anchorCtr="0">
            <a:noAutofit/>
          </a:bodyPr>
          <a:lstStyle/>
          <a:p>
            <a:pPr marL="0" lvl="0" indent="0" algn="l" rtl="0">
              <a:spcBef>
                <a:spcPts val="0"/>
              </a:spcBef>
              <a:spcAft>
                <a:spcPts val="800"/>
              </a:spcAft>
              <a:buNone/>
            </a:pPr>
            <a:r>
              <a:rPr lang="en-GB" sz="1200">
                <a:latin typeface="Figtree SemiBold"/>
                <a:ea typeface="Figtree SemiBold"/>
                <a:cs typeface="Figtree SemiBold"/>
                <a:sym typeface="Figtree SemiBold"/>
              </a:rPr>
              <a:t>Encourages Creativity and Innovation</a:t>
            </a:r>
            <a:endParaRPr sz="1200">
              <a:latin typeface="Figtree SemiBold"/>
              <a:ea typeface="Figtree SemiBold"/>
              <a:cs typeface="Figtree SemiBold"/>
              <a:sym typeface="Figtree SemiBold"/>
            </a:endParaRPr>
          </a:p>
        </p:txBody>
      </p:sp>
      <p:sp>
        <p:nvSpPr>
          <p:cNvPr id="347" name="Google Shape;347;p68" descr="detail_0"/>
          <p:cNvSpPr txBox="1"/>
          <p:nvPr>
            <p:ph type="body" idx="1"/>
          </p:nvPr>
        </p:nvSpPr>
        <p:spPr>
          <a:xfrm>
            <a:off x="457100" y="1720500"/>
            <a:ext cx="2743200" cy="1185900"/>
          </a:xfrm>
          <a:prstGeom prst="rect">
            <a:avLst/>
          </a:prstGeom>
        </p:spPr>
        <p:txBody>
          <a:bodyPr spcFirstLastPara="1" wrap="square" lIns="91425" tIns="91425" rIns="182875" bIns="91425" anchor="t" anchorCtr="0">
            <a:noAutofit/>
          </a:bodyPr>
          <a:lstStyle/>
          <a:p>
            <a:pPr marL="0" lvl="0" indent="0" algn="l" rtl="0">
              <a:lnSpc>
                <a:spcPct val="130000"/>
              </a:lnSpc>
              <a:spcBef>
                <a:spcPts val="0"/>
              </a:spcBef>
              <a:spcAft>
                <a:spcPts val="1500"/>
              </a:spcAft>
              <a:buNone/>
            </a:pPr>
            <a:r>
              <a:rPr lang="en-GB" sz="1000"/>
              <a:t>Fosters imagination by allowing children to think outside the box and explore new ideas, essential for problem-solving.</a:t>
            </a:r>
            <a:endParaRPr sz="1000">
              <a:solidFill>
                <a:schemeClr val="lt1"/>
              </a:solidFill>
            </a:endParaRPr>
          </a:p>
        </p:txBody>
      </p:sp>
      <p:sp>
        <p:nvSpPr>
          <p:cNvPr id="348" name="Google Shape;348;p68" descr="detail_1"/>
          <p:cNvSpPr txBox="1"/>
          <p:nvPr>
            <p:ph type="body" idx="4294967295"/>
          </p:nvPr>
        </p:nvSpPr>
        <p:spPr>
          <a:xfrm>
            <a:off x="3201726" y="1720500"/>
            <a:ext cx="2743200" cy="1185900"/>
          </a:xfrm>
          <a:prstGeom prst="rect">
            <a:avLst/>
          </a:prstGeom>
        </p:spPr>
        <p:txBody>
          <a:bodyPr spcFirstLastPara="1" wrap="square" lIns="91425" tIns="91425" rIns="182875" bIns="91425" anchor="t" anchorCtr="0">
            <a:noAutofit/>
          </a:bodyPr>
          <a:lstStyle/>
          <a:p>
            <a:pPr marL="0" lvl="0" indent="0" algn="l" rtl="0">
              <a:lnSpc>
                <a:spcPct val="130000"/>
              </a:lnSpc>
              <a:spcBef>
                <a:spcPts val="0"/>
              </a:spcBef>
              <a:spcAft>
                <a:spcPts val="2000"/>
              </a:spcAft>
              <a:buNone/>
            </a:pPr>
            <a:r>
              <a:rPr lang="en-GB" sz="1000"/>
              <a:t>Teaches responsibility through managing projects, enhances decision-making skills, and lays the groundwork for financial literacy.</a:t>
            </a:r>
            <a:endParaRPr sz="1000">
              <a:solidFill>
                <a:schemeClr val="lt1"/>
              </a:solidFill>
            </a:endParaRPr>
          </a:p>
        </p:txBody>
      </p:sp>
      <p:sp>
        <p:nvSpPr>
          <p:cNvPr id="349" name="Google Shape;349;p68" descr="detail_3"/>
          <p:cNvSpPr txBox="1"/>
          <p:nvPr>
            <p:ph type="body" idx="4294967295"/>
          </p:nvPr>
        </p:nvSpPr>
        <p:spPr>
          <a:xfrm>
            <a:off x="457200" y="3424700"/>
            <a:ext cx="2743200" cy="1185900"/>
          </a:xfrm>
          <a:prstGeom prst="rect">
            <a:avLst/>
          </a:prstGeom>
        </p:spPr>
        <p:txBody>
          <a:bodyPr spcFirstLastPara="1" wrap="square" lIns="91425" tIns="91425" rIns="182875" bIns="91425" anchor="t" anchorCtr="0">
            <a:noAutofit/>
          </a:bodyPr>
          <a:lstStyle/>
          <a:p>
            <a:pPr marL="0" lvl="0" indent="0" algn="l" rtl="0">
              <a:lnSpc>
                <a:spcPct val="130000"/>
              </a:lnSpc>
              <a:spcBef>
                <a:spcPts val="0"/>
              </a:spcBef>
              <a:spcAft>
                <a:spcPts val="2000"/>
              </a:spcAft>
              <a:buNone/>
            </a:pPr>
            <a:r>
              <a:rPr lang="en-GB" sz="1000"/>
              <a:t>Fosters social skills through group projects, teaching communication and the value of building relationships.</a:t>
            </a:r>
            <a:endParaRPr sz="1000">
              <a:solidFill>
                <a:schemeClr val="lt1"/>
              </a:solidFill>
            </a:endParaRPr>
          </a:p>
        </p:txBody>
      </p:sp>
      <p:sp>
        <p:nvSpPr>
          <p:cNvPr id="350" name="Google Shape;350;p68" descr="header_1"/>
          <p:cNvSpPr txBox="1"/>
          <p:nvPr>
            <p:ph type="subTitle" idx="4294967295"/>
          </p:nvPr>
        </p:nvSpPr>
        <p:spPr>
          <a:xfrm>
            <a:off x="3201725" y="1200150"/>
            <a:ext cx="2743200" cy="520500"/>
          </a:xfrm>
          <a:prstGeom prst="rect">
            <a:avLst/>
          </a:prstGeom>
        </p:spPr>
        <p:txBody>
          <a:bodyPr spcFirstLastPara="1" wrap="square" lIns="91425" tIns="91425" rIns="182875" bIns="91425" anchor="ctr" anchorCtr="0">
            <a:noAutofit/>
          </a:bodyPr>
          <a:lstStyle/>
          <a:p>
            <a:pPr marL="0" lvl="0" indent="0" algn="l" rtl="0">
              <a:spcBef>
                <a:spcPts val="0"/>
              </a:spcBef>
              <a:spcAft>
                <a:spcPts val="0"/>
              </a:spcAft>
              <a:buNone/>
            </a:pPr>
            <a:r>
              <a:rPr lang="en-GB" sz="1200">
                <a:latin typeface="Figtree SemiBold"/>
                <a:ea typeface="Figtree SemiBold"/>
                <a:cs typeface="Figtree SemiBold"/>
                <a:sym typeface="Figtree SemiBold"/>
              </a:rPr>
              <a:t>Develops Critical Life Skills</a:t>
            </a:r>
            <a:endParaRPr sz="1200">
              <a:latin typeface="Figtree SemiBold"/>
              <a:ea typeface="Figtree SemiBold"/>
              <a:cs typeface="Figtree SemiBold"/>
              <a:sym typeface="Figtree SemiBold"/>
            </a:endParaRPr>
          </a:p>
        </p:txBody>
      </p:sp>
      <p:sp>
        <p:nvSpPr>
          <p:cNvPr id="351" name="Google Shape;351;p68" descr="header_3"/>
          <p:cNvSpPr txBox="1"/>
          <p:nvPr>
            <p:ph type="subTitle" idx="4294967295"/>
          </p:nvPr>
        </p:nvSpPr>
        <p:spPr>
          <a:xfrm>
            <a:off x="457175" y="2906275"/>
            <a:ext cx="2743200" cy="520500"/>
          </a:xfrm>
          <a:prstGeom prst="rect">
            <a:avLst/>
          </a:prstGeom>
        </p:spPr>
        <p:txBody>
          <a:bodyPr spcFirstLastPara="1" wrap="square" lIns="91425" tIns="91425" rIns="182875" bIns="91425" anchor="ctr" anchorCtr="0">
            <a:noAutofit/>
          </a:bodyPr>
          <a:lstStyle/>
          <a:p>
            <a:pPr marL="0" lvl="0" indent="0" algn="l" rtl="0">
              <a:spcBef>
                <a:spcPts val="0"/>
              </a:spcBef>
              <a:spcAft>
                <a:spcPts val="0"/>
              </a:spcAft>
              <a:buNone/>
            </a:pPr>
            <a:r>
              <a:rPr lang="en-GB" sz="1200">
                <a:latin typeface="Figtree SemiBold"/>
                <a:ea typeface="Figtree SemiBold"/>
                <a:cs typeface="Figtree SemiBold"/>
                <a:sym typeface="Figtree SemiBold"/>
              </a:rPr>
              <a:t>Promotes Collaboration and Teamwork</a:t>
            </a:r>
            <a:endParaRPr sz="1200">
              <a:latin typeface="Figtree SemiBold"/>
              <a:ea typeface="Figtree SemiBold"/>
              <a:cs typeface="Figtree SemiBold"/>
              <a:sym typeface="Figtree SemiBold"/>
            </a:endParaRPr>
          </a:p>
        </p:txBody>
      </p:sp>
      <p:sp>
        <p:nvSpPr>
          <p:cNvPr id="352" name="Google Shape;352;p68" descr="detail_4"/>
          <p:cNvSpPr txBox="1"/>
          <p:nvPr>
            <p:ph type="body" idx="4294967295"/>
          </p:nvPr>
        </p:nvSpPr>
        <p:spPr>
          <a:xfrm>
            <a:off x="3201751" y="3424702"/>
            <a:ext cx="2743200" cy="1185900"/>
          </a:xfrm>
          <a:prstGeom prst="rect">
            <a:avLst/>
          </a:prstGeom>
        </p:spPr>
        <p:txBody>
          <a:bodyPr spcFirstLastPara="1" wrap="square" lIns="91425" tIns="91425" rIns="182875" bIns="91425" anchor="t" anchorCtr="0">
            <a:noAutofit/>
          </a:bodyPr>
          <a:lstStyle/>
          <a:p>
            <a:pPr marL="0" lvl="0" indent="0" algn="l" rtl="0">
              <a:lnSpc>
                <a:spcPct val="130000"/>
              </a:lnSpc>
              <a:spcBef>
                <a:spcPts val="0"/>
              </a:spcBef>
              <a:spcAft>
                <a:spcPts val="2000"/>
              </a:spcAft>
              <a:buNone/>
            </a:pPr>
            <a:r>
              <a:rPr lang="en-GB" sz="1000"/>
              <a:t>Helps children view setbacks as opportunities for growth, promoting persistence in overcoming challenges.</a:t>
            </a:r>
            <a:endParaRPr sz="1000">
              <a:solidFill>
                <a:schemeClr val="lt1"/>
              </a:solidFill>
            </a:endParaRPr>
          </a:p>
        </p:txBody>
      </p:sp>
      <p:sp>
        <p:nvSpPr>
          <p:cNvPr id="353" name="Google Shape;353;p68" descr="header_4"/>
          <p:cNvSpPr txBox="1"/>
          <p:nvPr>
            <p:ph type="subTitle" idx="4294967295"/>
          </p:nvPr>
        </p:nvSpPr>
        <p:spPr>
          <a:xfrm>
            <a:off x="3201725" y="2906277"/>
            <a:ext cx="2743200" cy="520500"/>
          </a:xfrm>
          <a:prstGeom prst="rect">
            <a:avLst/>
          </a:prstGeom>
        </p:spPr>
        <p:txBody>
          <a:bodyPr spcFirstLastPara="1" wrap="square" lIns="91425" tIns="91425" rIns="182875" bIns="91425" anchor="ctr" anchorCtr="0">
            <a:noAutofit/>
          </a:bodyPr>
          <a:lstStyle/>
          <a:p>
            <a:pPr marL="0" lvl="0" indent="0" algn="l" rtl="0">
              <a:spcBef>
                <a:spcPts val="0"/>
              </a:spcBef>
              <a:spcAft>
                <a:spcPts val="0"/>
              </a:spcAft>
              <a:buNone/>
            </a:pPr>
            <a:r>
              <a:rPr lang="en-GB" sz="1200">
                <a:latin typeface="Figtree SemiBold"/>
                <a:ea typeface="Figtree SemiBold"/>
                <a:cs typeface="Figtree SemiBold"/>
                <a:sym typeface="Figtree SemiBold"/>
              </a:rPr>
              <a:t>Encourages a Positive Attitude Towards Failure</a:t>
            </a:r>
            <a:endParaRPr sz="1200">
              <a:latin typeface="Figtree SemiBold"/>
              <a:ea typeface="Figtree SemiBold"/>
              <a:cs typeface="Figtree SemiBold"/>
              <a:sym typeface="Figtree SemiBold"/>
            </a:endParaRPr>
          </a:p>
        </p:txBody>
      </p:sp>
      <p:sp>
        <p:nvSpPr>
          <p:cNvPr id="354" name="Google Shape;354;p68" descr="detail_2"/>
          <p:cNvSpPr txBox="1"/>
          <p:nvPr>
            <p:ph type="body" idx="4294967295"/>
          </p:nvPr>
        </p:nvSpPr>
        <p:spPr>
          <a:xfrm>
            <a:off x="5946325" y="1720500"/>
            <a:ext cx="2743200" cy="1185900"/>
          </a:xfrm>
          <a:prstGeom prst="rect">
            <a:avLst/>
          </a:prstGeom>
        </p:spPr>
        <p:txBody>
          <a:bodyPr spcFirstLastPara="1" wrap="square" lIns="91425" tIns="91425" rIns="182875" bIns="91425" anchor="t" anchorCtr="0">
            <a:noAutofit/>
          </a:bodyPr>
          <a:lstStyle/>
          <a:p>
            <a:pPr marL="0" lvl="0" indent="0" algn="l" rtl="0">
              <a:lnSpc>
                <a:spcPct val="130000"/>
              </a:lnSpc>
              <a:spcBef>
                <a:spcPts val="0"/>
              </a:spcBef>
              <a:spcAft>
                <a:spcPts val="2000"/>
              </a:spcAft>
              <a:buNone/>
            </a:pPr>
            <a:r>
              <a:rPr lang="en-GB" sz="1000"/>
              <a:t>Boosts self-esteem as children launch projects, helping them navigate challenges and develop a growth mindset.</a:t>
            </a:r>
            <a:endParaRPr sz="1000">
              <a:solidFill>
                <a:schemeClr val="lt1"/>
              </a:solidFill>
            </a:endParaRPr>
          </a:p>
        </p:txBody>
      </p:sp>
      <p:sp>
        <p:nvSpPr>
          <p:cNvPr id="355" name="Google Shape;355;p68" descr="header_2"/>
          <p:cNvSpPr txBox="1"/>
          <p:nvPr>
            <p:ph type="subTitle" idx="4294967295"/>
          </p:nvPr>
        </p:nvSpPr>
        <p:spPr>
          <a:xfrm>
            <a:off x="5946325" y="1200150"/>
            <a:ext cx="2743200" cy="520500"/>
          </a:xfrm>
          <a:prstGeom prst="rect">
            <a:avLst/>
          </a:prstGeom>
        </p:spPr>
        <p:txBody>
          <a:bodyPr spcFirstLastPara="1" wrap="square" lIns="91425" tIns="91425" rIns="182875" bIns="91425" anchor="ctr" anchorCtr="0">
            <a:noAutofit/>
          </a:bodyPr>
          <a:lstStyle/>
          <a:p>
            <a:pPr marL="0" lvl="0" indent="0" algn="l" rtl="0">
              <a:spcBef>
                <a:spcPts val="0"/>
              </a:spcBef>
              <a:spcAft>
                <a:spcPts val="0"/>
              </a:spcAft>
              <a:buNone/>
            </a:pPr>
            <a:r>
              <a:rPr lang="en-GB" sz="1200">
                <a:latin typeface="Figtree SemiBold"/>
                <a:ea typeface="Figtree SemiBold"/>
                <a:cs typeface="Figtree SemiBold"/>
                <a:sym typeface="Figtree SemiBold"/>
              </a:rPr>
              <a:t>Builds Confidence and Resilience</a:t>
            </a:r>
            <a:endParaRPr sz="1200">
              <a:latin typeface="Figtree SemiBold"/>
              <a:ea typeface="Figtree SemiBold"/>
              <a:cs typeface="Figtree SemiBold"/>
              <a:sym typeface="Figtree SemiBold"/>
            </a:endParaRPr>
          </a:p>
        </p:txBody>
      </p:sp>
      <p:sp>
        <p:nvSpPr>
          <p:cNvPr id="356" name="Google Shape;356;p68" descr="detail_5"/>
          <p:cNvSpPr txBox="1"/>
          <p:nvPr>
            <p:ph type="body" idx="4294967295"/>
          </p:nvPr>
        </p:nvSpPr>
        <p:spPr>
          <a:xfrm>
            <a:off x="5946351" y="3424701"/>
            <a:ext cx="2743200" cy="1185900"/>
          </a:xfrm>
          <a:prstGeom prst="rect">
            <a:avLst/>
          </a:prstGeom>
        </p:spPr>
        <p:txBody>
          <a:bodyPr spcFirstLastPara="1" wrap="square" lIns="91425" tIns="91425" rIns="182875" bIns="91425" anchor="t" anchorCtr="0">
            <a:noAutofit/>
          </a:bodyPr>
          <a:lstStyle/>
          <a:p>
            <a:pPr marL="0" lvl="0" indent="0" algn="l" rtl="0">
              <a:lnSpc>
                <a:spcPct val="130000"/>
              </a:lnSpc>
              <a:spcBef>
                <a:spcPts val="0"/>
              </a:spcBef>
              <a:spcAft>
                <a:spcPts val="2000"/>
              </a:spcAft>
              <a:buNone/>
            </a:pPr>
            <a:r>
              <a:rPr lang="en-GB" sz="1000"/>
              <a:t>Makes classroom learning relevant by connecting it to real-world applications and fostering community awareness.</a:t>
            </a:r>
            <a:endParaRPr sz="1000">
              <a:solidFill>
                <a:schemeClr val="lt1"/>
              </a:solidFill>
            </a:endParaRPr>
          </a:p>
        </p:txBody>
      </p:sp>
      <p:sp>
        <p:nvSpPr>
          <p:cNvPr id="357" name="Google Shape;357;p68" descr="header_5"/>
          <p:cNvSpPr txBox="1"/>
          <p:nvPr>
            <p:ph type="subTitle" idx="4294967295"/>
          </p:nvPr>
        </p:nvSpPr>
        <p:spPr>
          <a:xfrm>
            <a:off x="5946325" y="2906276"/>
            <a:ext cx="2743200" cy="520500"/>
          </a:xfrm>
          <a:prstGeom prst="rect">
            <a:avLst/>
          </a:prstGeom>
        </p:spPr>
        <p:txBody>
          <a:bodyPr spcFirstLastPara="1" wrap="square" lIns="91425" tIns="91425" rIns="182875" bIns="91425" anchor="ctr" anchorCtr="0">
            <a:noAutofit/>
          </a:bodyPr>
          <a:lstStyle/>
          <a:p>
            <a:pPr marL="0" lvl="0" indent="0" algn="l" rtl="0">
              <a:spcBef>
                <a:spcPts val="0"/>
              </a:spcBef>
              <a:spcAft>
                <a:spcPts val="0"/>
              </a:spcAft>
              <a:buNone/>
            </a:pPr>
            <a:r>
              <a:rPr lang="en-GB" sz="1200">
                <a:latin typeface="Figtree SemiBold"/>
                <a:ea typeface="Figtree SemiBold"/>
                <a:cs typeface="Figtree SemiBold"/>
                <a:sym typeface="Figtree SemiBold"/>
              </a:rPr>
              <a:t>Connection to Real World Contexts</a:t>
            </a:r>
            <a:endParaRPr sz="1200">
              <a:latin typeface="Figtree SemiBold"/>
              <a:ea typeface="Figtree SemiBold"/>
              <a:cs typeface="Figtree SemiBold"/>
              <a:sym typeface="Figtree SemiBold"/>
            </a:endParaRPr>
          </a:p>
        </p:txBody>
      </p:sp>
      <p:sp>
        <p:nvSpPr>
          <p:cNvPr id="358" name="Google Shape;358;p68" descr="title"/>
          <p:cNvSpPr txBox="1"/>
          <p:nvPr>
            <p:ph type="title"/>
          </p:nvPr>
        </p:nvSpPr>
        <p:spPr>
          <a:xfrm>
            <a:off x="457200" y="514350"/>
            <a:ext cx="8229300" cy="685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Benefits of Teaching Entrepreneurship to Young Children</a:t>
            </a:r>
            <a:endParaRPr>
              <a:solidFill>
                <a:schemeClr val="lt1"/>
              </a:solidFill>
            </a:endParaRPr>
          </a:p>
        </p:txBody>
      </p:sp>
      <p:grpSp>
        <p:nvGrpSpPr>
          <p:cNvPr id="359" name="Google Shape;359;p68"/>
          <p:cNvGrpSpPr/>
          <p:nvPr/>
        </p:nvGrpSpPr>
        <p:grpSpPr>
          <a:xfrm>
            <a:off x="6999950" y="75700"/>
            <a:ext cx="2057400" cy="1033200"/>
            <a:chOff x="6922975" y="1548525"/>
            <a:chExt cx="2057400" cy="1033200"/>
          </a:xfrm>
        </p:grpSpPr>
        <p:grpSp>
          <p:nvGrpSpPr>
            <p:cNvPr id="360" name="Google Shape;360;p68"/>
            <p:cNvGrpSpPr/>
            <p:nvPr/>
          </p:nvGrpSpPr>
          <p:grpSpPr>
            <a:xfrm>
              <a:off x="6922975" y="1548525"/>
              <a:ext cx="2057400" cy="1033200"/>
              <a:chOff x="6172200" y="152400"/>
              <a:chExt cx="2057400" cy="1033200"/>
            </a:xfrm>
          </p:grpSpPr>
          <p:sp>
            <p:nvSpPr>
              <p:cNvPr id="361" name="Google Shape;361;p68"/>
              <p:cNvSpPr/>
              <p:nvPr/>
            </p:nvSpPr>
            <p:spPr>
              <a:xfrm>
                <a:off x="6172200" y="152400"/>
                <a:ext cx="2057400" cy="1033200"/>
              </a:xfrm>
              <a:prstGeom prst="roundRect">
                <a:avLst>
                  <a:gd name="adj" fmla="val 8292"/>
                </a:avLst>
              </a:prstGeom>
              <a:solidFill>
                <a:srgbClr val="FFFFF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62" name="Google Shape;362;p68"/>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63" name="Google Shape;363;p68"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specific examples or activities that can illustrate these benefits in practical terms.</a:t>
              </a:r>
              <a:endParaRPr sz="800">
                <a:latin typeface="Inter" panose="02000503000000020004"/>
                <a:ea typeface="Inter" panose="02000503000000020004"/>
                <a:cs typeface="Inter" panose="02000503000000020004"/>
                <a:sym typeface="Inter" panose="02000503000000020004"/>
              </a:endParaRPr>
            </a:p>
          </p:txBody>
        </p:sp>
        <p:pic>
          <p:nvPicPr>
            <p:cNvPr id="364" name="Google Shape;364;p68"/>
            <p:cNvPicPr preferRelativeResize="0"/>
            <p:nvPr/>
          </p:nvPicPr>
          <p:blipFill>
            <a:blip r:embed="rId1"/>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2"/>
          <a:srcRect t="22967" b="48563"/>
          <a:stretch>
            <a:fillRect/>
          </a:stretch>
        </p:blipFill>
        <p:spPr>
          <a:xfrm>
            <a:off x="6649720" y="4352290"/>
            <a:ext cx="2733040" cy="778510"/>
          </a:xfrm>
          <a:prstGeom prst="rect">
            <a:avLst/>
          </a:prstGeom>
        </p:spPr>
      </p:pic>
      <p:pic>
        <p:nvPicPr>
          <p:cNvPr id="1" name="Picture 0" descr="pixelcut-export (1)"/>
          <p:cNvPicPr>
            <a:picLocks noChangeAspect="1"/>
          </p:cNvPicPr>
          <p:nvPr/>
        </p:nvPicPr>
        <p:blipFill>
          <a:blip r:embed="rId2"/>
          <a:srcRect t="22967" b="48563"/>
          <a:stretch>
            <a:fillRect/>
          </a:stretch>
        </p:blipFill>
        <p:spPr>
          <a:xfrm>
            <a:off x="6649720" y="4352290"/>
            <a:ext cx="2733040" cy="7785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68" name="Shape 368"/>
        <p:cNvGrpSpPr/>
        <p:nvPr/>
      </p:nvGrpSpPr>
      <p:grpSpPr>
        <a:xfrm>
          <a:off x="0" y="0"/>
          <a:ext cx="0" cy="0"/>
          <a:chOff x="0" y="0"/>
          <a:chExt cx="0" cy="0"/>
        </a:xfrm>
      </p:grpSpPr>
      <p:sp>
        <p:nvSpPr>
          <p:cNvPr id="369" name="Google Shape;369;p69" descr="header_0"/>
          <p:cNvSpPr txBox="1"/>
          <p:nvPr>
            <p:ph type="subTitle" idx="4294967295"/>
          </p:nvPr>
        </p:nvSpPr>
        <p:spPr>
          <a:xfrm>
            <a:off x="3199725" y="1201875"/>
            <a:ext cx="2744700" cy="687600"/>
          </a:xfrm>
          <a:prstGeom prst="rect">
            <a:avLst/>
          </a:prstGeom>
        </p:spPr>
        <p:txBody>
          <a:bodyPr spcFirstLastPara="1" wrap="square" lIns="91425" tIns="91425" rIns="91425" bIns="91425" anchor="ctr"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Fostering Imagination</a:t>
            </a:r>
            <a:endParaRPr>
              <a:solidFill>
                <a:schemeClr val="lt1"/>
              </a:solidFill>
              <a:latin typeface="Figtree SemiBold"/>
              <a:ea typeface="Figtree SemiBold"/>
              <a:cs typeface="Figtree SemiBold"/>
              <a:sym typeface="Figtree SemiBold"/>
            </a:endParaRPr>
          </a:p>
        </p:txBody>
      </p:sp>
      <p:sp>
        <p:nvSpPr>
          <p:cNvPr id="370" name="Google Shape;370;p69" descr="header_1"/>
          <p:cNvSpPr txBox="1"/>
          <p:nvPr>
            <p:ph type="subTitle" idx="4294967295"/>
          </p:nvPr>
        </p:nvSpPr>
        <p:spPr>
          <a:xfrm>
            <a:off x="5942775" y="1201900"/>
            <a:ext cx="2744700" cy="687600"/>
          </a:xfrm>
          <a:prstGeom prst="rect">
            <a:avLst/>
          </a:prstGeom>
        </p:spPr>
        <p:txBody>
          <a:bodyPr spcFirstLastPara="1" wrap="square" lIns="91425" tIns="91425" rIns="91425" bIns="91425" anchor="ctr"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Promoting Experimentation</a:t>
            </a:r>
            <a:endParaRPr>
              <a:solidFill>
                <a:schemeClr val="lt1"/>
              </a:solidFill>
              <a:latin typeface="Figtree SemiBold"/>
              <a:ea typeface="Figtree SemiBold"/>
              <a:cs typeface="Figtree SemiBold"/>
              <a:sym typeface="Figtree SemiBold"/>
            </a:endParaRPr>
          </a:p>
        </p:txBody>
      </p:sp>
      <p:sp>
        <p:nvSpPr>
          <p:cNvPr id="371" name="Google Shape;371;p69" descr="detail_0"/>
          <p:cNvSpPr txBox="1"/>
          <p:nvPr>
            <p:ph type="body" idx="1"/>
          </p:nvPr>
        </p:nvSpPr>
        <p:spPr>
          <a:xfrm>
            <a:off x="3200400" y="1885970"/>
            <a:ext cx="2744700" cy="2739600"/>
          </a:xfrm>
          <a:prstGeom prst="rect">
            <a:avLst/>
          </a:prstGeom>
        </p:spPr>
        <p:txBody>
          <a:bodyPr spcFirstLastPara="1" wrap="square" lIns="91425" tIns="91425" rIns="91425" bIns="91425" anchor="t" anchorCtr="0">
            <a:noAutofit/>
          </a:bodyPr>
          <a:lstStyle/>
          <a:p>
            <a:pPr marL="285750" lvl="0" indent="-177800" algn="l" rtl="0">
              <a:spcBef>
                <a:spcPts val="0"/>
              </a:spcBef>
              <a:spcAft>
                <a:spcPts val="0"/>
              </a:spcAft>
              <a:buClr>
                <a:schemeClr val="lt1"/>
              </a:buClr>
              <a:buSzPts val="1000"/>
              <a:buChar char="•"/>
            </a:pPr>
            <a:r>
              <a:rPr lang="en-GB" sz="1000"/>
              <a:t>Children learn to think outside the box and explore new ideas, which is essential for problem solving.</a:t>
            </a:r>
            <a:endParaRPr sz="1000"/>
          </a:p>
          <a:p>
            <a:pPr marL="285750" lvl="0" indent="-177800" algn="l" rtl="0">
              <a:spcBef>
                <a:spcPts val="1000"/>
              </a:spcBef>
              <a:spcAft>
                <a:spcPts val="0"/>
              </a:spcAft>
              <a:buClr>
                <a:schemeClr val="lt1"/>
              </a:buClr>
              <a:buSzPts val="1000"/>
              <a:buChar char="•"/>
            </a:pPr>
            <a:r>
              <a:rPr lang="en-GB" sz="1000"/>
              <a:t>This imaginative approach allows them to develop innovative solutions to challenges they face.</a:t>
            </a:r>
            <a:endParaRPr sz="1000"/>
          </a:p>
          <a:p>
            <a:pPr marL="285750" lvl="0" indent="-177800" algn="l" rtl="0">
              <a:spcBef>
                <a:spcPts val="1000"/>
              </a:spcBef>
              <a:spcAft>
                <a:spcPts val="1000"/>
              </a:spcAft>
              <a:buClr>
                <a:schemeClr val="lt1"/>
              </a:buClr>
              <a:buSzPts val="1000"/>
              <a:buChar char="•"/>
            </a:pPr>
            <a:r>
              <a:rPr lang="en-GB" sz="1000"/>
              <a:t>Encouraging creativity helps children envision possibilities beyond conventional limits.</a:t>
            </a:r>
            <a:endParaRPr sz="1000"/>
          </a:p>
        </p:txBody>
      </p:sp>
      <p:sp>
        <p:nvSpPr>
          <p:cNvPr id="372" name="Google Shape;372;p69" descr="detail_1"/>
          <p:cNvSpPr txBox="1"/>
          <p:nvPr>
            <p:ph type="body" idx="1"/>
          </p:nvPr>
        </p:nvSpPr>
        <p:spPr>
          <a:xfrm>
            <a:off x="5943600" y="1885950"/>
            <a:ext cx="2744700" cy="2739600"/>
          </a:xfrm>
          <a:prstGeom prst="rect">
            <a:avLst/>
          </a:prstGeom>
        </p:spPr>
        <p:txBody>
          <a:bodyPr spcFirstLastPara="1" wrap="square" lIns="91425" tIns="91425" rIns="91425" bIns="91425" anchor="t" anchorCtr="0">
            <a:noAutofit/>
          </a:bodyPr>
          <a:lstStyle/>
          <a:p>
            <a:pPr marL="285750" marR="0" lvl="0" indent="-177800" algn="l" rtl="0">
              <a:lnSpc>
                <a:spcPct val="100000"/>
              </a:lnSpc>
              <a:spcBef>
                <a:spcPts val="0"/>
              </a:spcBef>
              <a:spcAft>
                <a:spcPts val="0"/>
              </a:spcAft>
              <a:buClr>
                <a:schemeClr val="lt1"/>
              </a:buClr>
              <a:buSzPts val="1000"/>
              <a:buChar char="•"/>
            </a:pPr>
            <a:r>
              <a:rPr lang="en-GB" sz="1000"/>
              <a:t>They become comfortable with trying new things and learning from failures, which is a key entrepreneurial trait.</a:t>
            </a:r>
            <a:endParaRPr sz="1000"/>
          </a:p>
          <a:p>
            <a:pPr marL="285750" marR="0" lvl="0" indent="-177800" algn="l" rtl="0">
              <a:lnSpc>
                <a:spcPct val="100000"/>
              </a:lnSpc>
              <a:spcBef>
                <a:spcPts val="1000"/>
              </a:spcBef>
              <a:spcAft>
                <a:spcPts val="0"/>
              </a:spcAft>
              <a:buClr>
                <a:schemeClr val="lt1"/>
              </a:buClr>
              <a:buSzPts val="1000"/>
              <a:buChar char="•"/>
            </a:pPr>
            <a:r>
              <a:rPr lang="en-GB" sz="1000"/>
              <a:t>Experimentation encourages children to take risks in a supportive environment, enhancing their learning experience.</a:t>
            </a:r>
            <a:endParaRPr sz="1000"/>
          </a:p>
          <a:p>
            <a:pPr marL="285750" marR="0" lvl="0" indent="-177800" algn="l" rtl="0">
              <a:lnSpc>
                <a:spcPct val="100000"/>
              </a:lnSpc>
              <a:spcBef>
                <a:spcPts val="1000"/>
              </a:spcBef>
              <a:spcAft>
                <a:spcPts val="1000"/>
              </a:spcAft>
              <a:buClr>
                <a:schemeClr val="lt1"/>
              </a:buClr>
              <a:buSzPts val="1000"/>
              <a:buChar char="•"/>
            </a:pPr>
            <a:r>
              <a:rPr lang="en-GB" sz="1000"/>
              <a:t>Through hands-on activities, children can test their ideas and gain practical insights.</a:t>
            </a:r>
            <a:endParaRPr sz="1000"/>
          </a:p>
        </p:txBody>
      </p:sp>
      <p:sp>
        <p:nvSpPr>
          <p:cNvPr id="373" name="Google Shape;373;p69" descr="title"/>
          <p:cNvSpPr txBox="1"/>
          <p:nvPr>
            <p:ph type="title"/>
          </p:nvPr>
        </p:nvSpPr>
        <p:spPr>
          <a:xfrm>
            <a:off x="457200" y="510925"/>
            <a:ext cx="2744700" cy="4122000"/>
          </a:xfrm>
          <a:prstGeom prst="rect">
            <a:avLst/>
          </a:prstGeom>
          <a:ln>
            <a:noFill/>
          </a:ln>
        </p:spPr>
        <p:txBody>
          <a:bodyPr spcFirstLastPara="1" wrap="square" lIns="182875" tIns="182875" rIns="182875" bIns="182875" anchor="t" anchorCtr="0">
            <a:noAutofit/>
          </a:bodyPr>
          <a:lstStyle/>
          <a:p>
            <a:pPr marL="0" lvl="0" indent="0" algn="l" rtl="0">
              <a:spcBef>
                <a:spcPts val="400"/>
              </a:spcBef>
              <a:spcAft>
                <a:spcPts val="0"/>
              </a:spcAft>
              <a:buNone/>
            </a:pPr>
            <a:r>
              <a:rPr lang="en-GB"/>
              <a:t>Encouraging Creativity and Innovation</a:t>
            </a:r>
            <a:endParaRPr sz="1800"/>
          </a:p>
        </p:txBody>
      </p:sp>
      <p:sp>
        <p:nvSpPr>
          <p:cNvPr id="374" name="Google Shape;374;p69"/>
          <p:cNvSpPr/>
          <p:nvPr/>
        </p:nvSpPr>
        <p:spPr>
          <a:xfrm rot="-1144905">
            <a:off x="392488" y="3424538"/>
            <a:ext cx="2874124" cy="1050919"/>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ayfair Display"/>
              <a:ea typeface="Playfair Display"/>
              <a:cs typeface="Playfair Display"/>
              <a:sym typeface="Playfair Display"/>
            </a:endParaRPr>
          </a:p>
        </p:txBody>
      </p:sp>
      <p:grpSp>
        <p:nvGrpSpPr>
          <p:cNvPr id="375" name="Google Shape;375;p69"/>
          <p:cNvGrpSpPr/>
          <p:nvPr/>
        </p:nvGrpSpPr>
        <p:grpSpPr>
          <a:xfrm>
            <a:off x="6999950" y="75700"/>
            <a:ext cx="2057400" cy="1033200"/>
            <a:chOff x="6922975" y="1548525"/>
            <a:chExt cx="2057400" cy="1033200"/>
          </a:xfrm>
        </p:grpSpPr>
        <p:grpSp>
          <p:nvGrpSpPr>
            <p:cNvPr id="376" name="Google Shape;376;p69"/>
            <p:cNvGrpSpPr/>
            <p:nvPr/>
          </p:nvGrpSpPr>
          <p:grpSpPr>
            <a:xfrm>
              <a:off x="6922975" y="1548525"/>
              <a:ext cx="2057400" cy="1033200"/>
              <a:chOff x="6172200" y="152400"/>
              <a:chExt cx="2057400" cy="1033200"/>
            </a:xfrm>
          </p:grpSpPr>
          <p:sp>
            <p:nvSpPr>
              <p:cNvPr id="377" name="Google Shape;377;p69"/>
              <p:cNvSpPr/>
              <p:nvPr/>
            </p:nvSpPr>
            <p:spPr>
              <a:xfrm>
                <a:off x="6172200" y="152400"/>
                <a:ext cx="2057400" cy="1033200"/>
              </a:xfrm>
              <a:prstGeom prst="roundRect">
                <a:avLst>
                  <a:gd name="adj" fmla="val 8292"/>
                </a:avLst>
              </a:prstGeom>
              <a:solidFill>
                <a:srgbClr val="FFFFF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78" name="Google Shape;378;p69"/>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79" name="Google Shape;379;p69"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creative projects or activities that can be used to inspire children in entrepreneurship.</a:t>
              </a:r>
              <a:endParaRPr sz="800">
                <a:latin typeface="Inter" panose="02000503000000020004"/>
                <a:ea typeface="Inter" panose="02000503000000020004"/>
                <a:cs typeface="Inter" panose="02000503000000020004"/>
                <a:sym typeface="Inter" panose="02000503000000020004"/>
              </a:endParaRPr>
            </a:p>
          </p:txBody>
        </p:sp>
        <p:pic>
          <p:nvPicPr>
            <p:cNvPr id="380" name="Google Shape;380;p69"/>
            <p:cNvPicPr preferRelativeResize="0"/>
            <p:nvPr/>
          </p:nvPicPr>
          <p:blipFill>
            <a:blip r:embed="rId1"/>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384" name="Shape 384"/>
        <p:cNvGrpSpPr/>
        <p:nvPr/>
      </p:nvGrpSpPr>
      <p:grpSpPr>
        <a:xfrm>
          <a:off x="0" y="0"/>
          <a:ext cx="0" cy="0"/>
          <a:chOff x="0" y="0"/>
          <a:chExt cx="0" cy="0"/>
        </a:xfrm>
      </p:grpSpPr>
      <p:sp>
        <p:nvSpPr>
          <p:cNvPr id="385" name="Google Shape;385;p70" descr="header_0"/>
          <p:cNvSpPr txBox="1"/>
          <p:nvPr>
            <p:ph type="subTitle" idx="4294967295"/>
          </p:nvPr>
        </p:nvSpPr>
        <p:spPr>
          <a:xfrm>
            <a:off x="455875" y="1200150"/>
            <a:ext cx="2744400" cy="11187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sz="1300">
                <a:latin typeface="Figtree SemiBold"/>
                <a:ea typeface="Figtree SemiBold"/>
                <a:cs typeface="Figtree SemiBold"/>
                <a:sym typeface="Figtree SemiBold"/>
              </a:rPr>
              <a:t>Responsibility</a:t>
            </a:r>
            <a:endParaRPr sz="1300">
              <a:latin typeface="Figtree SemiBold"/>
              <a:ea typeface="Figtree SemiBold"/>
              <a:cs typeface="Figtree SemiBold"/>
              <a:sym typeface="Figtree SemiBold"/>
            </a:endParaRPr>
          </a:p>
        </p:txBody>
      </p:sp>
      <p:sp>
        <p:nvSpPr>
          <p:cNvPr id="386" name="Google Shape;386;p70" descr="detail_0"/>
          <p:cNvSpPr txBox="1"/>
          <p:nvPr>
            <p:ph type="body" idx="1"/>
          </p:nvPr>
        </p:nvSpPr>
        <p:spPr>
          <a:xfrm>
            <a:off x="3200300" y="1200150"/>
            <a:ext cx="4114500" cy="1077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GB" sz="1100"/>
              <a:t>Managing a small project or idea teaches children accountability and the importance of follow through.</a:t>
            </a:r>
            <a:endParaRPr sz="1100">
              <a:solidFill>
                <a:schemeClr val="lt1"/>
              </a:solidFill>
            </a:endParaRPr>
          </a:p>
        </p:txBody>
      </p:sp>
      <p:sp>
        <p:nvSpPr>
          <p:cNvPr id="387" name="Google Shape;387;p70" descr="header_1"/>
          <p:cNvSpPr txBox="1"/>
          <p:nvPr>
            <p:ph type="subTitle" idx="4294967295"/>
          </p:nvPr>
        </p:nvSpPr>
        <p:spPr>
          <a:xfrm>
            <a:off x="455850" y="2355326"/>
            <a:ext cx="2744400" cy="11187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sz="1300">
                <a:latin typeface="Figtree SemiBold"/>
                <a:ea typeface="Figtree SemiBold"/>
                <a:cs typeface="Figtree SemiBold"/>
                <a:sym typeface="Figtree SemiBold"/>
              </a:rPr>
              <a:t>Decision Making</a:t>
            </a:r>
            <a:endParaRPr sz="1300">
              <a:latin typeface="Figtree SemiBold"/>
              <a:ea typeface="Figtree SemiBold"/>
              <a:cs typeface="Figtree SemiBold"/>
              <a:sym typeface="Figtree SemiBold"/>
            </a:endParaRPr>
          </a:p>
        </p:txBody>
      </p:sp>
      <p:sp>
        <p:nvSpPr>
          <p:cNvPr id="388" name="Google Shape;388;p70" descr="detail_1"/>
          <p:cNvSpPr txBox="1"/>
          <p:nvPr>
            <p:ph type="body" idx="1"/>
          </p:nvPr>
        </p:nvSpPr>
        <p:spPr>
          <a:xfrm>
            <a:off x="3200400" y="2334476"/>
            <a:ext cx="4114500" cy="1118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GB" sz="1100"/>
              <a:t>Children learn to weigh options and make choices, which enhances their critical thinking abilities.</a:t>
            </a:r>
            <a:endParaRPr sz="1100">
              <a:solidFill>
                <a:schemeClr val="lt1"/>
              </a:solidFill>
            </a:endParaRPr>
          </a:p>
        </p:txBody>
      </p:sp>
      <p:sp>
        <p:nvSpPr>
          <p:cNvPr id="389" name="Google Shape;389;p70" descr="header_2"/>
          <p:cNvSpPr txBox="1"/>
          <p:nvPr>
            <p:ph type="subTitle" idx="4294967295"/>
          </p:nvPr>
        </p:nvSpPr>
        <p:spPr>
          <a:xfrm>
            <a:off x="455850" y="3510502"/>
            <a:ext cx="2744400" cy="11187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sz="1300">
                <a:latin typeface="Figtree SemiBold"/>
                <a:ea typeface="Figtree SemiBold"/>
                <a:cs typeface="Figtree SemiBold"/>
                <a:sym typeface="Figtree SemiBold"/>
              </a:rPr>
              <a:t>Financial Literacy</a:t>
            </a:r>
            <a:endParaRPr sz="1300">
              <a:latin typeface="Figtree SemiBold"/>
              <a:ea typeface="Figtree SemiBold"/>
              <a:cs typeface="Figtree SemiBold"/>
              <a:sym typeface="Figtree SemiBold"/>
            </a:endParaRPr>
          </a:p>
        </p:txBody>
      </p:sp>
      <p:sp>
        <p:nvSpPr>
          <p:cNvPr id="390" name="Google Shape;390;p70" descr="detail_2"/>
          <p:cNvSpPr txBox="1"/>
          <p:nvPr>
            <p:ph type="body" idx="1"/>
          </p:nvPr>
        </p:nvSpPr>
        <p:spPr>
          <a:xfrm>
            <a:off x="3200400" y="3510502"/>
            <a:ext cx="4114500" cy="1118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000"/>
              </a:spcAft>
              <a:buNone/>
            </a:pPr>
            <a:r>
              <a:rPr lang="en-GB" sz="1100"/>
              <a:t>Understanding basic financial concepts, such as saving, spending, and budgeting, lays the groundwork for future financial responsibility.</a:t>
            </a:r>
            <a:endParaRPr sz="1100">
              <a:solidFill>
                <a:schemeClr val="lt1"/>
              </a:solidFill>
            </a:endParaRPr>
          </a:p>
        </p:txBody>
      </p:sp>
      <p:sp>
        <p:nvSpPr>
          <p:cNvPr id="391" name="Google Shape;391;p70" descr="title"/>
          <p:cNvSpPr txBox="1"/>
          <p:nvPr>
            <p:ph type="title"/>
          </p:nvPr>
        </p:nvSpPr>
        <p:spPr>
          <a:xfrm>
            <a:off x="457200" y="514350"/>
            <a:ext cx="6857700" cy="685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Developing Critical Life Skills</a:t>
            </a:r>
            <a:endParaRPr>
              <a:solidFill>
                <a:schemeClr val="lt1"/>
              </a:solidFill>
            </a:endParaRPr>
          </a:p>
        </p:txBody>
      </p:sp>
      <p:sp>
        <p:nvSpPr>
          <p:cNvPr id="392" name="Google Shape;392;p70"/>
          <p:cNvSpPr/>
          <p:nvPr/>
        </p:nvSpPr>
        <p:spPr>
          <a:xfrm rot="-1144905">
            <a:off x="7282145" y="594460"/>
            <a:ext cx="1437062" cy="525601"/>
          </a:xfrm>
          <a:prstGeom prst="ellipse">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ayfair Display"/>
              <a:ea typeface="Playfair Display"/>
              <a:cs typeface="Playfair Display"/>
              <a:sym typeface="Playfair Display"/>
            </a:endParaRPr>
          </a:p>
        </p:txBody>
      </p:sp>
      <p:grpSp>
        <p:nvGrpSpPr>
          <p:cNvPr id="393" name="Google Shape;393;p70"/>
          <p:cNvGrpSpPr/>
          <p:nvPr/>
        </p:nvGrpSpPr>
        <p:grpSpPr>
          <a:xfrm>
            <a:off x="6962250" y="3968950"/>
            <a:ext cx="2057400" cy="1033200"/>
            <a:chOff x="6922975" y="1548525"/>
            <a:chExt cx="2057400" cy="1033200"/>
          </a:xfrm>
        </p:grpSpPr>
        <p:grpSp>
          <p:nvGrpSpPr>
            <p:cNvPr id="394" name="Google Shape;394;p70"/>
            <p:cNvGrpSpPr/>
            <p:nvPr/>
          </p:nvGrpSpPr>
          <p:grpSpPr>
            <a:xfrm>
              <a:off x="6922975" y="1548525"/>
              <a:ext cx="2057400" cy="1033200"/>
              <a:chOff x="6172200" y="152400"/>
              <a:chExt cx="2057400" cy="1033200"/>
            </a:xfrm>
          </p:grpSpPr>
          <p:sp>
            <p:nvSpPr>
              <p:cNvPr id="395" name="Google Shape;395;p70"/>
              <p:cNvSpPr/>
              <p:nvPr/>
            </p:nvSpPr>
            <p:spPr>
              <a:xfrm>
                <a:off x="6172200" y="152400"/>
                <a:ext cx="2057400" cy="1033200"/>
              </a:xfrm>
              <a:prstGeom prst="roundRect">
                <a:avLst>
                  <a:gd name="adj" fmla="val 8292"/>
                </a:avLst>
              </a:prstGeom>
              <a:solidFill>
                <a:srgbClr val="FFFFF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396" name="Google Shape;396;p70"/>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397" name="Google Shape;397;p70"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activities that can enhance these skills, such as budgeting for a class project or making decisions in a group setting.</a:t>
              </a:r>
              <a:endParaRPr sz="800">
                <a:latin typeface="Inter" panose="02000503000000020004"/>
                <a:ea typeface="Inter" panose="02000503000000020004"/>
                <a:cs typeface="Inter" panose="02000503000000020004"/>
                <a:sym typeface="Inter" panose="02000503000000020004"/>
              </a:endParaRPr>
            </a:p>
          </p:txBody>
        </p:sp>
        <p:pic>
          <p:nvPicPr>
            <p:cNvPr id="398" name="Google Shape;398;p70"/>
            <p:cNvPicPr preferRelativeResize="0"/>
            <p:nvPr/>
          </p:nvPicPr>
          <p:blipFill>
            <a:blip r:embed="rId1"/>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2"/>
          <a:srcRect t="22967" b="48563"/>
          <a:stretch>
            <a:fillRect/>
          </a:stretch>
        </p:blipFill>
        <p:spPr>
          <a:xfrm>
            <a:off x="0" y="4364990"/>
            <a:ext cx="2733040" cy="7785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402" name="Shape 402"/>
        <p:cNvGrpSpPr/>
        <p:nvPr/>
      </p:nvGrpSpPr>
      <p:grpSpPr>
        <a:xfrm>
          <a:off x="0" y="0"/>
          <a:ext cx="0" cy="0"/>
          <a:chOff x="0" y="0"/>
          <a:chExt cx="0" cy="0"/>
        </a:xfrm>
      </p:grpSpPr>
      <p:sp>
        <p:nvSpPr>
          <p:cNvPr id="403" name="Google Shape;403;p71" descr="header_0"/>
          <p:cNvSpPr txBox="1"/>
          <p:nvPr>
            <p:ph type="subTitle" idx="4294967295"/>
          </p:nvPr>
        </p:nvSpPr>
        <p:spPr>
          <a:xfrm>
            <a:off x="457250" y="1201875"/>
            <a:ext cx="2661900" cy="16458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Boosting Self-Esteem</a:t>
            </a:r>
            <a:endParaRPr>
              <a:solidFill>
                <a:schemeClr val="lt1"/>
              </a:solidFill>
              <a:latin typeface="Figtree SemiBold"/>
              <a:ea typeface="Figtree SemiBold"/>
              <a:cs typeface="Figtree SemiBold"/>
              <a:sym typeface="Figtree SemiBold"/>
            </a:endParaRPr>
          </a:p>
        </p:txBody>
      </p:sp>
      <p:sp>
        <p:nvSpPr>
          <p:cNvPr id="404" name="Google Shape;404;p71" descr="detail_0"/>
          <p:cNvSpPr txBox="1"/>
          <p:nvPr>
            <p:ph type="body" idx="1"/>
          </p:nvPr>
        </p:nvSpPr>
        <p:spPr>
          <a:xfrm>
            <a:off x="3236350" y="1201875"/>
            <a:ext cx="4764000" cy="1645800"/>
          </a:xfrm>
          <a:prstGeom prst="rect">
            <a:avLst/>
          </a:prstGeom>
        </p:spPr>
        <p:txBody>
          <a:bodyPr spcFirstLastPara="1" wrap="square" lIns="0" tIns="91425" rIns="0" bIns="91425" anchor="t" anchorCtr="0">
            <a:noAutofit/>
          </a:bodyPr>
          <a:lstStyle/>
          <a:p>
            <a:pPr marL="342900" lvl="0" indent="-212725" algn="l" rtl="0">
              <a:spcBef>
                <a:spcPts val="0"/>
              </a:spcBef>
              <a:spcAft>
                <a:spcPts val="0"/>
              </a:spcAft>
              <a:buClr>
                <a:schemeClr val="lt1"/>
              </a:buClr>
              <a:buSzPts val="1100"/>
              <a:buChar char="•"/>
            </a:pPr>
            <a:r>
              <a:rPr lang="en-GB" sz="1100"/>
              <a:t>Successfully launching a small project or idea boosts children's confidence in their abilities.</a:t>
            </a:r>
            <a:endParaRPr sz="1100"/>
          </a:p>
          <a:p>
            <a:pPr marL="342900" lvl="0" indent="-212725" algn="l" rtl="0">
              <a:spcBef>
                <a:spcPts val="1000"/>
              </a:spcBef>
              <a:spcAft>
                <a:spcPts val="0"/>
              </a:spcAft>
              <a:buClr>
                <a:schemeClr val="lt1"/>
              </a:buClr>
              <a:buSzPts val="1100"/>
              <a:buChar char="•"/>
            </a:pPr>
            <a:r>
              <a:rPr lang="en-GB" sz="1100"/>
              <a:t>Children learn to take pride in their accomplishments, enhancing their self-worth.</a:t>
            </a:r>
            <a:endParaRPr sz="1100"/>
          </a:p>
          <a:p>
            <a:pPr marL="342900" lvl="0" indent="-212725" algn="l" rtl="0">
              <a:spcBef>
                <a:spcPts val="1000"/>
              </a:spcBef>
              <a:spcAft>
                <a:spcPts val="1000"/>
              </a:spcAft>
              <a:buClr>
                <a:schemeClr val="lt1"/>
              </a:buClr>
              <a:buSzPts val="1100"/>
              <a:buChar char="•"/>
            </a:pPr>
            <a:r>
              <a:rPr lang="en-GB" sz="1100"/>
              <a:t>Positive reinforcement from peers and adults encourages continued effort and creativity.</a:t>
            </a:r>
            <a:endParaRPr sz="1100"/>
          </a:p>
        </p:txBody>
      </p:sp>
      <p:sp>
        <p:nvSpPr>
          <p:cNvPr id="405" name="Google Shape;405;p71" descr="header_1"/>
          <p:cNvSpPr txBox="1"/>
          <p:nvPr>
            <p:ph type="subTitle" idx="4294967295"/>
          </p:nvPr>
        </p:nvSpPr>
        <p:spPr>
          <a:xfrm>
            <a:off x="457250" y="2983355"/>
            <a:ext cx="2661900" cy="16458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Teaching Resilience</a:t>
            </a:r>
            <a:endParaRPr>
              <a:solidFill>
                <a:schemeClr val="lt1"/>
              </a:solidFill>
              <a:latin typeface="Figtree SemiBold"/>
              <a:ea typeface="Figtree SemiBold"/>
              <a:cs typeface="Figtree SemiBold"/>
              <a:sym typeface="Figtree SemiBold"/>
            </a:endParaRPr>
          </a:p>
        </p:txBody>
      </p:sp>
      <p:sp>
        <p:nvSpPr>
          <p:cNvPr id="406" name="Google Shape;406;p71" descr="detail_1"/>
          <p:cNvSpPr txBox="1"/>
          <p:nvPr>
            <p:ph type="body" idx="1"/>
          </p:nvPr>
        </p:nvSpPr>
        <p:spPr>
          <a:xfrm>
            <a:off x="3236350" y="2983250"/>
            <a:ext cx="4764000" cy="16458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Clr>
                <a:schemeClr val="lt1"/>
              </a:buClr>
              <a:buSzPts val="1000"/>
              <a:buChar char="•"/>
            </a:pPr>
            <a:r>
              <a:rPr lang="en-GB" sz="1000"/>
              <a:t>Learning to navigate challenges and setbacks helps children develop a growth mindset.</a:t>
            </a:r>
            <a:endParaRPr sz="1000"/>
          </a:p>
          <a:p>
            <a:pPr marL="342900" lvl="0" indent="-206375" algn="l" rtl="0">
              <a:spcBef>
                <a:spcPts val="1000"/>
              </a:spcBef>
              <a:spcAft>
                <a:spcPts val="0"/>
              </a:spcAft>
              <a:buClr>
                <a:schemeClr val="lt1"/>
              </a:buClr>
              <a:buSzPts val="1000"/>
              <a:buChar char="•"/>
            </a:pPr>
            <a:r>
              <a:rPr lang="en-GB" sz="1000"/>
              <a:t>Children understand that failure is a part of the learning process, viewing setbacks as opportunities for growth.</a:t>
            </a:r>
            <a:endParaRPr sz="1000"/>
          </a:p>
          <a:p>
            <a:pPr marL="342900" lvl="0" indent="-206375" algn="l" rtl="0">
              <a:spcBef>
                <a:spcPts val="1000"/>
              </a:spcBef>
              <a:spcAft>
                <a:spcPts val="1000"/>
              </a:spcAft>
              <a:buClr>
                <a:schemeClr val="lt1"/>
              </a:buClr>
              <a:buSzPts val="1000"/>
              <a:buChar char="•"/>
            </a:pPr>
            <a:r>
              <a:rPr lang="en-GB" sz="1000"/>
              <a:t>Encouraging persistence in the face of difficulties fosters adaptability and strength.</a:t>
            </a:r>
            <a:endParaRPr sz="1000"/>
          </a:p>
        </p:txBody>
      </p:sp>
      <p:sp>
        <p:nvSpPr>
          <p:cNvPr id="407" name="Google Shape;407;p71" descr="title"/>
          <p:cNvSpPr txBox="1"/>
          <p:nvPr>
            <p:ph type="title"/>
          </p:nvPr>
        </p:nvSpPr>
        <p:spPr>
          <a:xfrm>
            <a:off x="457200" y="514350"/>
            <a:ext cx="7543200" cy="687600"/>
          </a:xfrm>
          <a:prstGeom prst="rect">
            <a:avLst/>
          </a:prstGeom>
        </p:spPr>
        <p:txBody>
          <a:bodyPr spcFirstLastPara="1" wrap="square" lIns="91425" tIns="91425" rIns="0" bIns="91425" anchor="ctr" anchorCtr="0">
            <a:noAutofit/>
          </a:bodyPr>
          <a:lstStyle/>
          <a:p>
            <a:pPr marL="0" lvl="0" indent="0" algn="l" rtl="0">
              <a:spcBef>
                <a:spcPts val="0"/>
              </a:spcBef>
              <a:spcAft>
                <a:spcPts val="0"/>
              </a:spcAft>
              <a:buNone/>
            </a:pPr>
            <a:r>
              <a:rPr lang="en-GB"/>
              <a:t>Building Confidence and Resilience</a:t>
            </a:r>
            <a:endParaRPr>
              <a:solidFill>
                <a:schemeClr val="lt1"/>
              </a:solidFill>
            </a:endParaRPr>
          </a:p>
        </p:txBody>
      </p:sp>
      <p:grpSp>
        <p:nvGrpSpPr>
          <p:cNvPr id="408" name="Google Shape;408;p71"/>
          <p:cNvGrpSpPr/>
          <p:nvPr/>
        </p:nvGrpSpPr>
        <p:grpSpPr>
          <a:xfrm>
            <a:off x="6999950" y="75700"/>
            <a:ext cx="2057400" cy="1033200"/>
            <a:chOff x="6922975" y="1548525"/>
            <a:chExt cx="2057400" cy="1033200"/>
          </a:xfrm>
        </p:grpSpPr>
        <p:grpSp>
          <p:nvGrpSpPr>
            <p:cNvPr id="409" name="Google Shape;409;p71"/>
            <p:cNvGrpSpPr/>
            <p:nvPr/>
          </p:nvGrpSpPr>
          <p:grpSpPr>
            <a:xfrm>
              <a:off x="6922975" y="1548525"/>
              <a:ext cx="2057400" cy="1033200"/>
              <a:chOff x="6172200" y="152400"/>
              <a:chExt cx="2057400" cy="1033200"/>
            </a:xfrm>
          </p:grpSpPr>
          <p:sp>
            <p:nvSpPr>
              <p:cNvPr id="410" name="Google Shape;410;p71"/>
              <p:cNvSpPr/>
              <p:nvPr/>
            </p:nvSpPr>
            <p:spPr>
              <a:xfrm>
                <a:off x="6172200" y="152400"/>
                <a:ext cx="2057400" cy="1033200"/>
              </a:xfrm>
              <a:prstGeom prst="roundRect">
                <a:avLst>
                  <a:gd name="adj" fmla="val 8292"/>
                </a:avLst>
              </a:prstGeom>
              <a:solidFill>
                <a:srgbClr val="FFFFF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411" name="Google Shape;411;p71"/>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412" name="Google Shape;412;p71"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projects or activities that have successfully built confidence and resilience in children.</a:t>
              </a:r>
              <a:endParaRPr sz="800">
                <a:latin typeface="Inter" panose="02000503000000020004"/>
                <a:ea typeface="Inter" panose="02000503000000020004"/>
                <a:cs typeface="Inter" panose="02000503000000020004"/>
                <a:sym typeface="Inter" panose="02000503000000020004"/>
              </a:endParaRPr>
            </a:p>
          </p:txBody>
        </p:sp>
        <p:pic>
          <p:nvPicPr>
            <p:cNvPr id="413" name="Google Shape;413;p71"/>
            <p:cNvPicPr preferRelativeResize="0"/>
            <p:nvPr/>
          </p:nvPicPr>
          <p:blipFill>
            <a:blip r:embed="rId1"/>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417" name="Shape 417"/>
        <p:cNvGrpSpPr/>
        <p:nvPr/>
      </p:nvGrpSpPr>
      <p:grpSpPr>
        <a:xfrm>
          <a:off x="0" y="0"/>
          <a:ext cx="0" cy="0"/>
          <a:chOff x="0" y="0"/>
          <a:chExt cx="0" cy="0"/>
        </a:xfrm>
      </p:grpSpPr>
      <p:sp>
        <p:nvSpPr>
          <p:cNvPr id="418" name="Google Shape;418;p72" descr="title"/>
          <p:cNvSpPr txBox="1"/>
          <p:nvPr>
            <p:ph type="title"/>
          </p:nvPr>
        </p:nvSpPr>
        <p:spPr>
          <a:xfrm>
            <a:off x="455850" y="514350"/>
            <a:ext cx="8232300" cy="687600"/>
          </a:xfrm>
          <a:prstGeom prst="rect">
            <a:avLst/>
          </a:prstGeom>
        </p:spPr>
        <p:txBody>
          <a:bodyPr spcFirstLastPara="1" wrap="square" lIns="182875" tIns="91425" rIns="91425" bIns="91425" anchor="ctr" anchorCtr="0">
            <a:noAutofit/>
          </a:bodyPr>
          <a:lstStyle/>
          <a:p>
            <a:pPr marL="0" lvl="0" indent="0" algn="l" rtl="0">
              <a:spcBef>
                <a:spcPts val="0"/>
              </a:spcBef>
              <a:spcAft>
                <a:spcPts val="0"/>
              </a:spcAft>
              <a:buNone/>
            </a:pPr>
            <a:r>
              <a:rPr lang="en-GB"/>
              <a:t>Promoting Collaboration and Teamwork</a:t>
            </a:r>
            <a:endParaRPr>
              <a:solidFill>
                <a:schemeClr val="lt1"/>
              </a:solidFill>
            </a:endParaRPr>
          </a:p>
        </p:txBody>
      </p:sp>
      <p:cxnSp>
        <p:nvCxnSpPr>
          <p:cNvPr id="419" name="Google Shape;419;p72"/>
          <p:cNvCxnSpPr/>
          <p:nvPr/>
        </p:nvCxnSpPr>
        <p:spPr>
          <a:xfrm>
            <a:off x="455850" y="1201875"/>
            <a:ext cx="8232300" cy="0"/>
          </a:xfrm>
          <a:prstGeom prst="straightConnector1">
            <a:avLst/>
          </a:prstGeom>
          <a:noFill/>
          <a:ln w="19050" cap="flat" cmpd="sng">
            <a:solidFill>
              <a:schemeClr val="lt1"/>
            </a:solidFill>
            <a:prstDash val="solid"/>
            <a:round/>
            <a:headEnd type="none" w="med" len="med"/>
            <a:tailEnd type="none" w="med" len="med"/>
          </a:ln>
        </p:spPr>
      </p:cxnSp>
      <p:sp>
        <p:nvSpPr>
          <p:cNvPr id="420" name="Google Shape;420;p72" descr="header_0"/>
          <p:cNvSpPr txBox="1"/>
          <p:nvPr>
            <p:ph type="subTitle" idx="4294967295"/>
          </p:nvPr>
        </p:nvSpPr>
        <p:spPr>
          <a:xfrm>
            <a:off x="457150" y="1201950"/>
            <a:ext cx="4114800" cy="687600"/>
          </a:xfrm>
          <a:prstGeom prst="rect">
            <a:avLst/>
          </a:prstGeom>
        </p:spPr>
        <p:txBody>
          <a:bodyPr spcFirstLastPara="1" wrap="square" lIns="182875" tIns="91425" rIns="91425" bIns="91425" anchor="ctr"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Social Skills Development</a:t>
            </a:r>
            <a:endParaRPr>
              <a:latin typeface="Figtree SemiBold"/>
              <a:ea typeface="Figtree SemiBold"/>
              <a:cs typeface="Figtree SemiBold"/>
              <a:sym typeface="Figtree SemiBold"/>
            </a:endParaRPr>
          </a:p>
        </p:txBody>
      </p:sp>
      <p:sp>
        <p:nvSpPr>
          <p:cNvPr id="421" name="Google Shape;421;p72" descr="header_1"/>
          <p:cNvSpPr txBox="1"/>
          <p:nvPr>
            <p:ph type="subTitle" idx="4294967295"/>
          </p:nvPr>
        </p:nvSpPr>
        <p:spPr>
          <a:xfrm>
            <a:off x="4572000" y="1201950"/>
            <a:ext cx="4114800" cy="687600"/>
          </a:xfrm>
          <a:prstGeom prst="rect">
            <a:avLst/>
          </a:prstGeom>
        </p:spPr>
        <p:txBody>
          <a:bodyPr spcFirstLastPara="1" wrap="square" lIns="182875" tIns="91425" rIns="91425" bIns="91425" anchor="ctr"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Networking Opportunities</a:t>
            </a:r>
            <a:endParaRPr>
              <a:latin typeface="Figtree SemiBold"/>
              <a:ea typeface="Figtree SemiBold"/>
              <a:cs typeface="Figtree SemiBold"/>
              <a:sym typeface="Figtree SemiBold"/>
            </a:endParaRPr>
          </a:p>
        </p:txBody>
      </p:sp>
      <p:sp>
        <p:nvSpPr>
          <p:cNvPr id="422" name="Google Shape;422;p72" descr="detail_0"/>
          <p:cNvSpPr txBox="1"/>
          <p:nvPr>
            <p:ph type="body" idx="1"/>
          </p:nvPr>
        </p:nvSpPr>
        <p:spPr>
          <a:xfrm>
            <a:off x="457200" y="1889550"/>
            <a:ext cx="4114800" cy="2739600"/>
          </a:xfrm>
          <a:prstGeom prst="rect">
            <a:avLst/>
          </a:prstGeom>
        </p:spPr>
        <p:txBody>
          <a:bodyPr spcFirstLastPara="1" wrap="square" lIns="91425" tIns="182875" rIns="91425" bIns="91425" anchor="t" anchorCtr="0">
            <a:noAutofit/>
          </a:bodyPr>
          <a:lstStyle/>
          <a:p>
            <a:pPr marL="342900" lvl="0" indent="-219075" algn="l" rtl="0">
              <a:spcBef>
                <a:spcPts val="0"/>
              </a:spcBef>
              <a:spcAft>
                <a:spcPts val="0"/>
              </a:spcAft>
              <a:buClr>
                <a:schemeClr val="lt1"/>
              </a:buClr>
              <a:buSzPts val="1200"/>
              <a:buChar char="•"/>
            </a:pPr>
            <a:r>
              <a:rPr lang="en-GB" sz="1200"/>
              <a:t>Working on group projects fosters communication skills among peers.</a:t>
            </a:r>
            <a:endParaRPr sz="1200"/>
          </a:p>
          <a:p>
            <a:pPr marL="342900" lvl="0" indent="-219075" algn="l" rtl="0">
              <a:spcBef>
                <a:spcPts val="1000"/>
              </a:spcBef>
              <a:spcAft>
                <a:spcPts val="0"/>
              </a:spcAft>
              <a:buClr>
                <a:schemeClr val="lt1"/>
              </a:buClr>
              <a:buSzPts val="1200"/>
              <a:buChar char="•"/>
            </a:pPr>
            <a:r>
              <a:rPr lang="en-GB" sz="1200"/>
              <a:t>Children learn to cooperate and empathize with others during collaborative tasks.</a:t>
            </a:r>
            <a:endParaRPr sz="1200"/>
          </a:p>
          <a:p>
            <a:pPr marL="342900" lvl="0" indent="-219075" algn="l" rtl="0">
              <a:spcBef>
                <a:spcPts val="1000"/>
              </a:spcBef>
              <a:spcAft>
                <a:spcPts val="1000"/>
              </a:spcAft>
              <a:buClr>
                <a:schemeClr val="lt1"/>
              </a:buClr>
              <a:buSzPts val="1200"/>
              <a:buChar char="•"/>
            </a:pPr>
            <a:r>
              <a:rPr lang="en-GB" sz="1200"/>
              <a:t>Entrepreneurial activities encourage active listening and respect for diverse opinions.</a:t>
            </a:r>
            <a:endParaRPr sz="1200"/>
          </a:p>
        </p:txBody>
      </p:sp>
      <p:sp>
        <p:nvSpPr>
          <p:cNvPr id="423" name="Google Shape;423;p72" descr="detail_1"/>
          <p:cNvSpPr txBox="1"/>
          <p:nvPr>
            <p:ph type="body" idx="1"/>
          </p:nvPr>
        </p:nvSpPr>
        <p:spPr>
          <a:xfrm>
            <a:off x="4572000" y="1885950"/>
            <a:ext cx="4114800" cy="2739600"/>
          </a:xfrm>
          <a:prstGeom prst="rect">
            <a:avLst/>
          </a:prstGeom>
        </p:spPr>
        <p:txBody>
          <a:bodyPr spcFirstLastPara="1" wrap="square" lIns="91425" tIns="182875" rIns="91425" bIns="91425" anchor="t" anchorCtr="0">
            <a:noAutofit/>
          </a:bodyPr>
          <a:lstStyle/>
          <a:p>
            <a:pPr marL="342900" lvl="0" indent="-219075" algn="l" rtl="0">
              <a:spcBef>
                <a:spcPts val="0"/>
              </a:spcBef>
              <a:spcAft>
                <a:spcPts val="0"/>
              </a:spcAft>
              <a:buClr>
                <a:schemeClr val="lt1"/>
              </a:buClr>
              <a:buSzPts val="1200"/>
              <a:buChar char="•"/>
            </a:pPr>
            <a:r>
              <a:rPr lang="en-GB" sz="1200"/>
              <a:t>Children learn the value of building relationships within their team.</a:t>
            </a:r>
            <a:endParaRPr sz="1200"/>
          </a:p>
          <a:p>
            <a:pPr marL="342900" lvl="0" indent="-219075" algn="l" rtl="0">
              <a:spcBef>
                <a:spcPts val="1000"/>
              </a:spcBef>
              <a:spcAft>
                <a:spcPts val="0"/>
              </a:spcAft>
              <a:buClr>
                <a:schemeClr val="lt1"/>
              </a:buClr>
              <a:buSzPts val="1200"/>
              <a:buChar char="•"/>
            </a:pPr>
            <a:r>
              <a:rPr lang="en-GB" sz="1200"/>
              <a:t>Collaborating on projects helps children understand the importance of teamwork in achieving common goals.</a:t>
            </a:r>
            <a:endParaRPr sz="1200"/>
          </a:p>
          <a:p>
            <a:pPr marL="342900" lvl="0" indent="-219075" algn="l" rtl="0">
              <a:spcBef>
                <a:spcPts val="1000"/>
              </a:spcBef>
              <a:spcAft>
                <a:spcPts val="1000"/>
              </a:spcAft>
              <a:buClr>
                <a:schemeClr val="lt1"/>
              </a:buClr>
              <a:buSzPts val="1200"/>
              <a:buChar char="•"/>
            </a:pPr>
            <a:r>
              <a:rPr lang="en-GB" sz="1200"/>
              <a:t>Networking experiences during entrepreneurship projects lay the groundwork for future collaborations.</a:t>
            </a:r>
            <a:endParaRPr sz="1200"/>
          </a:p>
        </p:txBody>
      </p:sp>
      <p:pic>
        <p:nvPicPr>
          <p:cNvPr id="3" name="Picture 2" descr="pixelcut-export (1)"/>
          <p:cNvPicPr>
            <a:picLocks noChangeAspect="1"/>
          </p:cNvPicPr>
          <p:nvPr/>
        </p:nvPicPr>
        <p:blipFill>
          <a:blip r:embed="rId1"/>
          <a:srcRect t="22967" b="48563"/>
          <a:stretch>
            <a:fillRect/>
          </a:stretch>
        </p:blipFill>
        <p:spPr>
          <a:xfrm>
            <a:off x="6649720" y="4364990"/>
            <a:ext cx="2733040" cy="7785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427" name="Shape 427"/>
        <p:cNvGrpSpPr/>
        <p:nvPr/>
      </p:nvGrpSpPr>
      <p:grpSpPr>
        <a:xfrm>
          <a:off x="0" y="0"/>
          <a:ext cx="0" cy="0"/>
          <a:chOff x="0" y="0"/>
          <a:chExt cx="0" cy="0"/>
        </a:xfrm>
      </p:grpSpPr>
      <p:sp>
        <p:nvSpPr>
          <p:cNvPr id="428" name="Google Shape;428;p73" descr="title"/>
          <p:cNvSpPr txBox="1"/>
          <p:nvPr>
            <p:ph type="title"/>
          </p:nvPr>
        </p:nvSpPr>
        <p:spPr>
          <a:xfrm>
            <a:off x="455850" y="514350"/>
            <a:ext cx="8232300" cy="687600"/>
          </a:xfrm>
          <a:prstGeom prst="rect">
            <a:avLst/>
          </a:prstGeom>
        </p:spPr>
        <p:txBody>
          <a:bodyPr spcFirstLastPara="1" wrap="square" lIns="182875" tIns="91425" rIns="91425" bIns="91425" anchor="ctr" anchorCtr="0">
            <a:noAutofit/>
          </a:bodyPr>
          <a:lstStyle/>
          <a:p>
            <a:pPr marL="0" lvl="0" indent="0" algn="l" rtl="0">
              <a:spcBef>
                <a:spcPts val="0"/>
              </a:spcBef>
              <a:spcAft>
                <a:spcPts val="0"/>
              </a:spcAft>
              <a:buNone/>
            </a:pPr>
            <a:r>
              <a:rPr lang="en-GB"/>
              <a:t>Encouraging a Positive Attitude Towards Failure</a:t>
            </a:r>
            <a:endParaRPr>
              <a:solidFill>
                <a:schemeClr val="lt1"/>
              </a:solidFill>
            </a:endParaRPr>
          </a:p>
        </p:txBody>
      </p:sp>
      <p:cxnSp>
        <p:nvCxnSpPr>
          <p:cNvPr id="429" name="Google Shape;429;p73"/>
          <p:cNvCxnSpPr/>
          <p:nvPr/>
        </p:nvCxnSpPr>
        <p:spPr>
          <a:xfrm>
            <a:off x="455850" y="1201875"/>
            <a:ext cx="8232300" cy="0"/>
          </a:xfrm>
          <a:prstGeom prst="straightConnector1">
            <a:avLst/>
          </a:prstGeom>
          <a:noFill/>
          <a:ln w="19050" cap="flat" cmpd="sng">
            <a:solidFill>
              <a:schemeClr val="lt1"/>
            </a:solidFill>
            <a:prstDash val="solid"/>
            <a:round/>
            <a:headEnd type="none" w="med" len="med"/>
            <a:tailEnd type="none" w="med" len="med"/>
          </a:ln>
        </p:spPr>
      </p:cxnSp>
      <p:sp>
        <p:nvSpPr>
          <p:cNvPr id="430" name="Google Shape;430;p73" descr="header_0"/>
          <p:cNvSpPr txBox="1"/>
          <p:nvPr>
            <p:ph type="subTitle" idx="4294967295"/>
          </p:nvPr>
        </p:nvSpPr>
        <p:spPr>
          <a:xfrm>
            <a:off x="457150" y="1201950"/>
            <a:ext cx="4114800" cy="687600"/>
          </a:xfrm>
          <a:prstGeom prst="rect">
            <a:avLst/>
          </a:prstGeom>
        </p:spPr>
        <p:txBody>
          <a:bodyPr spcFirstLastPara="1" wrap="square" lIns="182875" tIns="91425" rIns="91425" bIns="91425" anchor="ctr"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Learning from Mistakes</a:t>
            </a:r>
            <a:endParaRPr>
              <a:latin typeface="Figtree SemiBold"/>
              <a:ea typeface="Figtree SemiBold"/>
              <a:cs typeface="Figtree SemiBold"/>
              <a:sym typeface="Figtree SemiBold"/>
            </a:endParaRPr>
          </a:p>
        </p:txBody>
      </p:sp>
      <p:sp>
        <p:nvSpPr>
          <p:cNvPr id="431" name="Google Shape;431;p73" descr="header_1"/>
          <p:cNvSpPr txBox="1"/>
          <p:nvPr>
            <p:ph type="subTitle" idx="4294967295"/>
          </p:nvPr>
        </p:nvSpPr>
        <p:spPr>
          <a:xfrm>
            <a:off x="4572000" y="1201950"/>
            <a:ext cx="4114800" cy="687600"/>
          </a:xfrm>
          <a:prstGeom prst="rect">
            <a:avLst/>
          </a:prstGeom>
        </p:spPr>
        <p:txBody>
          <a:bodyPr spcFirstLastPara="1" wrap="square" lIns="182875" tIns="91425" rIns="91425" bIns="91425" anchor="ctr"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Persistence and Adaptation</a:t>
            </a:r>
            <a:endParaRPr>
              <a:latin typeface="Figtree SemiBold"/>
              <a:ea typeface="Figtree SemiBold"/>
              <a:cs typeface="Figtree SemiBold"/>
              <a:sym typeface="Figtree SemiBold"/>
            </a:endParaRPr>
          </a:p>
        </p:txBody>
      </p:sp>
      <p:sp>
        <p:nvSpPr>
          <p:cNvPr id="432" name="Google Shape;432;p73" descr="detail_0"/>
          <p:cNvSpPr txBox="1"/>
          <p:nvPr>
            <p:ph type="body" idx="1"/>
          </p:nvPr>
        </p:nvSpPr>
        <p:spPr>
          <a:xfrm>
            <a:off x="457200" y="1889550"/>
            <a:ext cx="4114800" cy="2739600"/>
          </a:xfrm>
          <a:prstGeom prst="rect">
            <a:avLst/>
          </a:prstGeom>
        </p:spPr>
        <p:txBody>
          <a:bodyPr spcFirstLastPara="1" wrap="square" lIns="91425" tIns="182875" rIns="91425" bIns="91425" anchor="t" anchorCtr="0">
            <a:noAutofit/>
          </a:bodyPr>
          <a:lstStyle/>
          <a:p>
            <a:pPr marL="342900" lvl="0" indent="-219075" algn="l" rtl="0">
              <a:spcBef>
                <a:spcPts val="0"/>
              </a:spcBef>
              <a:spcAft>
                <a:spcPts val="0"/>
              </a:spcAft>
              <a:buClr>
                <a:schemeClr val="lt1"/>
              </a:buClr>
              <a:buSzPts val="1200"/>
              <a:buChar char="•"/>
            </a:pPr>
            <a:r>
              <a:rPr lang="en-GB" sz="1200"/>
              <a:t>Teaching children that failure is a part of the learning process helps them view setbacks as opportunities for growth.</a:t>
            </a:r>
            <a:endParaRPr sz="1200"/>
          </a:p>
          <a:p>
            <a:pPr marL="342900" lvl="0" indent="-219075" algn="l" rtl="0">
              <a:spcBef>
                <a:spcPts val="1000"/>
              </a:spcBef>
              <a:spcAft>
                <a:spcPts val="0"/>
              </a:spcAft>
              <a:buClr>
                <a:schemeClr val="lt1"/>
              </a:buClr>
              <a:buSzPts val="1200"/>
              <a:buChar char="•"/>
            </a:pPr>
            <a:r>
              <a:rPr lang="en-GB" sz="1200"/>
              <a:t>Children learn to view mistakes as valuable experiences rather than obstacles.</a:t>
            </a:r>
            <a:endParaRPr sz="1200"/>
          </a:p>
          <a:p>
            <a:pPr marL="342900" lvl="0" indent="-219075" algn="l" rtl="0">
              <a:spcBef>
                <a:spcPts val="1000"/>
              </a:spcBef>
              <a:spcAft>
                <a:spcPts val="1000"/>
              </a:spcAft>
              <a:buClr>
                <a:schemeClr val="lt1"/>
              </a:buClr>
              <a:buSzPts val="1200"/>
              <a:buChar char="•"/>
            </a:pPr>
            <a:r>
              <a:rPr lang="en-GB" sz="1200"/>
              <a:t>Understanding that failure is a stepping stone to success encourages a growth mindset.</a:t>
            </a:r>
            <a:endParaRPr sz="1200"/>
          </a:p>
        </p:txBody>
      </p:sp>
      <p:sp>
        <p:nvSpPr>
          <p:cNvPr id="433" name="Google Shape;433;p73" descr="detail_1"/>
          <p:cNvSpPr txBox="1"/>
          <p:nvPr>
            <p:ph type="body" idx="1"/>
          </p:nvPr>
        </p:nvSpPr>
        <p:spPr>
          <a:xfrm>
            <a:off x="4572000" y="1885950"/>
            <a:ext cx="4114800" cy="2739600"/>
          </a:xfrm>
          <a:prstGeom prst="rect">
            <a:avLst/>
          </a:prstGeom>
        </p:spPr>
        <p:txBody>
          <a:bodyPr spcFirstLastPara="1" wrap="square" lIns="91425" tIns="182875" rIns="91425" bIns="91425" anchor="t" anchorCtr="0">
            <a:noAutofit/>
          </a:bodyPr>
          <a:lstStyle/>
          <a:p>
            <a:pPr marL="342900" lvl="0" indent="-219075" algn="l" rtl="0">
              <a:spcBef>
                <a:spcPts val="0"/>
              </a:spcBef>
              <a:spcAft>
                <a:spcPts val="0"/>
              </a:spcAft>
              <a:buClr>
                <a:schemeClr val="lt1"/>
              </a:buClr>
              <a:buSzPts val="1200"/>
              <a:buChar char="•"/>
            </a:pPr>
            <a:r>
              <a:rPr lang="en-GB" sz="1200"/>
              <a:t>They learn to persevere and adapt their strategies in the face of challenges.</a:t>
            </a:r>
            <a:endParaRPr sz="1200"/>
          </a:p>
          <a:p>
            <a:pPr marL="342900" lvl="0" indent="-219075" algn="l" rtl="0">
              <a:spcBef>
                <a:spcPts val="1000"/>
              </a:spcBef>
              <a:spcAft>
                <a:spcPts val="0"/>
              </a:spcAft>
              <a:buClr>
                <a:schemeClr val="lt1"/>
              </a:buClr>
              <a:buSzPts val="1200"/>
              <a:buChar char="•"/>
            </a:pPr>
            <a:r>
              <a:rPr lang="en-GB" sz="1200"/>
              <a:t>Encouraging a mindset of resilience helps children tackle future problems with confidence.</a:t>
            </a:r>
            <a:endParaRPr sz="1200"/>
          </a:p>
          <a:p>
            <a:pPr marL="342900" lvl="0" indent="-219075" algn="l" rtl="0">
              <a:spcBef>
                <a:spcPts val="1000"/>
              </a:spcBef>
              <a:spcAft>
                <a:spcPts val="1000"/>
              </a:spcAft>
              <a:buClr>
                <a:schemeClr val="lt1"/>
              </a:buClr>
              <a:buSzPts val="1200"/>
              <a:buChar char="•"/>
            </a:pPr>
            <a:r>
              <a:rPr lang="en-GB" sz="1200"/>
              <a:t>Children develop the ability to rethink their approaches and try again after setbacks.</a:t>
            </a:r>
            <a:endParaRPr sz="1200"/>
          </a:p>
        </p:txBody>
      </p:sp>
      <p:pic>
        <p:nvPicPr>
          <p:cNvPr id="3" name="Picture 2" descr="pixelcut-export (1)"/>
          <p:cNvPicPr>
            <a:picLocks noChangeAspect="1"/>
          </p:cNvPicPr>
          <p:nvPr/>
        </p:nvPicPr>
        <p:blipFill>
          <a:blip r:embed="rId1"/>
          <a:srcRect t="22967" b="48563"/>
          <a:stretch>
            <a:fillRect/>
          </a:stretch>
        </p:blipFill>
        <p:spPr>
          <a:xfrm>
            <a:off x="6649720" y="4364990"/>
            <a:ext cx="2733040" cy="7785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437" name="Shape 437"/>
        <p:cNvGrpSpPr/>
        <p:nvPr/>
      </p:nvGrpSpPr>
      <p:grpSpPr>
        <a:xfrm>
          <a:off x="0" y="0"/>
          <a:ext cx="0" cy="0"/>
          <a:chOff x="0" y="0"/>
          <a:chExt cx="0" cy="0"/>
        </a:xfrm>
      </p:grpSpPr>
      <p:sp>
        <p:nvSpPr>
          <p:cNvPr id="438" name="Google Shape;438;p74" descr="header_0"/>
          <p:cNvSpPr txBox="1"/>
          <p:nvPr>
            <p:ph type="subTitle" idx="4294967295"/>
          </p:nvPr>
        </p:nvSpPr>
        <p:spPr>
          <a:xfrm>
            <a:off x="457250" y="1201875"/>
            <a:ext cx="2661900" cy="16458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Relevance of Entrepreneurship in Learning</a:t>
            </a:r>
            <a:endParaRPr>
              <a:solidFill>
                <a:schemeClr val="lt1"/>
              </a:solidFill>
              <a:latin typeface="Figtree SemiBold"/>
              <a:ea typeface="Figtree SemiBold"/>
              <a:cs typeface="Figtree SemiBold"/>
              <a:sym typeface="Figtree SemiBold"/>
            </a:endParaRPr>
          </a:p>
        </p:txBody>
      </p:sp>
      <p:sp>
        <p:nvSpPr>
          <p:cNvPr id="439" name="Google Shape;439;p74" descr="detail_0"/>
          <p:cNvSpPr txBox="1"/>
          <p:nvPr>
            <p:ph type="body" idx="1"/>
          </p:nvPr>
        </p:nvSpPr>
        <p:spPr>
          <a:xfrm>
            <a:off x="3236350" y="1201875"/>
            <a:ext cx="4764000" cy="1645800"/>
          </a:xfrm>
          <a:prstGeom prst="rect">
            <a:avLst/>
          </a:prstGeom>
        </p:spPr>
        <p:txBody>
          <a:bodyPr spcFirstLastPara="1" wrap="square" lIns="0" tIns="91425" rIns="0" bIns="91425" anchor="t" anchorCtr="0">
            <a:noAutofit/>
          </a:bodyPr>
          <a:lstStyle/>
          <a:p>
            <a:pPr marL="342900" lvl="0" indent="-200025" algn="l" rtl="0">
              <a:spcBef>
                <a:spcPts val="0"/>
              </a:spcBef>
              <a:spcAft>
                <a:spcPts val="0"/>
              </a:spcAft>
              <a:buClr>
                <a:schemeClr val="lt1"/>
              </a:buClr>
              <a:buSzPts val="900"/>
              <a:buChar char="•"/>
            </a:pPr>
            <a:r>
              <a:rPr lang="en-GB" sz="900"/>
              <a:t>Introducing entrepreneurship connects classroom learning to real-world applications, making subjects like math and language more engaging.</a:t>
            </a:r>
            <a:endParaRPr sz="900"/>
          </a:p>
          <a:p>
            <a:pPr marL="342900" lvl="0" indent="-200025" algn="l" rtl="0">
              <a:spcBef>
                <a:spcPts val="1000"/>
              </a:spcBef>
              <a:spcAft>
                <a:spcPts val="0"/>
              </a:spcAft>
              <a:buClr>
                <a:schemeClr val="lt1"/>
              </a:buClr>
              <a:buSzPts val="900"/>
              <a:buChar char="•"/>
            </a:pPr>
            <a:r>
              <a:rPr lang="en-GB" sz="900"/>
              <a:t>Children can explore local businesses and understand the role of entrepreneurs in their communities, fostering a sense of belonging and responsibility.</a:t>
            </a:r>
            <a:endParaRPr sz="900"/>
          </a:p>
          <a:p>
            <a:pPr marL="342900" lvl="0" indent="-200025" algn="l" rtl="0">
              <a:spcBef>
                <a:spcPts val="1000"/>
              </a:spcBef>
              <a:spcAft>
                <a:spcPts val="1000"/>
              </a:spcAft>
              <a:buClr>
                <a:schemeClr val="lt1"/>
              </a:buClr>
              <a:buSzPts val="900"/>
              <a:buChar char="•"/>
            </a:pPr>
            <a:r>
              <a:rPr lang="en-GB" sz="900"/>
              <a:t>Entrepreneurship education helps students see the practical implications of their studies, enhancing motivation and interest.</a:t>
            </a:r>
            <a:endParaRPr sz="900"/>
          </a:p>
        </p:txBody>
      </p:sp>
      <p:sp>
        <p:nvSpPr>
          <p:cNvPr id="440" name="Google Shape;440;p74" descr="header_1"/>
          <p:cNvSpPr txBox="1"/>
          <p:nvPr>
            <p:ph type="subTitle" idx="4294967295"/>
          </p:nvPr>
        </p:nvSpPr>
        <p:spPr>
          <a:xfrm>
            <a:off x="457250" y="2983355"/>
            <a:ext cx="2661900" cy="16458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Fostering Community Awareness</a:t>
            </a:r>
            <a:endParaRPr>
              <a:solidFill>
                <a:schemeClr val="lt1"/>
              </a:solidFill>
              <a:latin typeface="Figtree SemiBold"/>
              <a:ea typeface="Figtree SemiBold"/>
              <a:cs typeface="Figtree SemiBold"/>
              <a:sym typeface="Figtree SemiBold"/>
            </a:endParaRPr>
          </a:p>
        </p:txBody>
      </p:sp>
      <p:sp>
        <p:nvSpPr>
          <p:cNvPr id="441" name="Google Shape;441;p74" descr="detail_1"/>
          <p:cNvSpPr txBox="1"/>
          <p:nvPr>
            <p:ph type="body" idx="1"/>
          </p:nvPr>
        </p:nvSpPr>
        <p:spPr>
          <a:xfrm>
            <a:off x="3236350" y="2983250"/>
            <a:ext cx="4764000" cy="1645800"/>
          </a:xfrm>
          <a:prstGeom prst="rect">
            <a:avLst/>
          </a:prstGeom>
        </p:spPr>
        <p:txBody>
          <a:bodyPr spcFirstLastPara="1" wrap="square" lIns="0" tIns="91425" rIns="0" bIns="91425" anchor="t" anchorCtr="0">
            <a:noAutofit/>
          </a:bodyPr>
          <a:lstStyle/>
          <a:p>
            <a:pPr marL="342900" lvl="0" indent="-206375" algn="l" rtl="0">
              <a:spcBef>
                <a:spcPts val="0"/>
              </a:spcBef>
              <a:spcAft>
                <a:spcPts val="0"/>
              </a:spcAft>
              <a:buClr>
                <a:schemeClr val="lt1"/>
              </a:buClr>
              <a:buSzPts val="1000"/>
              <a:buChar char="•"/>
            </a:pPr>
            <a:r>
              <a:rPr lang="en-GB" sz="1000"/>
              <a:t>Children learn about community needs and how to address them through entrepreneurial thinking.</a:t>
            </a:r>
            <a:endParaRPr sz="1000"/>
          </a:p>
          <a:p>
            <a:pPr marL="342900" lvl="0" indent="-206375" algn="l" rtl="0">
              <a:spcBef>
                <a:spcPts val="1000"/>
              </a:spcBef>
              <a:spcAft>
                <a:spcPts val="0"/>
              </a:spcAft>
              <a:buClr>
                <a:schemeClr val="lt1"/>
              </a:buClr>
              <a:buSzPts val="1000"/>
              <a:buChar char="•"/>
            </a:pPr>
            <a:r>
              <a:rPr lang="en-GB" sz="1000"/>
              <a:t>Understanding local businesses helps children appreciate the economic ecosystem and their potential role within it.</a:t>
            </a:r>
            <a:endParaRPr sz="1000"/>
          </a:p>
          <a:p>
            <a:pPr marL="342900" lvl="0" indent="-206375" algn="l" rtl="0">
              <a:spcBef>
                <a:spcPts val="1000"/>
              </a:spcBef>
              <a:spcAft>
                <a:spcPts val="1000"/>
              </a:spcAft>
              <a:buClr>
                <a:schemeClr val="lt1"/>
              </a:buClr>
              <a:buSzPts val="1000"/>
              <a:buChar char="•"/>
            </a:pPr>
            <a:r>
              <a:rPr lang="en-GB" sz="1000"/>
              <a:t>By engaging with entrepreneurs, children can develop a sense of responsibility towards their community and its development.</a:t>
            </a:r>
            <a:endParaRPr sz="1000"/>
          </a:p>
        </p:txBody>
      </p:sp>
      <p:sp>
        <p:nvSpPr>
          <p:cNvPr id="442" name="Google Shape;442;p74" descr="title"/>
          <p:cNvSpPr txBox="1"/>
          <p:nvPr>
            <p:ph type="title"/>
          </p:nvPr>
        </p:nvSpPr>
        <p:spPr>
          <a:xfrm>
            <a:off x="457200" y="514350"/>
            <a:ext cx="7543200" cy="687600"/>
          </a:xfrm>
          <a:prstGeom prst="rect">
            <a:avLst/>
          </a:prstGeom>
        </p:spPr>
        <p:txBody>
          <a:bodyPr spcFirstLastPara="1" wrap="square" lIns="91425" tIns="91425" rIns="0" bIns="91425" anchor="ctr" anchorCtr="0">
            <a:noAutofit/>
          </a:bodyPr>
          <a:lstStyle/>
          <a:p>
            <a:pPr marL="0" lvl="0" indent="0" algn="l" rtl="0">
              <a:spcBef>
                <a:spcPts val="0"/>
              </a:spcBef>
              <a:spcAft>
                <a:spcPts val="0"/>
              </a:spcAft>
              <a:buNone/>
            </a:pPr>
            <a:r>
              <a:rPr lang="en-GB"/>
              <a:t>Connection to Real World Contexts</a:t>
            </a:r>
            <a:endParaRPr>
              <a:solidFill>
                <a:schemeClr val="lt1"/>
              </a:solidFill>
            </a:endParaRPr>
          </a:p>
        </p:txBody>
      </p:sp>
      <p:grpSp>
        <p:nvGrpSpPr>
          <p:cNvPr id="443" name="Google Shape;443;p74"/>
          <p:cNvGrpSpPr/>
          <p:nvPr/>
        </p:nvGrpSpPr>
        <p:grpSpPr>
          <a:xfrm>
            <a:off x="6999950" y="75700"/>
            <a:ext cx="2057400" cy="1033200"/>
            <a:chOff x="6922975" y="1548525"/>
            <a:chExt cx="2057400" cy="1033200"/>
          </a:xfrm>
        </p:grpSpPr>
        <p:grpSp>
          <p:nvGrpSpPr>
            <p:cNvPr id="444" name="Google Shape;444;p74"/>
            <p:cNvGrpSpPr/>
            <p:nvPr/>
          </p:nvGrpSpPr>
          <p:grpSpPr>
            <a:xfrm>
              <a:off x="6922975" y="1548525"/>
              <a:ext cx="2057400" cy="1033200"/>
              <a:chOff x="6172200" y="152400"/>
              <a:chExt cx="2057400" cy="1033200"/>
            </a:xfrm>
          </p:grpSpPr>
          <p:sp>
            <p:nvSpPr>
              <p:cNvPr id="445" name="Google Shape;445;p74"/>
              <p:cNvSpPr/>
              <p:nvPr/>
            </p:nvSpPr>
            <p:spPr>
              <a:xfrm>
                <a:off x="6172200" y="152400"/>
                <a:ext cx="2057400" cy="1033200"/>
              </a:xfrm>
              <a:prstGeom prst="roundRect">
                <a:avLst>
                  <a:gd name="adj" fmla="val 8292"/>
                </a:avLst>
              </a:prstGeom>
              <a:solidFill>
                <a:srgbClr val="FFFFF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446" name="Google Shape;446;p74"/>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447" name="Google Shape;447;p74"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adding examples of local businesses or entrepreneurs that students can learn about.</a:t>
              </a:r>
              <a:endParaRPr sz="800">
                <a:latin typeface="Inter" panose="02000503000000020004"/>
                <a:ea typeface="Inter" panose="02000503000000020004"/>
                <a:cs typeface="Inter" panose="02000503000000020004"/>
                <a:sym typeface="Inter" panose="02000503000000020004"/>
              </a:endParaRPr>
            </a:p>
          </p:txBody>
        </p:sp>
        <p:pic>
          <p:nvPicPr>
            <p:cNvPr id="448" name="Google Shape;448;p74"/>
            <p:cNvPicPr preferRelativeResize="0"/>
            <p:nvPr/>
          </p:nvPicPr>
          <p:blipFill>
            <a:blip r:embed="rId1"/>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452" name="Shape 452"/>
        <p:cNvGrpSpPr/>
        <p:nvPr/>
      </p:nvGrpSpPr>
      <p:grpSpPr>
        <a:xfrm>
          <a:off x="0" y="0"/>
          <a:ext cx="0" cy="0"/>
          <a:chOff x="0" y="0"/>
          <a:chExt cx="0" cy="0"/>
        </a:xfrm>
      </p:grpSpPr>
      <p:sp>
        <p:nvSpPr>
          <p:cNvPr id="453" name="Google Shape;453;p75" descr="title"/>
          <p:cNvSpPr txBox="1"/>
          <p:nvPr>
            <p:ph type="title"/>
          </p:nvPr>
        </p:nvSpPr>
        <p:spPr>
          <a:xfrm>
            <a:off x="457200" y="514350"/>
            <a:ext cx="8229300" cy="685800"/>
          </a:xfrm>
          <a:prstGeom prst="rect">
            <a:avLst/>
          </a:prstGeom>
        </p:spPr>
        <p:txBody>
          <a:bodyPr spcFirstLastPara="1" wrap="square" lIns="91425" tIns="91425" rIns="0" bIns="91425" anchor="ctr" anchorCtr="0">
            <a:noAutofit/>
          </a:bodyPr>
          <a:lstStyle/>
          <a:p>
            <a:pPr marL="0" marR="0" lvl="0" indent="0" algn="l" rtl="0">
              <a:lnSpc>
                <a:spcPct val="100000"/>
              </a:lnSpc>
              <a:spcBef>
                <a:spcPts val="0"/>
              </a:spcBef>
              <a:spcAft>
                <a:spcPts val="800"/>
              </a:spcAft>
              <a:buNone/>
            </a:pPr>
            <a:r>
              <a:rPr lang="en-GB"/>
              <a:t>Introducing Entrepreneurship Concepts to Young Children</a:t>
            </a:r>
            <a:endParaRPr>
              <a:solidFill>
                <a:schemeClr val="lt1"/>
              </a:solidFill>
            </a:endParaRPr>
          </a:p>
        </p:txBody>
      </p:sp>
      <p:sp>
        <p:nvSpPr>
          <p:cNvPr id="454" name="Google Shape;454;p75" descr="detail_0"/>
          <p:cNvSpPr txBox="1"/>
          <p:nvPr/>
        </p:nvSpPr>
        <p:spPr>
          <a:xfrm>
            <a:off x="457200" y="1889737"/>
            <a:ext cx="2049900" cy="135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2000"/>
              </a:spcAft>
              <a:buNone/>
            </a:pPr>
            <a:r>
              <a:rPr lang="en-GB" sz="1000">
                <a:solidFill>
                  <a:schemeClr val="lt1"/>
                </a:solidFill>
                <a:latin typeface="Playfair Display"/>
                <a:ea typeface="Playfair Display"/>
                <a:cs typeface="Playfair Display"/>
                <a:sym typeface="Playfair Display"/>
              </a:rPr>
              <a:t>Starting a business is challenging; the only reason to do it is if you love it.</a:t>
            </a:r>
            <a:endParaRPr sz="1000">
              <a:solidFill>
                <a:schemeClr val="lt1"/>
              </a:solidFill>
              <a:latin typeface="Playfair Display"/>
              <a:ea typeface="Playfair Display"/>
              <a:cs typeface="Playfair Display"/>
              <a:sym typeface="Playfair Display"/>
            </a:endParaRPr>
          </a:p>
        </p:txBody>
      </p:sp>
      <p:sp>
        <p:nvSpPr>
          <p:cNvPr id="455" name="Google Shape;455;p75" descr="detail_1"/>
          <p:cNvSpPr txBox="1"/>
          <p:nvPr/>
        </p:nvSpPr>
        <p:spPr>
          <a:xfrm>
            <a:off x="2507100" y="1889737"/>
            <a:ext cx="2049900" cy="135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800"/>
              </a:spcAft>
              <a:buNone/>
            </a:pPr>
            <a:r>
              <a:rPr lang="en-GB" sz="1000">
                <a:solidFill>
                  <a:schemeClr val="lt1"/>
                </a:solidFill>
                <a:latin typeface="Playfair Display"/>
                <a:ea typeface="Playfair Display"/>
                <a:cs typeface="Playfair Display"/>
                <a:sym typeface="Playfair Display"/>
              </a:rPr>
              <a:t>After identifying a problem, explore existing solutions. Determine your target audience and how they address the problem.</a:t>
            </a:r>
            <a:endParaRPr sz="1000">
              <a:solidFill>
                <a:schemeClr val="lt1"/>
              </a:solidFill>
              <a:latin typeface="Playfair Display"/>
              <a:ea typeface="Playfair Display"/>
              <a:cs typeface="Playfair Display"/>
              <a:sym typeface="Playfair Display"/>
            </a:endParaRPr>
          </a:p>
        </p:txBody>
      </p:sp>
      <p:sp>
        <p:nvSpPr>
          <p:cNvPr id="456" name="Google Shape;456;p75" descr="detail_2"/>
          <p:cNvSpPr txBox="1"/>
          <p:nvPr/>
        </p:nvSpPr>
        <p:spPr>
          <a:xfrm>
            <a:off x="4571675" y="1887675"/>
            <a:ext cx="2049900" cy="135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800"/>
              </a:spcAft>
              <a:buNone/>
            </a:pPr>
            <a:r>
              <a:rPr lang="en-GB" sz="1000">
                <a:solidFill>
                  <a:schemeClr val="lt1"/>
                </a:solidFill>
                <a:latin typeface="Playfair Display"/>
                <a:ea typeface="Playfair Display"/>
                <a:cs typeface="Playfair Display"/>
                <a:sym typeface="Playfair Display"/>
              </a:rPr>
              <a:t>Develop a product or service based on your idea. Validate customer needs by asking them before fully developing the offering.</a:t>
            </a:r>
            <a:endParaRPr sz="1000">
              <a:solidFill>
                <a:schemeClr val="lt1"/>
              </a:solidFill>
              <a:latin typeface="Playfair Display"/>
              <a:ea typeface="Playfair Display"/>
              <a:cs typeface="Playfair Display"/>
              <a:sym typeface="Playfair Display"/>
            </a:endParaRPr>
          </a:p>
        </p:txBody>
      </p:sp>
      <p:sp>
        <p:nvSpPr>
          <p:cNvPr id="457" name="Google Shape;457;p75" descr="header_0"/>
          <p:cNvSpPr txBox="1"/>
          <p:nvPr/>
        </p:nvSpPr>
        <p:spPr>
          <a:xfrm>
            <a:off x="457200" y="1201875"/>
            <a:ext cx="2049900" cy="68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solidFill>
                  <a:schemeClr val="lt1"/>
                </a:solidFill>
                <a:latin typeface="Figtree SemiBold"/>
                <a:ea typeface="Figtree SemiBold"/>
                <a:cs typeface="Figtree SemiBold"/>
                <a:sym typeface="Figtree SemiBold"/>
              </a:rPr>
              <a:t>Explore Passion</a:t>
            </a:r>
            <a:endParaRPr>
              <a:solidFill>
                <a:schemeClr val="lt1"/>
              </a:solidFill>
              <a:latin typeface="Figtree SemiBold"/>
              <a:ea typeface="Figtree SemiBold"/>
              <a:cs typeface="Figtree SemiBold"/>
              <a:sym typeface="Figtree SemiBold"/>
            </a:endParaRPr>
          </a:p>
        </p:txBody>
      </p:sp>
      <p:sp>
        <p:nvSpPr>
          <p:cNvPr id="458" name="Google Shape;458;p75" descr="header_1"/>
          <p:cNvSpPr txBox="1"/>
          <p:nvPr/>
        </p:nvSpPr>
        <p:spPr>
          <a:xfrm>
            <a:off x="2507100" y="1201875"/>
            <a:ext cx="2049900" cy="68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800"/>
              </a:spcAft>
              <a:buNone/>
            </a:pPr>
            <a:r>
              <a:rPr lang="en-GB">
                <a:solidFill>
                  <a:schemeClr val="lt1"/>
                </a:solidFill>
                <a:latin typeface="Figtree SemiBold"/>
                <a:ea typeface="Figtree SemiBold"/>
                <a:cs typeface="Figtree SemiBold"/>
                <a:sym typeface="Figtree SemiBold"/>
              </a:rPr>
              <a:t>Research</a:t>
            </a:r>
            <a:endParaRPr>
              <a:solidFill>
                <a:schemeClr val="lt1"/>
              </a:solidFill>
              <a:latin typeface="Figtree SemiBold"/>
              <a:ea typeface="Figtree SemiBold"/>
              <a:cs typeface="Figtree SemiBold"/>
              <a:sym typeface="Figtree SemiBold"/>
            </a:endParaRPr>
          </a:p>
        </p:txBody>
      </p:sp>
      <p:sp>
        <p:nvSpPr>
          <p:cNvPr id="459" name="Google Shape;459;p75" descr="header_2"/>
          <p:cNvSpPr txBox="1"/>
          <p:nvPr/>
        </p:nvSpPr>
        <p:spPr>
          <a:xfrm>
            <a:off x="4571675" y="1200150"/>
            <a:ext cx="2049900" cy="68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800"/>
              </a:spcAft>
              <a:buNone/>
            </a:pPr>
            <a:r>
              <a:rPr lang="en-GB">
                <a:solidFill>
                  <a:schemeClr val="lt1"/>
                </a:solidFill>
                <a:latin typeface="Figtree SemiBold"/>
                <a:ea typeface="Figtree SemiBold"/>
                <a:cs typeface="Figtree SemiBold"/>
                <a:sym typeface="Figtree SemiBold"/>
              </a:rPr>
              <a:t>Create Solution</a:t>
            </a:r>
            <a:endParaRPr>
              <a:solidFill>
                <a:schemeClr val="lt1"/>
              </a:solidFill>
              <a:latin typeface="Figtree SemiBold"/>
              <a:ea typeface="Figtree SemiBold"/>
              <a:cs typeface="Figtree SemiBold"/>
              <a:sym typeface="Figtree SemiBold"/>
            </a:endParaRPr>
          </a:p>
        </p:txBody>
      </p:sp>
      <p:sp>
        <p:nvSpPr>
          <p:cNvPr id="460" name="Google Shape;460;p75" descr="detail_3"/>
          <p:cNvSpPr txBox="1"/>
          <p:nvPr/>
        </p:nvSpPr>
        <p:spPr>
          <a:xfrm>
            <a:off x="6636250" y="1889737"/>
            <a:ext cx="2049900" cy="1353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800"/>
              </a:spcAft>
              <a:buNone/>
            </a:pPr>
            <a:r>
              <a:rPr lang="en-GB" sz="900">
                <a:solidFill>
                  <a:schemeClr val="lt1"/>
                </a:solidFill>
                <a:latin typeface="Playfair Display"/>
                <a:ea typeface="Playfair Display"/>
                <a:cs typeface="Playfair Display"/>
                <a:sym typeface="Playfair Display"/>
              </a:rPr>
              <a:t>Calculate the cost to make the product, its selling price, and the difference for viability. For example, give children a task to create and price a product from a blank template.</a:t>
            </a:r>
            <a:endParaRPr sz="900">
              <a:solidFill>
                <a:schemeClr val="lt1"/>
              </a:solidFill>
              <a:latin typeface="Playfair Display"/>
              <a:ea typeface="Playfair Display"/>
              <a:cs typeface="Playfair Display"/>
              <a:sym typeface="Playfair Display"/>
            </a:endParaRPr>
          </a:p>
        </p:txBody>
      </p:sp>
      <p:sp>
        <p:nvSpPr>
          <p:cNvPr id="461" name="Google Shape;461;p75" descr="header_3"/>
          <p:cNvSpPr txBox="1"/>
          <p:nvPr/>
        </p:nvSpPr>
        <p:spPr>
          <a:xfrm>
            <a:off x="6636250" y="1201875"/>
            <a:ext cx="2049900" cy="685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800"/>
              </a:spcAft>
              <a:buNone/>
            </a:pPr>
            <a:r>
              <a:rPr lang="en-GB">
                <a:solidFill>
                  <a:schemeClr val="lt1"/>
                </a:solidFill>
                <a:latin typeface="Figtree SemiBold"/>
                <a:ea typeface="Figtree SemiBold"/>
                <a:cs typeface="Figtree SemiBold"/>
                <a:sym typeface="Figtree SemiBold"/>
              </a:rPr>
              <a:t>Profit and Loss</a:t>
            </a:r>
            <a:endParaRPr>
              <a:solidFill>
                <a:schemeClr val="lt1"/>
              </a:solidFill>
              <a:latin typeface="Figtree SemiBold"/>
              <a:ea typeface="Figtree SemiBold"/>
              <a:cs typeface="Figtree SemiBold"/>
              <a:sym typeface="Figtree SemiBold"/>
            </a:endParaRPr>
          </a:p>
        </p:txBody>
      </p:sp>
      <p:sp>
        <p:nvSpPr>
          <p:cNvPr id="462" name="Google Shape;462;p75" descr="deliverable_0"/>
          <p:cNvSpPr txBox="1"/>
          <p:nvPr/>
        </p:nvSpPr>
        <p:spPr>
          <a:xfrm>
            <a:off x="457525" y="3247779"/>
            <a:ext cx="2049900" cy="138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a:solidFill>
                  <a:schemeClr val="lt1"/>
                </a:solidFill>
                <a:latin typeface="Playfair Display"/>
                <a:ea typeface="Playfair Display"/>
                <a:cs typeface="Playfair Display"/>
                <a:sym typeface="Playfair Display"/>
              </a:rPr>
              <a:t>Identification of personal interests and passions</a:t>
            </a:r>
            <a:endParaRPr sz="1000">
              <a:solidFill>
                <a:schemeClr val="lt1"/>
              </a:solidFill>
              <a:latin typeface="Playfair Display"/>
              <a:ea typeface="Playfair Display"/>
              <a:cs typeface="Playfair Display"/>
              <a:sym typeface="Playfair Display"/>
            </a:endParaRPr>
          </a:p>
        </p:txBody>
      </p:sp>
      <p:sp>
        <p:nvSpPr>
          <p:cNvPr id="463" name="Google Shape;463;p75" descr="deliverable_1"/>
          <p:cNvSpPr txBox="1"/>
          <p:nvPr/>
        </p:nvSpPr>
        <p:spPr>
          <a:xfrm>
            <a:off x="2507425" y="3247779"/>
            <a:ext cx="2049900" cy="138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a:solidFill>
                  <a:schemeClr val="lt1"/>
                </a:solidFill>
                <a:latin typeface="Playfair Display"/>
                <a:ea typeface="Playfair Display"/>
                <a:cs typeface="Playfair Display"/>
                <a:sym typeface="Playfair Display"/>
              </a:rPr>
              <a:t>Market research findings and target audience profile</a:t>
            </a:r>
            <a:endParaRPr sz="1000">
              <a:solidFill>
                <a:schemeClr val="lt1"/>
              </a:solidFill>
              <a:latin typeface="Playfair Display"/>
              <a:ea typeface="Playfair Display"/>
              <a:cs typeface="Playfair Display"/>
              <a:sym typeface="Playfair Display"/>
            </a:endParaRPr>
          </a:p>
        </p:txBody>
      </p:sp>
      <p:sp>
        <p:nvSpPr>
          <p:cNvPr id="464" name="Google Shape;464;p75" descr="deliverable_2"/>
          <p:cNvSpPr txBox="1"/>
          <p:nvPr/>
        </p:nvSpPr>
        <p:spPr>
          <a:xfrm>
            <a:off x="4572000" y="3245675"/>
            <a:ext cx="2049900" cy="138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a:solidFill>
                  <a:schemeClr val="lt1"/>
                </a:solidFill>
                <a:latin typeface="Playfair Display"/>
                <a:ea typeface="Playfair Display"/>
                <a:cs typeface="Playfair Display"/>
                <a:sym typeface="Playfair Display"/>
              </a:rPr>
              <a:t>Prototype of product or service</a:t>
            </a:r>
            <a:endParaRPr sz="1000">
              <a:solidFill>
                <a:schemeClr val="lt1"/>
              </a:solidFill>
              <a:latin typeface="Playfair Display"/>
              <a:ea typeface="Playfair Display"/>
              <a:cs typeface="Playfair Display"/>
              <a:sym typeface="Playfair Display"/>
            </a:endParaRPr>
          </a:p>
        </p:txBody>
      </p:sp>
      <p:sp>
        <p:nvSpPr>
          <p:cNvPr id="465" name="Google Shape;465;p75" descr="deliverable_3"/>
          <p:cNvSpPr txBox="1"/>
          <p:nvPr/>
        </p:nvSpPr>
        <p:spPr>
          <a:xfrm>
            <a:off x="6636575" y="3247779"/>
            <a:ext cx="2049900" cy="138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000">
                <a:solidFill>
                  <a:schemeClr val="lt1"/>
                </a:solidFill>
                <a:latin typeface="Playfair Display"/>
                <a:ea typeface="Playfair Display"/>
                <a:cs typeface="Playfair Display"/>
                <a:sym typeface="Playfair Display"/>
              </a:rPr>
              <a:t>Profit and loss analysis worksheet</a:t>
            </a:r>
            <a:endParaRPr sz="1000">
              <a:solidFill>
                <a:schemeClr val="lt1"/>
              </a:solidFill>
              <a:latin typeface="Playfair Display"/>
              <a:ea typeface="Playfair Display"/>
              <a:cs typeface="Playfair Display"/>
              <a:sym typeface="Playfair Display"/>
            </a:endParaRPr>
          </a:p>
        </p:txBody>
      </p:sp>
      <p:grpSp>
        <p:nvGrpSpPr>
          <p:cNvPr id="466" name="Google Shape;466;p75"/>
          <p:cNvGrpSpPr/>
          <p:nvPr/>
        </p:nvGrpSpPr>
        <p:grpSpPr>
          <a:xfrm>
            <a:off x="6999950" y="75700"/>
            <a:ext cx="2057400" cy="1033200"/>
            <a:chOff x="6922975" y="1548525"/>
            <a:chExt cx="2057400" cy="1033200"/>
          </a:xfrm>
        </p:grpSpPr>
        <p:grpSp>
          <p:nvGrpSpPr>
            <p:cNvPr id="467" name="Google Shape;467;p75"/>
            <p:cNvGrpSpPr/>
            <p:nvPr/>
          </p:nvGrpSpPr>
          <p:grpSpPr>
            <a:xfrm>
              <a:off x="6922975" y="1548525"/>
              <a:ext cx="2057400" cy="1033200"/>
              <a:chOff x="6172200" y="152400"/>
              <a:chExt cx="2057400" cy="1033200"/>
            </a:xfrm>
          </p:grpSpPr>
          <p:sp>
            <p:nvSpPr>
              <p:cNvPr id="468" name="Google Shape;468;p75"/>
              <p:cNvSpPr/>
              <p:nvPr/>
            </p:nvSpPr>
            <p:spPr>
              <a:xfrm>
                <a:off x="6172200" y="152400"/>
                <a:ext cx="2057400" cy="1033200"/>
              </a:xfrm>
              <a:prstGeom prst="roundRect">
                <a:avLst>
                  <a:gd name="adj" fmla="val 8292"/>
                </a:avLst>
              </a:prstGeom>
              <a:solidFill>
                <a:srgbClr val="FFFFF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469" name="Google Shape;469;p75"/>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470" name="Google Shape;470;p75"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Customize this slide by adding specific examples or projects that relate to your teaching context to make it more relatable for your audience.</a:t>
              </a:r>
              <a:endParaRPr sz="800">
                <a:latin typeface="Inter" panose="02000503000000020004"/>
                <a:ea typeface="Inter" panose="02000503000000020004"/>
                <a:cs typeface="Inter" panose="02000503000000020004"/>
                <a:sym typeface="Inter" panose="02000503000000020004"/>
              </a:endParaRPr>
            </a:p>
          </p:txBody>
        </p:sp>
        <p:pic>
          <p:nvPicPr>
            <p:cNvPr id="471" name="Google Shape;471;p75"/>
            <p:cNvPicPr preferRelativeResize="0"/>
            <p:nvPr/>
          </p:nvPicPr>
          <p:blipFill>
            <a:blip r:embed="rId1"/>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475" name="Shape 475"/>
        <p:cNvGrpSpPr/>
        <p:nvPr/>
      </p:nvGrpSpPr>
      <p:grpSpPr>
        <a:xfrm>
          <a:off x="0" y="0"/>
          <a:ext cx="0" cy="0"/>
          <a:chOff x="0" y="0"/>
          <a:chExt cx="0" cy="0"/>
        </a:xfrm>
      </p:grpSpPr>
      <p:sp>
        <p:nvSpPr>
          <p:cNvPr id="476" name="Google Shape;476;p76" descr="header_0"/>
          <p:cNvSpPr txBox="1"/>
          <p:nvPr>
            <p:ph type="subTitle" idx="4294967295"/>
          </p:nvPr>
        </p:nvSpPr>
        <p:spPr>
          <a:xfrm>
            <a:off x="458080" y="1201875"/>
            <a:ext cx="2055600" cy="685800"/>
          </a:xfrm>
          <a:prstGeom prst="rect">
            <a:avLst/>
          </a:prstGeom>
        </p:spPr>
        <p:txBody>
          <a:bodyPr spcFirstLastPara="1" wrap="square" lIns="137150" tIns="91425" rIns="91425" bIns="91425" anchor="ctr"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Storytelling</a:t>
            </a:r>
            <a:endParaRPr>
              <a:latin typeface="Figtree SemiBold"/>
              <a:ea typeface="Figtree SemiBold"/>
              <a:cs typeface="Figtree SemiBold"/>
              <a:sym typeface="Figtree SemiBold"/>
            </a:endParaRPr>
          </a:p>
        </p:txBody>
      </p:sp>
      <p:sp>
        <p:nvSpPr>
          <p:cNvPr id="477" name="Google Shape;477;p76" descr="header_1"/>
          <p:cNvSpPr txBox="1"/>
          <p:nvPr>
            <p:ph type="subTitle" idx="4294967295"/>
          </p:nvPr>
        </p:nvSpPr>
        <p:spPr>
          <a:xfrm>
            <a:off x="2513675" y="1201875"/>
            <a:ext cx="2055600" cy="687600"/>
          </a:xfrm>
          <a:prstGeom prst="rect">
            <a:avLst/>
          </a:prstGeom>
        </p:spPr>
        <p:txBody>
          <a:bodyPr spcFirstLastPara="1" wrap="square" lIns="137150" tIns="91425" rIns="91425" bIns="91425" anchor="ctr"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Role Playing</a:t>
            </a:r>
            <a:endParaRPr>
              <a:latin typeface="Figtree SemiBold"/>
              <a:ea typeface="Figtree SemiBold"/>
              <a:cs typeface="Figtree SemiBold"/>
              <a:sym typeface="Figtree SemiBold"/>
            </a:endParaRPr>
          </a:p>
        </p:txBody>
      </p:sp>
      <p:sp>
        <p:nvSpPr>
          <p:cNvPr id="478" name="Google Shape;478;p76" descr="header_2"/>
          <p:cNvSpPr txBox="1"/>
          <p:nvPr>
            <p:ph type="subTitle" idx="4294967295"/>
          </p:nvPr>
        </p:nvSpPr>
        <p:spPr>
          <a:xfrm>
            <a:off x="4572000" y="1203600"/>
            <a:ext cx="2055600" cy="687600"/>
          </a:xfrm>
          <a:prstGeom prst="rect">
            <a:avLst/>
          </a:prstGeom>
        </p:spPr>
        <p:txBody>
          <a:bodyPr spcFirstLastPara="1" wrap="square" lIns="137150" tIns="91425" rIns="91425" bIns="91425" anchor="ctr"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Hands-On Projects</a:t>
            </a:r>
            <a:endParaRPr>
              <a:latin typeface="Figtree SemiBold"/>
              <a:ea typeface="Figtree SemiBold"/>
              <a:cs typeface="Figtree SemiBold"/>
              <a:sym typeface="Figtree SemiBold"/>
            </a:endParaRPr>
          </a:p>
        </p:txBody>
      </p:sp>
      <p:sp>
        <p:nvSpPr>
          <p:cNvPr id="479" name="Google Shape;479;p76" descr="detail_0"/>
          <p:cNvSpPr txBox="1"/>
          <p:nvPr>
            <p:ph type="body" idx="1"/>
          </p:nvPr>
        </p:nvSpPr>
        <p:spPr>
          <a:xfrm>
            <a:off x="457200" y="1885950"/>
            <a:ext cx="2055600" cy="2743200"/>
          </a:xfrm>
          <a:prstGeom prst="rect">
            <a:avLst/>
          </a:prstGeom>
        </p:spPr>
        <p:txBody>
          <a:bodyPr spcFirstLastPara="1" wrap="square" lIns="137150" tIns="137150" rIns="91425" bIns="91425" anchor="t" anchorCtr="0">
            <a:noAutofit/>
          </a:bodyPr>
          <a:lstStyle/>
          <a:p>
            <a:pPr marL="0" lvl="0" indent="0" algn="l" rtl="0">
              <a:lnSpc>
                <a:spcPct val="115000"/>
              </a:lnSpc>
              <a:spcBef>
                <a:spcPts val="0"/>
              </a:spcBef>
              <a:spcAft>
                <a:spcPts val="1000"/>
              </a:spcAft>
              <a:buNone/>
            </a:pPr>
            <a:r>
              <a:rPr lang="en-GB"/>
              <a:t>Use age-appropriate books about entrepreneurs or stories of people who started their own businesses to inspire children.</a:t>
            </a:r>
            <a:endParaRPr sz="1200">
              <a:solidFill>
                <a:schemeClr val="lt1"/>
              </a:solidFill>
            </a:endParaRPr>
          </a:p>
        </p:txBody>
      </p:sp>
      <p:sp>
        <p:nvSpPr>
          <p:cNvPr id="480" name="Google Shape;480;p76" descr="detail_1"/>
          <p:cNvSpPr txBox="1"/>
          <p:nvPr>
            <p:ph type="body" idx="1"/>
          </p:nvPr>
        </p:nvSpPr>
        <p:spPr>
          <a:xfrm>
            <a:off x="2513675" y="1885950"/>
            <a:ext cx="2055600" cy="2743200"/>
          </a:xfrm>
          <a:prstGeom prst="rect">
            <a:avLst/>
          </a:prstGeom>
        </p:spPr>
        <p:txBody>
          <a:bodyPr spcFirstLastPara="1" wrap="square" lIns="137150" tIns="137150" rIns="91425" bIns="91425" anchor="t" anchorCtr="0">
            <a:noAutofit/>
          </a:bodyPr>
          <a:lstStyle/>
          <a:p>
            <a:pPr marL="0" lvl="0" indent="0" algn="l" rtl="0">
              <a:lnSpc>
                <a:spcPct val="115000"/>
              </a:lnSpc>
              <a:spcBef>
                <a:spcPts val="0"/>
              </a:spcBef>
              <a:spcAft>
                <a:spcPts val="1000"/>
              </a:spcAft>
              <a:buNone/>
            </a:pPr>
            <a:r>
              <a:rPr lang="en-GB"/>
              <a:t>Create scenarios where children can act out being entrepreneurs, such as setting up a pretend store or offering a service.</a:t>
            </a:r>
            <a:endParaRPr sz="1200">
              <a:solidFill>
                <a:schemeClr val="lt1"/>
              </a:solidFill>
            </a:endParaRPr>
          </a:p>
        </p:txBody>
      </p:sp>
      <p:sp>
        <p:nvSpPr>
          <p:cNvPr id="481" name="Google Shape;481;p76" descr="detail_2"/>
          <p:cNvSpPr txBox="1"/>
          <p:nvPr>
            <p:ph type="body" idx="1"/>
          </p:nvPr>
        </p:nvSpPr>
        <p:spPr>
          <a:xfrm>
            <a:off x="4572000" y="1887675"/>
            <a:ext cx="2055600" cy="2743200"/>
          </a:xfrm>
          <a:prstGeom prst="rect">
            <a:avLst/>
          </a:prstGeom>
        </p:spPr>
        <p:txBody>
          <a:bodyPr spcFirstLastPara="1" wrap="square" lIns="137150" tIns="137150" rIns="91425" bIns="91425" anchor="t" anchorCtr="0">
            <a:noAutofit/>
          </a:bodyPr>
          <a:lstStyle/>
          <a:p>
            <a:pPr marL="0" lvl="0" indent="0" algn="l" rtl="0">
              <a:lnSpc>
                <a:spcPct val="115000"/>
              </a:lnSpc>
              <a:spcBef>
                <a:spcPts val="0"/>
              </a:spcBef>
              <a:spcAft>
                <a:spcPts val="1000"/>
              </a:spcAft>
              <a:buNone/>
            </a:pPr>
            <a:r>
              <a:rPr lang="en-GB"/>
              <a:t>Encourage children to create simple products or services (like a lemonade stand) to teach them about planning, pricing, and selling.</a:t>
            </a:r>
            <a:endParaRPr sz="1200">
              <a:solidFill>
                <a:schemeClr val="lt1"/>
              </a:solidFill>
            </a:endParaRPr>
          </a:p>
        </p:txBody>
      </p:sp>
      <p:cxnSp>
        <p:nvCxnSpPr>
          <p:cNvPr id="482" name="Google Shape;482;p76"/>
          <p:cNvCxnSpPr/>
          <p:nvPr/>
        </p:nvCxnSpPr>
        <p:spPr>
          <a:xfrm>
            <a:off x="455850" y="1201875"/>
            <a:ext cx="8232300" cy="0"/>
          </a:xfrm>
          <a:prstGeom prst="straightConnector1">
            <a:avLst/>
          </a:prstGeom>
          <a:noFill/>
          <a:ln w="19050" cap="flat" cmpd="sng">
            <a:solidFill>
              <a:schemeClr val="lt1"/>
            </a:solidFill>
            <a:prstDash val="solid"/>
            <a:round/>
            <a:headEnd type="none" w="med" len="med"/>
            <a:tailEnd type="none" w="med" len="med"/>
          </a:ln>
        </p:spPr>
      </p:cxnSp>
      <p:sp>
        <p:nvSpPr>
          <p:cNvPr id="483" name="Google Shape;483;p76" descr="title"/>
          <p:cNvSpPr txBox="1"/>
          <p:nvPr>
            <p:ph type="title"/>
          </p:nvPr>
        </p:nvSpPr>
        <p:spPr>
          <a:xfrm>
            <a:off x="457200" y="514350"/>
            <a:ext cx="8232300" cy="685800"/>
          </a:xfrm>
          <a:prstGeom prst="rect">
            <a:avLst/>
          </a:prstGeom>
        </p:spPr>
        <p:txBody>
          <a:bodyPr spcFirstLastPara="1" wrap="square" lIns="137150" tIns="91425" rIns="91425" bIns="91425" anchor="ctr" anchorCtr="0">
            <a:noAutofit/>
          </a:bodyPr>
          <a:lstStyle/>
          <a:p>
            <a:pPr marL="0" lvl="0" indent="0" algn="l" rtl="0">
              <a:spcBef>
                <a:spcPts val="0"/>
              </a:spcBef>
              <a:spcAft>
                <a:spcPts val="0"/>
              </a:spcAft>
              <a:buNone/>
            </a:pPr>
            <a:r>
              <a:rPr lang="en-GB"/>
              <a:t>Activities for Teaching Entrepreneurship</a:t>
            </a:r>
            <a:endParaRPr>
              <a:solidFill>
                <a:schemeClr val="lt1"/>
              </a:solidFill>
            </a:endParaRPr>
          </a:p>
        </p:txBody>
      </p:sp>
      <p:sp>
        <p:nvSpPr>
          <p:cNvPr id="484" name="Google Shape;484;p76" descr="header_3"/>
          <p:cNvSpPr txBox="1"/>
          <p:nvPr>
            <p:ph type="subTitle" idx="4294967295"/>
          </p:nvPr>
        </p:nvSpPr>
        <p:spPr>
          <a:xfrm>
            <a:off x="6627600" y="1203600"/>
            <a:ext cx="2055600" cy="687600"/>
          </a:xfrm>
          <a:prstGeom prst="rect">
            <a:avLst/>
          </a:prstGeom>
        </p:spPr>
        <p:txBody>
          <a:bodyPr spcFirstLastPara="1" wrap="square" lIns="137150" tIns="91425" rIns="91425" bIns="91425" anchor="ctr" anchorCtr="0">
            <a:noAutofit/>
          </a:bodyPr>
          <a:lstStyle/>
          <a:p>
            <a:pPr marL="0" lvl="0" indent="0" algn="l" rtl="0">
              <a:spcBef>
                <a:spcPts val="0"/>
              </a:spcBef>
              <a:spcAft>
                <a:spcPts val="800"/>
              </a:spcAft>
              <a:buNone/>
            </a:pPr>
            <a:r>
              <a:rPr lang="en-GB">
                <a:latin typeface="Figtree SemiBold"/>
                <a:ea typeface="Figtree SemiBold"/>
                <a:cs typeface="Figtree SemiBold"/>
                <a:sym typeface="Figtree SemiBold"/>
              </a:rPr>
              <a:t>Games and Simulations</a:t>
            </a:r>
            <a:endParaRPr>
              <a:latin typeface="Figtree SemiBold"/>
              <a:ea typeface="Figtree SemiBold"/>
              <a:cs typeface="Figtree SemiBold"/>
              <a:sym typeface="Figtree SemiBold"/>
            </a:endParaRPr>
          </a:p>
        </p:txBody>
      </p:sp>
      <p:sp>
        <p:nvSpPr>
          <p:cNvPr id="485" name="Google Shape;485;p76" descr="detail_3"/>
          <p:cNvSpPr txBox="1"/>
          <p:nvPr>
            <p:ph type="body" idx="1"/>
          </p:nvPr>
        </p:nvSpPr>
        <p:spPr>
          <a:xfrm>
            <a:off x="6627600" y="1887675"/>
            <a:ext cx="2055600" cy="2743200"/>
          </a:xfrm>
          <a:prstGeom prst="rect">
            <a:avLst/>
          </a:prstGeom>
        </p:spPr>
        <p:txBody>
          <a:bodyPr spcFirstLastPara="1" wrap="square" lIns="137150" tIns="137150" rIns="91425" bIns="91425" anchor="t" anchorCtr="0">
            <a:noAutofit/>
          </a:bodyPr>
          <a:lstStyle/>
          <a:p>
            <a:pPr marL="0" lvl="0" indent="0" algn="l" rtl="0">
              <a:lnSpc>
                <a:spcPct val="115000"/>
              </a:lnSpc>
              <a:spcBef>
                <a:spcPts val="0"/>
              </a:spcBef>
              <a:spcAft>
                <a:spcPts val="1000"/>
              </a:spcAft>
              <a:buNone/>
            </a:pPr>
            <a:r>
              <a:rPr lang="en-GB"/>
              <a:t>Use games that incorporate business concepts, like managing resources or making decisions, to make learning fun and interactive.</a:t>
            </a:r>
            <a:endParaRPr sz="1200">
              <a:solidFill>
                <a:schemeClr val="lt1"/>
              </a:solidFill>
            </a:endParaRPr>
          </a:p>
        </p:txBody>
      </p:sp>
      <p:grpSp>
        <p:nvGrpSpPr>
          <p:cNvPr id="486" name="Google Shape;486;p76"/>
          <p:cNvGrpSpPr/>
          <p:nvPr/>
        </p:nvGrpSpPr>
        <p:grpSpPr>
          <a:xfrm>
            <a:off x="6999950" y="75700"/>
            <a:ext cx="2057400" cy="1033200"/>
            <a:chOff x="6922975" y="1548525"/>
            <a:chExt cx="2057400" cy="1033200"/>
          </a:xfrm>
        </p:grpSpPr>
        <p:grpSp>
          <p:nvGrpSpPr>
            <p:cNvPr id="487" name="Google Shape;487;p76"/>
            <p:cNvGrpSpPr/>
            <p:nvPr/>
          </p:nvGrpSpPr>
          <p:grpSpPr>
            <a:xfrm>
              <a:off x="6922975" y="1548525"/>
              <a:ext cx="2057400" cy="1033200"/>
              <a:chOff x="6172200" y="152400"/>
              <a:chExt cx="2057400" cy="1033200"/>
            </a:xfrm>
          </p:grpSpPr>
          <p:sp>
            <p:nvSpPr>
              <p:cNvPr id="488" name="Google Shape;488;p76"/>
              <p:cNvSpPr/>
              <p:nvPr/>
            </p:nvSpPr>
            <p:spPr>
              <a:xfrm>
                <a:off x="6172200" y="152400"/>
                <a:ext cx="2057400" cy="1033200"/>
              </a:xfrm>
              <a:prstGeom prst="roundRect">
                <a:avLst>
                  <a:gd name="adj" fmla="val 8292"/>
                </a:avLst>
              </a:prstGeom>
              <a:solidFill>
                <a:srgbClr val="FFFFFF"/>
              </a:solidFill>
              <a:ln w="9525" cap="flat" cmpd="sng">
                <a:solidFill>
                  <a:srgbClr val="000000"/>
                </a:solidFill>
                <a:prstDash val="solid"/>
                <a:round/>
                <a:headEnd type="none" w="sm" len="sm"/>
                <a:tailEnd type="none" w="sm" len="sm"/>
              </a:ln>
              <a:effectLst>
                <a:outerShdw blurRad="14288" dist="57150" dir="2760000" algn="bl" rotWithShape="0">
                  <a:srgbClr val="000000">
                    <a:alpha val="19000"/>
                  </a:srgbClr>
                </a:outerShdw>
              </a:effectLst>
            </p:spPr>
            <p:txBody>
              <a:bodyPr spcFirstLastPara="1" wrap="square" lIns="0" tIns="457200" rIns="91425" bIns="91425" anchor="t" anchorCtr="0">
                <a:noAutofit/>
              </a:bodyPr>
              <a:lstStyle/>
              <a:p>
                <a:pPr marL="0" lvl="0" indent="0" algn="l" rtl="0">
                  <a:spcBef>
                    <a:spcPts val="0"/>
                  </a:spcBef>
                  <a:spcAft>
                    <a:spcPts val="0"/>
                  </a:spcAft>
                  <a:buClr>
                    <a:srgbClr val="000000"/>
                  </a:buClr>
                  <a:buSzPts val="1100"/>
                  <a:buFont typeface="Arial" panose="020B0604020202090204"/>
                  <a:buNone/>
                </a:pPr>
                <a:endParaRPr sz="900">
                  <a:latin typeface="Inter" panose="02000503000000020004"/>
                  <a:ea typeface="Inter" panose="02000503000000020004"/>
                  <a:cs typeface="Inter" panose="02000503000000020004"/>
                  <a:sym typeface="Inter" panose="02000503000000020004"/>
                </a:endParaRPr>
              </a:p>
            </p:txBody>
          </p:sp>
          <p:sp>
            <p:nvSpPr>
              <p:cNvPr id="489" name="Google Shape;489;p76"/>
              <p:cNvSpPr txBox="1"/>
              <p:nvPr/>
            </p:nvSpPr>
            <p:spPr>
              <a:xfrm>
                <a:off x="6467625" y="224325"/>
                <a:ext cx="1571400" cy="228600"/>
              </a:xfrm>
              <a:prstGeom prst="rect">
                <a:avLst/>
              </a:prstGeom>
              <a:noFill/>
              <a:ln>
                <a:noFill/>
              </a:ln>
            </p:spPr>
            <p:txBody>
              <a:bodyPr spcFirstLastPara="1" wrap="square" lIns="0" tIns="0" rIns="91425" bIns="0" anchor="ctr" anchorCtr="0">
                <a:noAutofit/>
              </a:bodyPr>
              <a:lstStyle/>
              <a:p>
                <a:pPr marL="0" lvl="0" indent="0" algn="l" rtl="0">
                  <a:spcBef>
                    <a:spcPts val="0"/>
                  </a:spcBef>
                  <a:spcAft>
                    <a:spcPts val="0"/>
                  </a:spcAft>
                  <a:buNone/>
                </a:pPr>
                <a:r>
                  <a:rPr lang="en-GB" sz="900" b="1">
                    <a:latin typeface="Inter" panose="02000503000000020004"/>
                    <a:ea typeface="Inter" panose="02000503000000020004"/>
                    <a:cs typeface="Inter" panose="02000503000000020004"/>
                    <a:sym typeface="Inter" panose="02000503000000020004"/>
                  </a:rPr>
                  <a:t>Plus tip:</a:t>
                </a:r>
                <a:endParaRPr sz="900" b="1">
                  <a:latin typeface="Inter" panose="02000503000000020004"/>
                  <a:ea typeface="Inter" panose="02000503000000020004"/>
                  <a:cs typeface="Inter" panose="02000503000000020004"/>
                  <a:sym typeface="Inter" panose="02000503000000020004"/>
                </a:endParaRPr>
              </a:p>
            </p:txBody>
          </p:sp>
        </p:grpSp>
        <p:sp>
          <p:nvSpPr>
            <p:cNvPr id="490" name="Google Shape;490;p76" descr="plus_tip"/>
            <p:cNvSpPr txBox="1"/>
            <p:nvPr/>
          </p:nvSpPr>
          <p:spPr>
            <a:xfrm>
              <a:off x="6922975" y="1784025"/>
              <a:ext cx="2057400" cy="7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latin typeface="Inter" panose="02000503000000020004"/>
                  <a:ea typeface="Inter" panose="02000503000000020004"/>
                  <a:cs typeface="Inter" panose="02000503000000020004"/>
                  <a:sym typeface="Inter" panose="02000503000000020004"/>
                </a:rPr>
                <a:t>Consider customizing the activities based on the age group of the children, ensuring they are engaging and age-appropriate.</a:t>
              </a:r>
              <a:endParaRPr sz="800">
                <a:latin typeface="Inter" panose="02000503000000020004"/>
                <a:ea typeface="Inter" panose="02000503000000020004"/>
                <a:cs typeface="Inter" panose="02000503000000020004"/>
                <a:sym typeface="Inter" panose="02000503000000020004"/>
              </a:endParaRPr>
            </a:p>
          </p:txBody>
        </p:sp>
        <p:pic>
          <p:nvPicPr>
            <p:cNvPr id="491" name="Google Shape;491;p76"/>
            <p:cNvPicPr preferRelativeResize="0"/>
            <p:nvPr/>
          </p:nvPicPr>
          <p:blipFill>
            <a:blip r:embed="rId1"/>
            <a:stretch>
              <a:fillRect/>
            </a:stretch>
          </p:blipFill>
          <p:spPr>
            <a:xfrm>
              <a:off x="7016628" y="1652466"/>
              <a:ext cx="164591" cy="164591"/>
            </a:xfrm>
            <a:prstGeom prst="rect">
              <a:avLst/>
            </a:prstGeom>
            <a:noFill/>
            <a:ln>
              <a:noFill/>
            </a:ln>
          </p:spPr>
        </p:pic>
      </p:gr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495" name="Shape 495"/>
        <p:cNvGrpSpPr/>
        <p:nvPr/>
      </p:nvGrpSpPr>
      <p:grpSpPr>
        <a:xfrm>
          <a:off x="0" y="0"/>
          <a:ext cx="0" cy="0"/>
          <a:chOff x="0" y="0"/>
          <a:chExt cx="0" cy="0"/>
        </a:xfrm>
      </p:grpSpPr>
      <p:sp>
        <p:nvSpPr>
          <p:cNvPr id="496" name="Google Shape;496;p77" descr="title"/>
          <p:cNvSpPr txBox="1"/>
          <p:nvPr>
            <p:ph type="title"/>
          </p:nvPr>
        </p:nvSpPr>
        <p:spPr>
          <a:xfrm>
            <a:off x="457200" y="514350"/>
            <a:ext cx="3429000" cy="685800"/>
          </a:xfrm>
          <a:prstGeom prst="rect">
            <a:avLst/>
          </a:prstGeom>
          <a:ln>
            <a:noFill/>
          </a:ln>
        </p:spPr>
        <p:txBody>
          <a:bodyPr spcFirstLastPara="1" wrap="square" lIns="91425" tIns="91425" rIns="182875" bIns="182875" anchor="ctr" anchorCtr="0">
            <a:noAutofit/>
          </a:bodyPr>
          <a:lstStyle/>
          <a:p>
            <a:pPr marL="0" lvl="0" indent="0" algn="l" rtl="0">
              <a:spcBef>
                <a:spcPts val="400"/>
              </a:spcBef>
              <a:spcAft>
                <a:spcPts val="0"/>
              </a:spcAft>
              <a:buNone/>
            </a:pPr>
            <a:r>
              <a:rPr lang="en-GB"/>
              <a:t>Conclusion</a:t>
            </a:r>
            <a:endParaRPr sz="1800">
              <a:solidFill>
                <a:schemeClr val="lt1"/>
              </a:solidFill>
            </a:endParaRPr>
          </a:p>
        </p:txBody>
      </p:sp>
      <p:sp>
        <p:nvSpPr>
          <p:cNvPr id="497" name="Google Shape;497;p77" descr="detail_0"/>
          <p:cNvSpPr txBox="1"/>
          <p:nvPr>
            <p:ph type="body" idx="1"/>
          </p:nvPr>
        </p:nvSpPr>
        <p:spPr>
          <a:xfrm>
            <a:off x="3886200" y="1200150"/>
            <a:ext cx="4114500" cy="3429000"/>
          </a:xfrm>
          <a:prstGeom prst="rect">
            <a:avLst/>
          </a:prstGeom>
          <a:ln>
            <a:noFill/>
          </a:ln>
        </p:spPr>
        <p:txBody>
          <a:bodyPr spcFirstLastPara="1" wrap="square" lIns="182875" tIns="182875" rIns="182875" bIns="182875" anchor="b" anchorCtr="0">
            <a:noAutofit/>
          </a:bodyPr>
          <a:lstStyle/>
          <a:p>
            <a:pPr marL="0" marR="0" lvl="0" indent="0" algn="l" rtl="0">
              <a:lnSpc>
                <a:spcPct val="115000"/>
              </a:lnSpc>
              <a:spcBef>
                <a:spcPts val="0"/>
              </a:spcBef>
              <a:spcAft>
                <a:spcPts val="0"/>
              </a:spcAft>
              <a:buNone/>
            </a:pPr>
            <a:r>
              <a:rPr lang="en-GB"/>
              <a:t>Understanding entrepreneurship at an early age equips children with essential skills that will serve them throughout their lives.</a:t>
            </a:r>
            <a:endParaRPr lang="en-GB"/>
          </a:p>
          <a:p>
            <a:pPr marL="0" marR="0" lvl="0" indent="0" algn="l" rtl="0">
              <a:lnSpc>
                <a:spcPct val="115000"/>
              </a:lnSpc>
              <a:spcBef>
                <a:spcPts val="1500"/>
              </a:spcBef>
              <a:spcAft>
                <a:spcPts val="0"/>
              </a:spcAft>
              <a:buNone/>
            </a:pPr>
            <a:r>
              <a:rPr lang="en-GB"/>
              <a:t>By fostering creativity, resilience, and critical thinking, teachers can prepare young learners not only to be potential entrepreneurs but also to thrive in an ever-changing world.</a:t>
            </a:r>
            <a:endParaRPr lang="en-GB"/>
          </a:p>
          <a:p>
            <a:pPr marL="0" marR="0" lvl="0" indent="0" algn="l" rtl="0">
              <a:lnSpc>
                <a:spcPct val="115000"/>
              </a:lnSpc>
              <a:spcBef>
                <a:spcPts val="1500"/>
              </a:spcBef>
              <a:spcAft>
                <a:spcPts val="1500"/>
              </a:spcAft>
              <a:buNone/>
            </a:pPr>
            <a:r>
              <a:rPr lang="en-GB"/>
              <a:t>Encouraging entrepreneurial thinking helps children develop a proactive mindset, laying the foundation for future success in any field they choose.</a:t>
            </a:r>
            <a:endParaRPr lang="en-GB"/>
          </a:p>
        </p:txBody>
      </p:sp>
      <p:pic>
        <p:nvPicPr>
          <p:cNvPr id="1" name="Picture 0" descr="ent conclusion"/>
          <p:cNvPicPr>
            <a:picLocks noChangeAspect="1"/>
          </p:cNvPicPr>
          <p:nvPr/>
        </p:nvPicPr>
        <p:blipFill>
          <a:blip r:embed="rId1"/>
          <a:stretch>
            <a:fillRect/>
          </a:stretch>
        </p:blipFill>
        <p:spPr>
          <a:xfrm>
            <a:off x="495300" y="1875155"/>
            <a:ext cx="3614420" cy="2193925"/>
          </a:xfrm>
          <a:prstGeom prst="rect">
            <a:avLst/>
          </a:prstGeom>
        </p:spPr>
      </p:pic>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501" name="Shape 501"/>
        <p:cNvGrpSpPr/>
        <p:nvPr/>
      </p:nvGrpSpPr>
      <p:grpSpPr>
        <a:xfrm>
          <a:off x="0" y="0"/>
          <a:ext cx="0" cy="0"/>
          <a:chOff x="0" y="0"/>
          <a:chExt cx="0" cy="0"/>
        </a:xfrm>
      </p:grpSpPr>
      <p:pic>
        <p:nvPicPr>
          <p:cNvPr id="4" name="Picture 3" descr="Inspiration"/>
          <p:cNvPicPr>
            <a:picLocks noChangeAspect="1"/>
          </p:cNvPicPr>
          <p:nvPr/>
        </p:nvPicPr>
        <p:blipFill>
          <a:blip r:embed="rId1"/>
          <a:stretch>
            <a:fillRect/>
          </a:stretch>
        </p:blipFill>
        <p:spPr>
          <a:xfrm>
            <a:off x="-635" y="-5715"/>
            <a:ext cx="9145270" cy="3766185"/>
          </a:xfrm>
          <a:prstGeom prst="rect">
            <a:avLst/>
          </a:prstGeom>
        </p:spPr>
      </p:pic>
      <p:sp>
        <p:nvSpPr>
          <p:cNvPr id="11" name="Text Box 10"/>
          <p:cNvSpPr txBox="1"/>
          <p:nvPr/>
        </p:nvSpPr>
        <p:spPr>
          <a:xfrm>
            <a:off x="384810" y="3772376"/>
            <a:ext cx="8222456" cy="737235"/>
          </a:xfrm>
          <a:prstGeom prst="rect">
            <a:avLst/>
          </a:prstGeom>
          <a:noFill/>
        </p:spPr>
        <p:txBody>
          <a:bodyPr wrap="square" rtlCol="0">
            <a:spAutoFit/>
          </a:bodyPr>
          <a:p>
            <a:pPr algn="just"/>
            <a:r>
              <a:rPr lang="en-US">
                <a:solidFill>
                  <a:schemeClr val="tx1"/>
                </a:solidFill>
                <a:latin typeface="Outfit" charset="0"/>
                <a:cs typeface="Outfit" charset="0"/>
              </a:rPr>
              <a:t>MySkool is an inspiration for schools, teachers, parents and students to excel in life. It is a message that ‘good is always appreciated.’ It is a push towards self motivation, an opportunity to see how others are growing and a chance to appreciate fellow human beings.</a:t>
            </a:r>
            <a:endParaRPr lang="en-US">
              <a:solidFill>
                <a:schemeClr val="tx1"/>
              </a:solidFill>
              <a:latin typeface="Outfit" charset="0"/>
              <a:cs typeface="Outfit" charset="0"/>
            </a:endParaRPr>
          </a:p>
        </p:txBody>
      </p:sp>
      <p:pic>
        <p:nvPicPr>
          <p:cNvPr id="3" name="Picture 2" descr="pixelcut-export (1)"/>
          <p:cNvPicPr>
            <a:picLocks noChangeAspect="1"/>
          </p:cNvPicPr>
          <p:nvPr/>
        </p:nvPicPr>
        <p:blipFill>
          <a:blip r:embed="rId2"/>
          <a:srcRect t="22967" b="48563"/>
          <a:stretch>
            <a:fillRect/>
          </a:stretch>
        </p:blipFill>
        <p:spPr>
          <a:xfrm>
            <a:off x="6649720" y="4364990"/>
            <a:ext cx="2733040" cy="77851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eascape">
  <a:themeElements>
    <a:clrScheme name="Custom">
      <a:dk1>
        <a:srgbClr val="CDDEE8"/>
      </a:dk1>
      <a:lt1>
        <a:srgbClr val="1B0F0F"/>
      </a:lt1>
      <a:dk2>
        <a:srgbClr val="3E617F"/>
      </a:dk2>
      <a:lt2>
        <a:srgbClr val="9DADB9"/>
      </a:lt2>
      <a:accent1>
        <a:srgbClr val="3E617F"/>
      </a:accent1>
      <a:accent2>
        <a:srgbClr val="DABDA1"/>
      </a:accent2>
      <a:accent3>
        <a:srgbClr val="FF7958"/>
      </a:accent3>
      <a:accent4>
        <a:srgbClr val="CDDEE8"/>
      </a:accent4>
      <a:accent5>
        <a:srgbClr val="9DADB9"/>
      </a:accent5>
      <a:accent6>
        <a:srgbClr val="9DADB9"/>
      </a:accent6>
      <a:hlink>
        <a:srgbClr val="FF79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11014</Words>
  <Application>WPS Writer</Application>
  <PresentationFormat/>
  <Paragraphs>269</Paragraphs>
  <Slides>17</Slides>
  <Notes>0</Notes>
  <HiddenSlides>0</HiddenSlides>
  <MMClips>0</MMClips>
  <ScaleCrop>false</ScaleCrop>
  <HeadingPairs>
    <vt:vector size="6" baseType="variant">
      <vt:variant>
        <vt:lpstr>已用的字体</vt:lpstr>
      </vt:variant>
      <vt:variant>
        <vt:i4>19</vt:i4>
      </vt:variant>
      <vt:variant>
        <vt:lpstr>主题</vt:lpstr>
      </vt:variant>
      <vt:variant>
        <vt:i4>2</vt:i4>
      </vt:variant>
      <vt:variant>
        <vt:lpstr>幻灯片标题</vt:lpstr>
      </vt:variant>
      <vt:variant>
        <vt:i4>17</vt:i4>
      </vt:variant>
    </vt:vector>
  </HeadingPairs>
  <TitlesOfParts>
    <vt:vector size="38" baseType="lpstr">
      <vt:lpstr>Arial</vt:lpstr>
      <vt:lpstr>SimSun</vt:lpstr>
      <vt:lpstr>Wingdings</vt:lpstr>
      <vt:lpstr>Arial</vt:lpstr>
      <vt:lpstr>Figtree SemiBold</vt:lpstr>
      <vt:lpstr>Playfair Display</vt:lpstr>
      <vt:lpstr>Helvetica Neue</vt:lpstr>
      <vt:lpstr>Inter Medium</vt:lpstr>
      <vt:lpstr>Inter</vt:lpstr>
      <vt:lpstr>Microsoft YaHei</vt:lpstr>
      <vt:lpstr>汉仪旗黑</vt:lpstr>
      <vt:lpstr>Arial Unicode MS</vt:lpstr>
      <vt:lpstr>Hanken Grotesk</vt:lpstr>
      <vt:lpstr>Heiti SC Medium</vt:lpstr>
      <vt:lpstr>Calibri</vt:lpstr>
      <vt:lpstr>Helvetica Neue</vt:lpstr>
      <vt:lpstr>Thonburi</vt:lpstr>
      <vt:lpstr>Outfit</vt:lpstr>
      <vt:lpstr>苹方-简</vt:lpstr>
      <vt:lpstr>Simple Light</vt:lpstr>
      <vt:lpstr>Seascape</vt:lpstr>
      <vt:lpstr>Introduction to Entrepreneurship Education</vt:lpstr>
      <vt:lpstr>PowerPoint 演示文稿</vt:lpstr>
      <vt:lpstr>Agenda</vt:lpstr>
      <vt:lpstr>Introduction to Entrepreneurship Education</vt:lpstr>
      <vt:lpstr>What is Entrepreneurship?</vt:lpstr>
      <vt:lpstr>Key Components of Entrepreneurship</vt:lpstr>
      <vt:lpstr>Benefits of Teaching Entrepreneurship to Young Children</vt:lpstr>
      <vt:lpstr>Encouraging Creativity and Innovation</vt:lpstr>
      <vt:lpstr>Developing Critical Life Skills</vt:lpstr>
      <vt:lpstr>Building Confidence and Resilience</vt:lpstr>
      <vt:lpstr>Promoting Collaboration and Teamwork</vt:lpstr>
      <vt:lpstr>Encouraging a Positive Attitude Towards Failure</vt:lpstr>
      <vt:lpstr>Connection to Real World Contexts</vt:lpstr>
      <vt:lpstr>Introducing Entrepreneurship Concepts to Young Children</vt:lpstr>
      <vt:lpstr>Activities for Teaching Entrepreneurship</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Entrepreneurship Education</dc:title>
  <dc:creator/>
  <cp:lastModifiedBy>apple</cp:lastModifiedBy>
  <cp:revision>1</cp:revision>
  <dcterms:created xsi:type="dcterms:W3CDTF">2024-11-03T12:38:21Z</dcterms:created>
  <dcterms:modified xsi:type="dcterms:W3CDTF">2024-11-03T12:38:21Z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6AC25D484DA05F45BC6E27679458BC29_43</vt:lpwstr>
  </property>
  <property fmtid="{D5CDD505-2E9C-101B-9397-08002B2CF9AE}" pid="3" name="KSOProductBuildVer">
    <vt:lpwstr>1033-6.10.1.8203</vt:lpwstr>
  </property>
</Properties>
</file>