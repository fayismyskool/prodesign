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68" r:id="rId6"/>
    <p:sldId id="257" r:id="rId7"/>
    <p:sldId id="258" r:id="rId8"/>
    <p:sldId id="259" r:id="rId9"/>
    <p:sldId id="260" r:id="rId10"/>
    <p:sldId id="261" r:id="rId11"/>
    <p:sldId id="262" r:id="rId12"/>
    <p:sldId id="263" r:id="rId13"/>
    <p:sldId id="264" r:id="rId14"/>
    <p:sldId id="265" r:id="rId15"/>
    <p:sldId id="266" r:id="rId16"/>
    <p:sldId id="269" r:id="rId17"/>
  </p:sldIdLst>
  <p:sldSz cx="9144000" cy="5143500"/>
  <p:notesSz cx="6858000" cy="9144000"/>
  <p:embeddedFontLst>
    <p:embeddedFont>
      <p:font typeface="Helvetica Neue" panose="020B0604020202020204"/>
      <p:regular r:id="rId21"/>
    </p:embeddedFont>
    <p:embeddedFont>
      <p:font typeface="Inter Medium" panose="02000503000000020004"/>
      <p:regular r:id="rId22"/>
    </p:embeddedFont>
    <p:embeddedFont>
      <p:font typeface="Inter" panose="02000503000000020004"/>
      <p:regular r:id="rId23"/>
    </p:embeddedFont>
    <p:embeddedFont>
      <p:font typeface="Calibri" panose="020F0502020204030204"/>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68"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68"/>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9" name="Shape 139"/>
        <p:cNvGrpSpPr/>
        <p:nvPr/>
      </p:nvGrpSpPr>
      <p:grpSpPr>
        <a:xfrm>
          <a:off x="0" y="0"/>
          <a:ext cx="0" cy="0"/>
          <a:chOff x="0" y="0"/>
          <a:chExt cx="0" cy="0"/>
        </a:xfrm>
      </p:grpSpPr>
      <p:sp>
        <p:nvSpPr>
          <p:cNvPr id="140" name="Google Shape;140;SLIDES_API1952447519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SLIDES_API1952447519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SLIDES_API618050623_27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8" name="Google Shape;118;SLIDES_API618050623_277: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5" name="Shape 145"/>
        <p:cNvGrpSpPr/>
        <p:nvPr/>
      </p:nvGrpSpPr>
      <p:grpSpPr>
        <a:xfrm>
          <a:off x="0" y="0"/>
          <a:ext cx="0" cy="0"/>
          <a:chOff x="0" y="0"/>
          <a:chExt cx="0" cy="0"/>
        </a:xfrm>
      </p:grpSpPr>
      <p:sp>
        <p:nvSpPr>
          <p:cNvPr id="146" name="Google Shape;146;SLIDES_API1952447519_9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SLIDES_API1952447519_9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9" name="Shape 159"/>
        <p:cNvGrpSpPr/>
        <p:nvPr/>
      </p:nvGrpSpPr>
      <p:grpSpPr>
        <a:xfrm>
          <a:off x="0" y="0"/>
          <a:ext cx="0" cy="0"/>
          <a:chOff x="0" y="0"/>
          <a:chExt cx="0" cy="0"/>
        </a:xfrm>
      </p:grpSpPr>
      <p:sp>
        <p:nvSpPr>
          <p:cNvPr id="160" name="Google Shape;160;SLIDES_API1952447519_19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SLIDES_API1952447519_19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4" name="Shape 174"/>
        <p:cNvGrpSpPr/>
        <p:nvPr/>
      </p:nvGrpSpPr>
      <p:grpSpPr>
        <a:xfrm>
          <a:off x="0" y="0"/>
          <a:ext cx="0" cy="0"/>
          <a:chOff x="0" y="0"/>
          <a:chExt cx="0" cy="0"/>
        </a:xfrm>
      </p:grpSpPr>
      <p:sp>
        <p:nvSpPr>
          <p:cNvPr id="175" name="Google Shape;175;SLIDES_API1952447519_30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SLIDES_API1952447519_30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2" name="Shape 202"/>
        <p:cNvGrpSpPr/>
        <p:nvPr/>
      </p:nvGrpSpPr>
      <p:grpSpPr>
        <a:xfrm>
          <a:off x="0" y="0"/>
          <a:ext cx="0" cy="0"/>
          <a:chOff x="0" y="0"/>
          <a:chExt cx="0" cy="0"/>
        </a:xfrm>
      </p:grpSpPr>
      <p:sp>
        <p:nvSpPr>
          <p:cNvPr id="203" name="Google Shape;203;SLIDES_API1952447519_42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SLIDES_API1952447519_42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0" name="Shape 230"/>
        <p:cNvGrpSpPr/>
        <p:nvPr/>
      </p:nvGrpSpPr>
      <p:grpSpPr>
        <a:xfrm>
          <a:off x="0" y="0"/>
          <a:ext cx="0" cy="0"/>
          <a:chOff x="0" y="0"/>
          <a:chExt cx="0" cy="0"/>
        </a:xfrm>
      </p:grpSpPr>
      <p:sp>
        <p:nvSpPr>
          <p:cNvPr id="231" name="Google Shape;231;SLIDES_API1952447519_53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SLIDES_API1952447519_53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5" name="Shape 255"/>
        <p:cNvGrpSpPr/>
        <p:nvPr/>
      </p:nvGrpSpPr>
      <p:grpSpPr>
        <a:xfrm>
          <a:off x="0" y="0"/>
          <a:ext cx="0" cy="0"/>
          <a:chOff x="0" y="0"/>
          <a:chExt cx="0" cy="0"/>
        </a:xfrm>
      </p:grpSpPr>
      <p:sp>
        <p:nvSpPr>
          <p:cNvPr id="256" name="Google Shape;256;SLIDES_API1952447519_65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SLIDES_API1952447519_65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0" name="Shape 280"/>
        <p:cNvGrpSpPr/>
        <p:nvPr/>
      </p:nvGrpSpPr>
      <p:grpSpPr>
        <a:xfrm>
          <a:off x="0" y="0"/>
          <a:ext cx="0" cy="0"/>
          <a:chOff x="0" y="0"/>
          <a:chExt cx="0" cy="0"/>
        </a:xfrm>
      </p:grpSpPr>
      <p:sp>
        <p:nvSpPr>
          <p:cNvPr id="281" name="Google Shape;281;SLIDES_API1952447519_76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SLIDES_API1952447519_76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5" name="Shape 305"/>
        <p:cNvGrpSpPr/>
        <p:nvPr/>
      </p:nvGrpSpPr>
      <p:grpSpPr>
        <a:xfrm>
          <a:off x="0" y="0"/>
          <a:ext cx="0" cy="0"/>
          <a:chOff x="0" y="0"/>
          <a:chExt cx="0" cy="0"/>
        </a:xfrm>
      </p:grpSpPr>
      <p:sp>
        <p:nvSpPr>
          <p:cNvPr id="306" name="Google Shape;306;SLIDES_API1952447519_87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SLIDES_API1952447519_87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3" name="Shape 333"/>
        <p:cNvGrpSpPr/>
        <p:nvPr/>
      </p:nvGrpSpPr>
      <p:grpSpPr>
        <a:xfrm>
          <a:off x="0" y="0"/>
          <a:ext cx="0" cy="0"/>
          <a:chOff x="0" y="0"/>
          <a:chExt cx="0" cy="0"/>
        </a:xfrm>
      </p:grpSpPr>
      <p:sp>
        <p:nvSpPr>
          <p:cNvPr id="334" name="Google Shape;334;SLIDES_API1952447519_99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SLIDES_API1952447519_99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4" name="Shape 344"/>
        <p:cNvGrpSpPr/>
        <p:nvPr/>
      </p:nvGrpSpPr>
      <p:grpSpPr>
        <a:xfrm>
          <a:off x="0" y="0"/>
          <a:ext cx="0" cy="0"/>
          <a:chOff x="0" y="0"/>
          <a:chExt cx="0" cy="0"/>
        </a:xfrm>
      </p:grpSpPr>
      <p:sp>
        <p:nvSpPr>
          <p:cNvPr id="345" name="Google Shape;345;SLIDES_API1952447519_109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SLIDES_API1952447519_109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Graphic Sans">
  <p:cSld name="TITLE">
    <p:bg>
      <p:bgPr>
        <a:solidFill>
          <a:schemeClr val="dk1"/>
        </a:solidFill>
        <a:effectLst/>
      </p:bgPr>
    </p:bg>
    <p:spTree>
      <p:nvGrpSpPr>
        <p:cNvPr id="54" name="Shape 54"/>
        <p:cNvGrpSpPr/>
        <p:nvPr/>
      </p:nvGrpSpPr>
      <p:grpSpPr>
        <a:xfrm>
          <a:off x="0" y="0"/>
          <a:ext cx="0" cy="0"/>
          <a:chOff x="0" y="0"/>
          <a:chExt cx="0" cy="0"/>
        </a:xfrm>
      </p:grpSpPr>
      <p:sp>
        <p:nvSpPr>
          <p:cNvPr id="55" name="Google Shape;55;p14"/>
          <p:cNvSpPr txBox="1"/>
          <p:nvPr>
            <p:ph type="ctrTitle"/>
          </p:nvPr>
        </p:nvSpPr>
        <p:spPr>
          <a:xfrm>
            <a:off x="570225" y="1545450"/>
            <a:ext cx="5601900" cy="2052600"/>
          </a:xfrm>
          <a:prstGeom prst="rect">
            <a:avLst/>
          </a:prstGeom>
        </p:spPr>
        <p:txBody>
          <a:bodyPr spcFirstLastPara="1" wrap="square" lIns="0" tIns="91425" rIns="0" bIns="91425" anchor="ctr" anchorCtr="0">
            <a:normAutofit/>
          </a:bodyPr>
          <a:lstStyle>
            <a:lvl1pPr lvl="0">
              <a:lnSpc>
                <a:spcPct val="75000"/>
              </a:lnSpc>
              <a:spcBef>
                <a:spcPts val="0"/>
              </a:spcBef>
              <a:spcAft>
                <a:spcPts val="0"/>
              </a:spcAft>
              <a:buClr>
                <a:schemeClr val="lt1"/>
              </a:buClr>
              <a:buSzPts val="5200"/>
              <a:buNone/>
              <a:defRPr sz="5200">
                <a:solidFill>
                  <a:schemeClr val="lt1"/>
                </a:solidFill>
              </a:defRPr>
            </a:lvl1pPr>
            <a:lvl2pPr lvl="1">
              <a:lnSpc>
                <a:spcPct val="75000"/>
              </a:lnSpc>
              <a:spcBef>
                <a:spcPts val="0"/>
              </a:spcBef>
              <a:spcAft>
                <a:spcPts val="0"/>
              </a:spcAft>
              <a:buClr>
                <a:schemeClr val="lt1"/>
              </a:buClr>
              <a:buSzPts val="5200"/>
              <a:buNone/>
              <a:defRPr sz="5200">
                <a:solidFill>
                  <a:schemeClr val="lt1"/>
                </a:solidFill>
              </a:defRPr>
            </a:lvl2pPr>
            <a:lvl3pPr lvl="2">
              <a:lnSpc>
                <a:spcPct val="75000"/>
              </a:lnSpc>
              <a:spcBef>
                <a:spcPts val="0"/>
              </a:spcBef>
              <a:spcAft>
                <a:spcPts val="0"/>
              </a:spcAft>
              <a:buClr>
                <a:schemeClr val="lt1"/>
              </a:buClr>
              <a:buSzPts val="5200"/>
              <a:buNone/>
              <a:defRPr sz="5200">
                <a:solidFill>
                  <a:schemeClr val="lt1"/>
                </a:solidFill>
              </a:defRPr>
            </a:lvl3pPr>
            <a:lvl4pPr lvl="3">
              <a:lnSpc>
                <a:spcPct val="75000"/>
              </a:lnSpc>
              <a:spcBef>
                <a:spcPts val="0"/>
              </a:spcBef>
              <a:spcAft>
                <a:spcPts val="0"/>
              </a:spcAft>
              <a:buClr>
                <a:schemeClr val="lt1"/>
              </a:buClr>
              <a:buSzPts val="5200"/>
              <a:buNone/>
              <a:defRPr sz="5200">
                <a:solidFill>
                  <a:schemeClr val="lt1"/>
                </a:solidFill>
              </a:defRPr>
            </a:lvl4pPr>
            <a:lvl5pPr lvl="4">
              <a:lnSpc>
                <a:spcPct val="75000"/>
              </a:lnSpc>
              <a:spcBef>
                <a:spcPts val="0"/>
              </a:spcBef>
              <a:spcAft>
                <a:spcPts val="0"/>
              </a:spcAft>
              <a:buClr>
                <a:schemeClr val="lt1"/>
              </a:buClr>
              <a:buSzPts val="5200"/>
              <a:buNone/>
              <a:defRPr sz="5200">
                <a:solidFill>
                  <a:schemeClr val="lt1"/>
                </a:solidFill>
              </a:defRPr>
            </a:lvl5pPr>
            <a:lvl6pPr lvl="5">
              <a:lnSpc>
                <a:spcPct val="75000"/>
              </a:lnSpc>
              <a:spcBef>
                <a:spcPts val="0"/>
              </a:spcBef>
              <a:spcAft>
                <a:spcPts val="0"/>
              </a:spcAft>
              <a:buClr>
                <a:schemeClr val="lt1"/>
              </a:buClr>
              <a:buSzPts val="5200"/>
              <a:buNone/>
              <a:defRPr sz="5200">
                <a:solidFill>
                  <a:schemeClr val="lt1"/>
                </a:solidFill>
              </a:defRPr>
            </a:lvl6pPr>
            <a:lvl7pPr lvl="6">
              <a:lnSpc>
                <a:spcPct val="75000"/>
              </a:lnSpc>
              <a:spcBef>
                <a:spcPts val="0"/>
              </a:spcBef>
              <a:spcAft>
                <a:spcPts val="0"/>
              </a:spcAft>
              <a:buClr>
                <a:schemeClr val="lt1"/>
              </a:buClr>
              <a:buSzPts val="5200"/>
              <a:buNone/>
              <a:defRPr sz="5200">
                <a:solidFill>
                  <a:schemeClr val="lt1"/>
                </a:solidFill>
              </a:defRPr>
            </a:lvl7pPr>
            <a:lvl8pPr lvl="7">
              <a:lnSpc>
                <a:spcPct val="75000"/>
              </a:lnSpc>
              <a:spcBef>
                <a:spcPts val="0"/>
              </a:spcBef>
              <a:spcAft>
                <a:spcPts val="0"/>
              </a:spcAft>
              <a:buClr>
                <a:schemeClr val="lt1"/>
              </a:buClr>
              <a:buSzPts val="5200"/>
              <a:buNone/>
              <a:defRPr sz="5200">
                <a:solidFill>
                  <a:schemeClr val="lt1"/>
                </a:solidFill>
              </a:defRPr>
            </a:lvl8pPr>
            <a:lvl9pPr lvl="8">
              <a:lnSpc>
                <a:spcPct val="75000"/>
              </a:lnSpc>
              <a:spcBef>
                <a:spcPts val="0"/>
              </a:spcBef>
              <a:spcAft>
                <a:spcPts val="0"/>
              </a:spcAft>
              <a:buClr>
                <a:schemeClr val="lt1"/>
              </a:buClr>
              <a:buSzPts val="5200"/>
              <a:buNone/>
              <a:defRPr sz="5200">
                <a:solidFill>
                  <a:schemeClr val="lt1"/>
                </a:solidFill>
              </a:defRPr>
            </a:lvl9pPr>
          </a:lstStyle>
          <a:p/>
        </p:txBody>
      </p:sp>
      <p:sp>
        <p:nvSpPr>
          <p:cNvPr id="56" name="Google Shape;56;p14"/>
          <p:cNvSpPr txBox="1"/>
          <p:nvPr>
            <p:ph type="subTitle" idx="1"/>
          </p:nvPr>
        </p:nvSpPr>
        <p:spPr>
          <a:xfrm>
            <a:off x="914400" y="4120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lt1"/>
              </a:buClr>
              <a:buSzPts val="1400"/>
              <a:buFont typeface="Inter Medium" panose="02000503000000020004"/>
              <a:buNone/>
              <a:defRPr>
                <a:solidFill>
                  <a:schemeClr val="lt1"/>
                </a:solidFill>
                <a:latin typeface="Inter Medium" panose="02000503000000020004"/>
                <a:ea typeface="Inter Medium" panose="02000503000000020004"/>
                <a:cs typeface="Inter Medium" panose="02000503000000020004"/>
                <a:sym typeface="Inter Medium" panose="02000503000000020004"/>
              </a:defRPr>
            </a:lvl1pPr>
            <a:lvl2pPr lvl="1">
              <a:lnSpc>
                <a:spcPct val="100000"/>
              </a:lnSpc>
              <a:spcBef>
                <a:spcPts val="0"/>
              </a:spcBef>
              <a:spcAft>
                <a:spcPts val="0"/>
              </a:spcAft>
              <a:buClr>
                <a:schemeClr val="lt1"/>
              </a:buClr>
              <a:buSzPts val="1800"/>
              <a:buFont typeface="Inter Medium" panose="02000503000000020004"/>
              <a:buNone/>
              <a:defRPr sz="1800">
                <a:solidFill>
                  <a:schemeClr val="lt1"/>
                </a:solidFill>
                <a:latin typeface="Inter Medium" panose="02000503000000020004"/>
                <a:ea typeface="Inter Medium" panose="02000503000000020004"/>
                <a:cs typeface="Inter Medium" panose="02000503000000020004"/>
                <a:sym typeface="Inter Medium" panose="02000503000000020004"/>
              </a:defRPr>
            </a:lvl2pPr>
            <a:lvl3pPr lvl="2">
              <a:lnSpc>
                <a:spcPct val="100000"/>
              </a:lnSpc>
              <a:spcBef>
                <a:spcPts val="0"/>
              </a:spcBef>
              <a:spcAft>
                <a:spcPts val="0"/>
              </a:spcAft>
              <a:buClr>
                <a:schemeClr val="lt1"/>
              </a:buClr>
              <a:buSzPts val="1800"/>
              <a:buFont typeface="Inter Medium" panose="02000503000000020004"/>
              <a:buNone/>
              <a:defRPr sz="1800">
                <a:solidFill>
                  <a:schemeClr val="lt1"/>
                </a:solidFill>
                <a:latin typeface="Inter Medium" panose="02000503000000020004"/>
                <a:ea typeface="Inter Medium" panose="02000503000000020004"/>
                <a:cs typeface="Inter Medium" panose="02000503000000020004"/>
                <a:sym typeface="Inter Medium" panose="02000503000000020004"/>
              </a:defRPr>
            </a:lvl3pPr>
            <a:lvl4pPr lvl="3">
              <a:lnSpc>
                <a:spcPct val="100000"/>
              </a:lnSpc>
              <a:spcBef>
                <a:spcPts val="0"/>
              </a:spcBef>
              <a:spcAft>
                <a:spcPts val="0"/>
              </a:spcAft>
              <a:buClr>
                <a:schemeClr val="lt1"/>
              </a:buClr>
              <a:buSzPts val="1800"/>
              <a:buFont typeface="Inter Medium" panose="02000503000000020004"/>
              <a:buNone/>
              <a:defRPr sz="1800">
                <a:solidFill>
                  <a:schemeClr val="lt1"/>
                </a:solidFill>
                <a:latin typeface="Inter Medium" panose="02000503000000020004"/>
                <a:ea typeface="Inter Medium" panose="02000503000000020004"/>
                <a:cs typeface="Inter Medium" panose="02000503000000020004"/>
                <a:sym typeface="Inter Medium" panose="02000503000000020004"/>
              </a:defRPr>
            </a:lvl4pPr>
            <a:lvl5pPr lvl="4">
              <a:lnSpc>
                <a:spcPct val="100000"/>
              </a:lnSpc>
              <a:spcBef>
                <a:spcPts val="0"/>
              </a:spcBef>
              <a:spcAft>
                <a:spcPts val="0"/>
              </a:spcAft>
              <a:buClr>
                <a:schemeClr val="lt1"/>
              </a:buClr>
              <a:buSzPts val="1800"/>
              <a:buFont typeface="Inter Medium" panose="02000503000000020004"/>
              <a:buNone/>
              <a:defRPr sz="1800">
                <a:solidFill>
                  <a:schemeClr val="lt1"/>
                </a:solidFill>
                <a:latin typeface="Inter Medium" panose="02000503000000020004"/>
                <a:ea typeface="Inter Medium" panose="02000503000000020004"/>
                <a:cs typeface="Inter Medium" panose="02000503000000020004"/>
                <a:sym typeface="Inter Medium" panose="02000503000000020004"/>
              </a:defRPr>
            </a:lvl5pPr>
            <a:lvl6pPr lvl="5">
              <a:lnSpc>
                <a:spcPct val="100000"/>
              </a:lnSpc>
              <a:spcBef>
                <a:spcPts val="0"/>
              </a:spcBef>
              <a:spcAft>
                <a:spcPts val="0"/>
              </a:spcAft>
              <a:buClr>
                <a:schemeClr val="lt1"/>
              </a:buClr>
              <a:buSzPts val="1800"/>
              <a:buFont typeface="Inter Medium" panose="02000503000000020004"/>
              <a:buNone/>
              <a:defRPr sz="1800">
                <a:solidFill>
                  <a:schemeClr val="lt1"/>
                </a:solidFill>
                <a:latin typeface="Inter Medium" panose="02000503000000020004"/>
                <a:ea typeface="Inter Medium" panose="02000503000000020004"/>
                <a:cs typeface="Inter Medium" panose="02000503000000020004"/>
                <a:sym typeface="Inter Medium" panose="02000503000000020004"/>
              </a:defRPr>
            </a:lvl6pPr>
            <a:lvl7pPr lvl="6">
              <a:lnSpc>
                <a:spcPct val="100000"/>
              </a:lnSpc>
              <a:spcBef>
                <a:spcPts val="0"/>
              </a:spcBef>
              <a:spcAft>
                <a:spcPts val="0"/>
              </a:spcAft>
              <a:buClr>
                <a:schemeClr val="lt1"/>
              </a:buClr>
              <a:buSzPts val="1800"/>
              <a:buFont typeface="Inter Medium" panose="02000503000000020004"/>
              <a:buNone/>
              <a:defRPr sz="1800">
                <a:solidFill>
                  <a:schemeClr val="lt1"/>
                </a:solidFill>
                <a:latin typeface="Inter Medium" panose="02000503000000020004"/>
                <a:ea typeface="Inter Medium" panose="02000503000000020004"/>
                <a:cs typeface="Inter Medium" panose="02000503000000020004"/>
                <a:sym typeface="Inter Medium" panose="02000503000000020004"/>
              </a:defRPr>
            </a:lvl7pPr>
            <a:lvl8pPr lvl="7">
              <a:lnSpc>
                <a:spcPct val="100000"/>
              </a:lnSpc>
              <a:spcBef>
                <a:spcPts val="0"/>
              </a:spcBef>
              <a:spcAft>
                <a:spcPts val="0"/>
              </a:spcAft>
              <a:buClr>
                <a:schemeClr val="lt1"/>
              </a:buClr>
              <a:buSzPts val="1800"/>
              <a:buFont typeface="Inter Medium" panose="02000503000000020004"/>
              <a:buNone/>
              <a:defRPr sz="1800">
                <a:solidFill>
                  <a:schemeClr val="lt1"/>
                </a:solidFill>
                <a:latin typeface="Inter Medium" panose="02000503000000020004"/>
                <a:ea typeface="Inter Medium" panose="02000503000000020004"/>
                <a:cs typeface="Inter Medium" panose="02000503000000020004"/>
                <a:sym typeface="Inter Medium" panose="02000503000000020004"/>
              </a:defRPr>
            </a:lvl8pPr>
            <a:lvl9pPr lvl="8">
              <a:lnSpc>
                <a:spcPct val="100000"/>
              </a:lnSpc>
              <a:spcBef>
                <a:spcPts val="0"/>
              </a:spcBef>
              <a:spcAft>
                <a:spcPts val="0"/>
              </a:spcAft>
              <a:buClr>
                <a:schemeClr val="lt1"/>
              </a:buClr>
              <a:buSzPts val="1800"/>
              <a:buFont typeface="Inter Medium" panose="02000503000000020004"/>
              <a:buNone/>
              <a:defRPr sz="1800">
                <a:solidFill>
                  <a:schemeClr val="lt1"/>
                </a:solidFill>
                <a:latin typeface="Inter Medium" panose="02000503000000020004"/>
                <a:ea typeface="Inter Medium" panose="02000503000000020004"/>
                <a:cs typeface="Inter Medium" panose="02000503000000020004"/>
                <a:sym typeface="Inter Medium" panose="02000503000000020004"/>
              </a:defRPr>
            </a:lvl9pPr>
          </a:lstStyle>
          <a:p/>
        </p:txBody>
      </p:sp>
      <p:sp>
        <p:nvSpPr>
          <p:cNvPr id="57" name="Google Shape;57;p1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58" name="Google Shape;58;p14"/>
          <p:cNvSpPr txBox="1"/>
          <p:nvPr>
            <p:ph type="subTitle" idx="2"/>
          </p:nvPr>
        </p:nvSpPr>
        <p:spPr>
          <a:xfrm>
            <a:off x="914400" y="3502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lt1"/>
              </a:buClr>
              <a:buSzPts val="1400"/>
              <a:buFont typeface="Inter Medium" panose="02000503000000020004"/>
              <a:buNone/>
              <a:defRPr>
                <a:solidFill>
                  <a:schemeClr val="lt1"/>
                </a:solidFill>
                <a:latin typeface="Inter Medium" panose="02000503000000020004"/>
                <a:ea typeface="Inter Medium" panose="02000503000000020004"/>
                <a:cs typeface="Inter Medium" panose="02000503000000020004"/>
                <a:sym typeface="Inter Medium" panose="02000503000000020004"/>
              </a:defRPr>
            </a:lvl1pPr>
            <a:lvl2pPr lvl="1">
              <a:lnSpc>
                <a:spcPct val="100000"/>
              </a:lnSpc>
              <a:spcBef>
                <a:spcPts val="0"/>
              </a:spcBef>
              <a:spcAft>
                <a:spcPts val="0"/>
              </a:spcAft>
              <a:buClr>
                <a:schemeClr val="lt1"/>
              </a:buClr>
              <a:buSzPts val="1800"/>
              <a:buFont typeface="Inter Medium" panose="02000503000000020004"/>
              <a:buNone/>
              <a:defRPr sz="1800">
                <a:solidFill>
                  <a:schemeClr val="lt1"/>
                </a:solidFill>
                <a:latin typeface="Inter Medium" panose="02000503000000020004"/>
                <a:ea typeface="Inter Medium" panose="02000503000000020004"/>
                <a:cs typeface="Inter Medium" panose="02000503000000020004"/>
                <a:sym typeface="Inter Medium" panose="02000503000000020004"/>
              </a:defRPr>
            </a:lvl2pPr>
            <a:lvl3pPr lvl="2">
              <a:lnSpc>
                <a:spcPct val="100000"/>
              </a:lnSpc>
              <a:spcBef>
                <a:spcPts val="0"/>
              </a:spcBef>
              <a:spcAft>
                <a:spcPts val="0"/>
              </a:spcAft>
              <a:buClr>
                <a:schemeClr val="lt1"/>
              </a:buClr>
              <a:buSzPts val="1800"/>
              <a:buFont typeface="Inter Medium" panose="02000503000000020004"/>
              <a:buNone/>
              <a:defRPr sz="1800">
                <a:solidFill>
                  <a:schemeClr val="lt1"/>
                </a:solidFill>
                <a:latin typeface="Inter Medium" panose="02000503000000020004"/>
                <a:ea typeface="Inter Medium" panose="02000503000000020004"/>
                <a:cs typeface="Inter Medium" panose="02000503000000020004"/>
                <a:sym typeface="Inter Medium" panose="02000503000000020004"/>
              </a:defRPr>
            </a:lvl3pPr>
            <a:lvl4pPr lvl="3">
              <a:lnSpc>
                <a:spcPct val="100000"/>
              </a:lnSpc>
              <a:spcBef>
                <a:spcPts val="0"/>
              </a:spcBef>
              <a:spcAft>
                <a:spcPts val="0"/>
              </a:spcAft>
              <a:buClr>
                <a:schemeClr val="lt1"/>
              </a:buClr>
              <a:buSzPts val="1800"/>
              <a:buFont typeface="Inter Medium" panose="02000503000000020004"/>
              <a:buNone/>
              <a:defRPr sz="1800">
                <a:solidFill>
                  <a:schemeClr val="lt1"/>
                </a:solidFill>
                <a:latin typeface="Inter Medium" panose="02000503000000020004"/>
                <a:ea typeface="Inter Medium" panose="02000503000000020004"/>
                <a:cs typeface="Inter Medium" panose="02000503000000020004"/>
                <a:sym typeface="Inter Medium" panose="02000503000000020004"/>
              </a:defRPr>
            </a:lvl4pPr>
            <a:lvl5pPr lvl="4">
              <a:lnSpc>
                <a:spcPct val="100000"/>
              </a:lnSpc>
              <a:spcBef>
                <a:spcPts val="0"/>
              </a:spcBef>
              <a:spcAft>
                <a:spcPts val="0"/>
              </a:spcAft>
              <a:buClr>
                <a:schemeClr val="lt1"/>
              </a:buClr>
              <a:buSzPts val="1800"/>
              <a:buFont typeface="Inter Medium" panose="02000503000000020004"/>
              <a:buNone/>
              <a:defRPr sz="1800">
                <a:solidFill>
                  <a:schemeClr val="lt1"/>
                </a:solidFill>
                <a:latin typeface="Inter Medium" panose="02000503000000020004"/>
                <a:ea typeface="Inter Medium" panose="02000503000000020004"/>
                <a:cs typeface="Inter Medium" panose="02000503000000020004"/>
                <a:sym typeface="Inter Medium" panose="02000503000000020004"/>
              </a:defRPr>
            </a:lvl5pPr>
            <a:lvl6pPr lvl="5">
              <a:lnSpc>
                <a:spcPct val="100000"/>
              </a:lnSpc>
              <a:spcBef>
                <a:spcPts val="0"/>
              </a:spcBef>
              <a:spcAft>
                <a:spcPts val="0"/>
              </a:spcAft>
              <a:buClr>
                <a:schemeClr val="lt1"/>
              </a:buClr>
              <a:buSzPts val="1800"/>
              <a:buFont typeface="Inter Medium" panose="02000503000000020004"/>
              <a:buNone/>
              <a:defRPr sz="1800">
                <a:solidFill>
                  <a:schemeClr val="lt1"/>
                </a:solidFill>
                <a:latin typeface="Inter Medium" panose="02000503000000020004"/>
                <a:ea typeface="Inter Medium" panose="02000503000000020004"/>
                <a:cs typeface="Inter Medium" panose="02000503000000020004"/>
                <a:sym typeface="Inter Medium" panose="02000503000000020004"/>
              </a:defRPr>
            </a:lvl6pPr>
            <a:lvl7pPr lvl="6">
              <a:lnSpc>
                <a:spcPct val="100000"/>
              </a:lnSpc>
              <a:spcBef>
                <a:spcPts val="0"/>
              </a:spcBef>
              <a:spcAft>
                <a:spcPts val="0"/>
              </a:spcAft>
              <a:buClr>
                <a:schemeClr val="lt1"/>
              </a:buClr>
              <a:buSzPts val="1800"/>
              <a:buFont typeface="Inter Medium" panose="02000503000000020004"/>
              <a:buNone/>
              <a:defRPr sz="1800">
                <a:solidFill>
                  <a:schemeClr val="lt1"/>
                </a:solidFill>
                <a:latin typeface="Inter Medium" panose="02000503000000020004"/>
                <a:ea typeface="Inter Medium" panose="02000503000000020004"/>
                <a:cs typeface="Inter Medium" panose="02000503000000020004"/>
                <a:sym typeface="Inter Medium" panose="02000503000000020004"/>
              </a:defRPr>
            </a:lvl7pPr>
            <a:lvl8pPr lvl="7">
              <a:lnSpc>
                <a:spcPct val="100000"/>
              </a:lnSpc>
              <a:spcBef>
                <a:spcPts val="0"/>
              </a:spcBef>
              <a:spcAft>
                <a:spcPts val="0"/>
              </a:spcAft>
              <a:buClr>
                <a:schemeClr val="lt1"/>
              </a:buClr>
              <a:buSzPts val="1800"/>
              <a:buFont typeface="Inter Medium" panose="02000503000000020004"/>
              <a:buNone/>
              <a:defRPr sz="1800">
                <a:solidFill>
                  <a:schemeClr val="lt1"/>
                </a:solidFill>
                <a:latin typeface="Inter Medium" panose="02000503000000020004"/>
                <a:ea typeface="Inter Medium" panose="02000503000000020004"/>
                <a:cs typeface="Inter Medium" panose="02000503000000020004"/>
                <a:sym typeface="Inter Medium" panose="02000503000000020004"/>
              </a:defRPr>
            </a:lvl8pPr>
            <a:lvl9pPr lvl="8">
              <a:lnSpc>
                <a:spcPct val="100000"/>
              </a:lnSpc>
              <a:spcBef>
                <a:spcPts val="0"/>
              </a:spcBef>
              <a:spcAft>
                <a:spcPts val="0"/>
              </a:spcAft>
              <a:buClr>
                <a:schemeClr val="lt1"/>
              </a:buClr>
              <a:buSzPts val="1800"/>
              <a:buFont typeface="Inter Medium" panose="02000503000000020004"/>
              <a:buNone/>
              <a:defRPr sz="1800">
                <a:solidFill>
                  <a:schemeClr val="lt1"/>
                </a:solidFill>
                <a:latin typeface="Inter Medium" panose="02000503000000020004"/>
                <a:ea typeface="Inter Medium" panose="02000503000000020004"/>
                <a:cs typeface="Inter Medium" panose="02000503000000020004"/>
                <a:sym typeface="Inter Medium" panose="02000503000000020004"/>
              </a:defRPr>
            </a:lvl9pPr>
          </a:lstStyle>
          <a:p/>
        </p:txBody>
      </p:sp>
      <p:cxnSp>
        <p:nvCxnSpPr>
          <p:cNvPr id="59" name="Google Shape;59;p14"/>
          <p:cNvCxnSpPr/>
          <p:nvPr/>
        </p:nvCxnSpPr>
        <p:spPr>
          <a:xfrm>
            <a:off x="348525" y="342900"/>
            <a:ext cx="8446800" cy="0"/>
          </a:xfrm>
          <a:prstGeom prst="straightConnector1">
            <a:avLst/>
          </a:prstGeom>
          <a:noFill/>
          <a:ln w="9525" cap="flat" cmpd="sng">
            <a:solidFill>
              <a:schemeClr val="lt1"/>
            </a:solidFill>
            <a:prstDash val="solid"/>
            <a:round/>
            <a:headEnd type="none" w="med" len="med"/>
            <a:tailEnd type="none" w="med" len="med"/>
          </a:ln>
        </p:spPr>
      </p:cxnSp>
      <p:cxnSp>
        <p:nvCxnSpPr>
          <p:cNvPr id="60" name="Google Shape;60;p14"/>
          <p:cNvCxnSpPr/>
          <p:nvPr/>
        </p:nvCxnSpPr>
        <p:spPr>
          <a:xfrm>
            <a:off x="348525" y="4800600"/>
            <a:ext cx="8446800" cy="0"/>
          </a:xfrm>
          <a:prstGeom prst="straightConnector1">
            <a:avLst/>
          </a:prstGeom>
          <a:noFill/>
          <a:ln w="9525" cap="flat" cmpd="sng">
            <a:solidFill>
              <a:schemeClr val="lt1"/>
            </a:solidFill>
            <a:prstDash val="solid"/>
            <a:round/>
            <a:headEnd type="none" w="med" len="med"/>
            <a:tailEnd type="none" w="med" len="med"/>
          </a:ln>
        </p:spPr>
      </p:cxnSp>
      <p:sp>
        <p:nvSpPr>
          <p:cNvPr id="61" name="Google Shape;61;p14"/>
          <p:cNvSpPr/>
          <p:nvPr/>
        </p:nvSpPr>
        <p:spPr>
          <a:xfrm>
            <a:off x="5158725" y="3537900"/>
            <a:ext cx="221700" cy="221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62" name="Google Shape;62;p14"/>
          <p:cNvSpPr/>
          <p:nvPr/>
        </p:nvSpPr>
        <p:spPr>
          <a:xfrm>
            <a:off x="4271925" y="3537900"/>
            <a:ext cx="221700" cy="221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63" name="Google Shape;63;p14"/>
          <p:cNvSpPr/>
          <p:nvPr/>
        </p:nvSpPr>
        <p:spPr>
          <a:xfrm>
            <a:off x="5380425" y="3537900"/>
            <a:ext cx="221700" cy="2217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64" name="Google Shape;64;p14"/>
          <p:cNvSpPr/>
          <p:nvPr/>
        </p:nvSpPr>
        <p:spPr>
          <a:xfrm>
            <a:off x="6267225" y="3537900"/>
            <a:ext cx="221700" cy="221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65" name="Shape 65"/>
        <p:cNvGrpSpPr/>
        <p:nvPr/>
      </p:nvGrpSpPr>
      <p:grpSpPr>
        <a:xfrm>
          <a:off x="0" y="0"/>
          <a:ext cx="0" cy="0"/>
          <a:chOff x="0" y="0"/>
          <a:chExt cx="0" cy="0"/>
        </a:xfrm>
      </p:grpSpPr>
      <p:sp>
        <p:nvSpPr>
          <p:cNvPr id="66" name="Google Shape;66;p15"/>
          <p:cNvSpPr txBox="1"/>
          <p:nvPr>
            <p:ph type="title"/>
          </p:nvPr>
        </p:nvSpPr>
        <p:spPr>
          <a:xfrm>
            <a:off x="311700" y="2150850"/>
            <a:ext cx="8520600" cy="841800"/>
          </a:xfrm>
          <a:prstGeom prst="rect">
            <a:avLst/>
          </a:prstGeom>
        </p:spPr>
        <p:txBody>
          <a:bodyPr spcFirstLastPara="1" wrap="square" lIns="0" tIns="91425" rIns="0"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7" name="Google Shape;67;p1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8" name="Shape 68"/>
        <p:cNvGrpSpPr/>
        <p:nvPr/>
      </p:nvGrpSpPr>
      <p:grpSpPr>
        <a:xfrm>
          <a:off x="0" y="0"/>
          <a:ext cx="0" cy="0"/>
          <a:chOff x="0" y="0"/>
          <a:chExt cx="0" cy="0"/>
        </a:xfrm>
      </p:grpSpPr>
      <p:sp>
        <p:nvSpPr>
          <p:cNvPr id="69" name="Google Shape;69;p16"/>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 name="Google Shape;70;p16"/>
          <p:cNvSpPr txBox="1"/>
          <p:nvPr>
            <p:ph type="body" idx="1"/>
          </p:nvPr>
        </p:nvSpPr>
        <p:spPr>
          <a:xfrm>
            <a:off x="457200" y="915600"/>
            <a:ext cx="5709600" cy="3653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71" name="Google Shape;71;p1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1">
  <p:cSld name="TITLE_AND_BODY_2">
    <p:spTree>
      <p:nvGrpSpPr>
        <p:cNvPr id="72" name="Shape 72"/>
        <p:cNvGrpSpPr/>
        <p:nvPr/>
      </p:nvGrpSpPr>
      <p:grpSpPr>
        <a:xfrm>
          <a:off x="0" y="0"/>
          <a:ext cx="0" cy="0"/>
          <a:chOff x="0" y="0"/>
          <a:chExt cx="0" cy="0"/>
        </a:xfrm>
      </p:grpSpPr>
      <p:sp>
        <p:nvSpPr>
          <p:cNvPr id="73" name="Google Shape;73;p17"/>
          <p:cNvSpPr txBox="1"/>
          <p:nvPr>
            <p:ph type="title"/>
          </p:nvPr>
        </p:nvSpPr>
        <p:spPr>
          <a:xfrm>
            <a:off x="457200" y="356200"/>
            <a:ext cx="5259000" cy="572700"/>
          </a:xfrm>
          <a:prstGeom prst="rect">
            <a:avLst/>
          </a:prstGeom>
        </p:spPr>
        <p:txBody>
          <a:bodyPr spcFirstLastPara="1" wrap="square" lIns="0" tIns="91425" rIns="0"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4" name="Google Shape;74;p17"/>
          <p:cNvSpPr txBox="1"/>
          <p:nvPr>
            <p:ph type="body" idx="1"/>
          </p:nvPr>
        </p:nvSpPr>
        <p:spPr>
          <a:xfrm>
            <a:off x="457200" y="928900"/>
            <a:ext cx="5259000" cy="36534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75" name="Google Shape;75;p1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76" name="Google Shape;76;p17"/>
          <p:cNvSpPr/>
          <p:nvPr>
            <p:ph type="pic" idx="2"/>
          </p:nvPr>
        </p:nvSpPr>
        <p:spPr>
          <a:xfrm>
            <a:off x="6173525" y="-13300"/>
            <a:ext cx="2970600" cy="51567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1 2">
  <p:cSld name="TITLE_AND_BODY_2_2">
    <p:spTree>
      <p:nvGrpSpPr>
        <p:cNvPr id="77" name="Shape 77"/>
        <p:cNvGrpSpPr/>
        <p:nvPr/>
      </p:nvGrpSpPr>
      <p:grpSpPr>
        <a:xfrm>
          <a:off x="0" y="0"/>
          <a:ext cx="0" cy="0"/>
          <a:chOff x="0" y="0"/>
          <a:chExt cx="0" cy="0"/>
        </a:xfrm>
      </p:grpSpPr>
      <p:sp>
        <p:nvSpPr>
          <p:cNvPr id="78" name="Google Shape;78;p18"/>
          <p:cNvSpPr txBox="1"/>
          <p:nvPr>
            <p:ph type="body" idx="1"/>
          </p:nvPr>
        </p:nvSpPr>
        <p:spPr>
          <a:xfrm>
            <a:off x="457200" y="1293450"/>
            <a:ext cx="5259000" cy="32889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79" name="Google Shape;79;p1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80" name="Google Shape;80;p18"/>
          <p:cNvSpPr/>
          <p:nvPr>
            <p:ph type="pic" idx="2"/>
          </p:nvPr>
        </p:nvSpPr>
        <p:spPr>
          <a:xfrm>
            <a:off x="6173525" y="-13300"/>
            <a:ext cx="2970600" cy="5156700"/>
          </a:xfrm>
          <a:prstGeom prst="rect">
            <a:avLst/>
          </a:prstGeom>
          <a:noFill/>
          <a:ln>
            <a:noFill/>
          </a:ln>
        </p:spPr>
      </p:sp>
      <p:sp>
        <p:nvSpPr>
          <p:cNvPr id="81" name="Google Shape;81;p18"/>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1 1">
  <p:cSld name="TITLE_AND_BODY_2_1">
    <p:spTree>
      <p:nvGrpSpPr>
        <p:cNvPr id="82" name="Shape 82"/>
        <p:cNvGrpSpPr/>
        <p:nvPr/>
      </p:nvGrpSpPr>
      <p:grpSpPr>
        <a:xfrm>
          <a:off x="0" y="0"/>
          <a:ext cx="0" cy="0"/>
          <a:chOff x="0" y="0"/>
          <a:chExt cx="0" cy="0"/>
        </a:xfrm>
      </p:grpSpPr>
      <p:sp>
        <p:nvSpPr>
          <p:cNvPr id="83" name="Google Shape;83;p19"/>
          <p:cNvSpPr txBox="1"/>
          <p:nvPr>
            <p:ph type="body" idx="1"/>
          </p:nvPr>
        </p:nvSpPr>
        <p:spPr>
          <a:xfrm>
            <a:off x="4572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4" name="Google Shape;84;p1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85" name="Google Shape;85;p19"/>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6" name="Google Shape;86;p19"/>
          <p:cNvSpPr txBox="1"/>
          <p:nvPr>
            <p:ph type="body" idx="2"/>
          </p:nvPr>
        </p:nvSpPr>
        <p:spPr>
          <a:xfrm>
            <a:off x="31951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7" name="Google Shape;87;p19"/>
          <p:cNvSpPr txBox="1"/>
          <p:nvPr>
            <p:ph type="body" idx="3"/>
          </p:nvPr>
        </p:nvSpPr>
        <p:spPr>
          <a:xfrm>
            <a:off x="59330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8" name="Google Shape;88;p19"/>
          <p:cNvSpPr txBox="1"/>
          <p:nvPr>
            <p:ph type="subTitle" idx="4"/>
          </p:nvPr>
        </p:nvSpPr>
        <p:spPr>
          <a:xfrm>
            <a:off x="45852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89" name="Google Shape;89;p19"/>
          <p:cNvSpPr txBox="1"/>
          <p:nvPr>
            <p:ph type="subTitle" idx="5"/>
          </p:nvPr>
        </p:nvSpPr>
        <p:spPr>
          <a:xfrm>
            <a:off x="3195100"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90" name="Google Shape;90;p19"/>
          <p:cNvSpPr txBox="1"/>
          <p:nvPr>
            <p:ph type="subTitle" idx="6"/>
          </p:nvPr>
        </p:nvSpPr>
        <p:spPr>
          <a:xfrm>
            <a:off x="593167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genda">
  <p:cSld name="TITLE_AND_BODY_1">
    <p:bg>
      <p:bgPr>
        <a:solidFill>
          <a:schemeClr val="dk1"/>
        </a:solidFill>
        <a:effectLst/>
      </p:bgPr>
    </p:bg>
    <p:spTree>
      <p:nvGrpSpPr>
        <p:cNvPr id="91" name="Shape 91"/>
        <p:cNvGrpSpPr/>
        <p:nvPr/>
      </p:nvGrpSpPr>
      <p:grpSpPr>
        <a:xfrm>
          <a:off x="0" y="0"/>
          <a:ext cx="0" cy="0"/>
          <a:chOff x="0" y="0"/>
          <a:chExt cx="0" cy="0"/>
        </a:xfrm>
      </p:grpSpPr>
      <p:sp>
        <p:nvSpPr>
          <p:cNvPr id="92" name="Google Shape;92;p20"/>
          <p:cNvSpPr txBox="1"/>
          <p:nvPr>
            <p:ph type="body" idx="1"/>
          </p:nvPr>
        </p:nvSpPr>
        <p:spPr>
          <a:xfrm>
            <a:off x="910425" y="342900"/>
            <a:ext cx="7921800" cy="4226100"/>
          </a:xfrm>
          <a:prstGeom prst="rect">
            <a:avLst/>
          </a:prstGeom>
        </p:spPr>
        <p:txBody>
          <a:bodyPr spcFirstLastPara="1" wrap="square" lIns="91425" tIns="91425" rIns="91425" bIns="91425" anchor="ctr" anchorCtr="0">
            <a:normAutofit/>
          </a:bodyPr>
          <a:lstStyle>
            <a:lvl1pPr marL="457200" lvl="0" indent="-381000">
              <a:lnSpc>
                <a:spcPct val="200000"/>
              </a:lnSpc>
              <a:spcBef>
                <a:spcPts val="0"/>
              </a:spcBef>
              <a:spcAft>
                <a:spcPts val="0"/>
              </a:spcAft>
              <a:buClr>
                <a:schemeClr val="lt1"/>
              </a:buClr>
              <a:buSzPts val="2400"/>
              <a:buChar char="•"/>
              <a:defRPr sz="2400" b="1">
                <a:solidFill>
                  <a:schemeClr val="lt1"/>
                </a:solidFill>
              </a:defRPr>
            </a:lvl1pPr>
            <a:lvl2pPr marL="914400" lvl="1" indent="-381000">
              <a:lnSpc>
                <a:spcPct val="200000"/>
              </a:lnSpc>
              <a:spcBef>
                <a:spcPts val="800"/>
              </a:spcBef>
              <a:spcAft>
                <a:spcPts val="0"/>
              </a:spcAft>
              <a:buClr>
                <a:schemeClr val="lt1"/>
              </a:buClr>
              <a:buSzPts val="2400"/>
              <a:buChar char="•"/>
              <a:defRPr sz="2400" b="1">
                <a:solidFill>
                  <a:schemeClr val="lt1"/>
                </a:solidFill>
              </a:defRPr>
            </a:lvl2pPr>
            <a:lvl3pPr marL="1371600" lvl="2" indent="-381000">
              <a:lnSpc>
                <a:spcPct val="200000"/>
              </a:lnSpc>
              <a:spcBef>
                <a:spcPts val="800"/>
              </a:spcBef>
              <a:spcAft>
                <a:spcPts val="0"/>
              </a:spcAft>
              <a:buClr>
                <a:schemeClr val="lt1"/>
              </a:buClr>
              <a:buSzPts val="2400"/>
              <a:buChar char="•"/>
              <a:defRPr sz="2400" b="1">
                <a:solidFill>
                  <a:schemeClr val="lt1"/>
                </a:solidFill>
              </a:defRPr>
            </a:lvl3pPr>
            <a:lvl4pPr marL="1828800" lvl="3" indent="-381000">
              <a:lnSpc>
                <a:spcPct val="200000"/>
              </a:lnSpc>
              <a:spcBef>
                <a:spcPts val="800"/>
              </a:spcBef>
              <a:spcAft>
                <a:spcPts val="0"/>
              </a:spcAft>
              <a:buClr>
                <a:schemeClr val="lt1"/>
              </a:buClr>
              <a:buSzPts val="2400"/>
              <a:buChar char="•"/>
              <a:defRPr sz="2400" b="1">
                <a:solidFill>
                  <a:schemeClr val="lt1"/>
                </a:solidFill>
              </a:defRPr>
            </a:lvl4pPr>
            <a:lvl5pPr marL="2286000" lvl="4" indent="-381000">
              <a:lnSpc>
                <a:spcPct val="200000"/>
              </a:lnSpc>
              <a:spcBef>
                <a:spcPts val="800"/>
              </a:spcBef>
              <a:spcAft>
                <a:spcPts val="0"/>
              </a:spcAft>
              <a:buClr>
                <a:schemeClr val="lt1"/>
              </a:buClr>
              <a:buSzPts val="2400"/>
              <a:buChar char="•"/>
              <a:defRPr sz="2400" b="1">
                <a:solidFill>
                  <a:schemeClr val="lt1"/>
                </a:solidFill>
              </a:defRPr>
            </a:lvl5pPr>
            <a:lvl6pPr marL="2743200" lvl="5" indent="-381000">
              <a:lnSpc>
                <a:spcPct val="200000"/>
              </a:lnSpc>
              <a:spcBef>
                <a:spcPts val="800"/>
              </a:spcBef>
              <a:spcAft>
                <a:spcPts val="0"/>
              </a:spcAft>
              <a:buClr>
                <a:schemeClr val="lt1"/>
              </a:buClr>
              <a:buSzPts val="2400"/>
              <a:buChar char="•"/>
              <a:defRPr sz="2400" b="1">
                <a:solidFill>
                  <a:schemeClr val="lt1"/>
                </a:solidFill>
              </a:defRPr>
            </a:lvl6pPr>
            <a:lvl7pPr marL="3200400" lvl="6" indent="-381000">
              <a:lnSpc>
                <a:spcPct val="200000"/>
              </a:lnSpc>
              <a:spcBef>
                <a:spcPts val="800"/>
              </a:spcBef>
              <a:spcAft>
                <a:spcPts val="0"/>
              </a:spcAft>
              <a:buClr>
                <a:schemeClr val="lt1"/>
              </a:buClr>
              <a:buSzPts val="2400"/>
              <a:buChar char="•"/>
              <a:defRPr sz="2400" b="1">
                <a:solidFill>
                  <a:schemeClr val="lt1"/>
                </a:solidFill>
              </a:defRPr>
            </a:lvl7pPr>
            <a:lvl8pPr marL="3657600" lvl="7" indent="-381000">
              <a:lnSpc>
                <a:spcPct val="200000"/>
              </a:lnSpc>
              <a:spcBef>
                <a:spcPts val="800"/>
              </a:spcBef>
              <a:spcAft>
                <a:spcPts val="0"/>
              </a:spcAft>
              <a:buClr>
                <a:schemeClr val="lt1"/>
              </a:buClr>
              <a:buSzPts val="2400"/>
              <a:buChar char="•"/>
              <a:defRPr sz="2400" b="1">
                <a:solidFill>
                  <a:schemeClr val="lt1"/>
                </a:solidFill>
              </a:defRPr>
            </a:lvl8pPr>
            <a:lvl9pPr marL="4114800" lvl="8" indent="-381000">
              <a:lnSpc>
                <a:spcPct val="200000"/>
              </a:lnSpc>
              <a:spcBef>
                <a:spcPts val="800"/>
              </a:spcBef>
              <a:spcAft>
                <a:spcPts val="800"/>
              </a:spcAft>
              <a:buClr>
                <a:schemeClr val="lt1"/>
              </a:buClr>
              <a:buSzPts val="2400"/>
              <a:buChar char="•"/>
              <a:defRPr sz="2400" b="1">
                <a:solidFill>
                  <a:schemeClr val="lt1"/>
                </a:solidFill>
              </a:defRPr>
            </a:lvl9pPr>
          </a:lstStyle>
          <a:p/>
        </p:txBody>
      </p:sp>
      <p:sp>
        <p:nvSpPr>
          <p:cNvPr id="93" name="Google Shape;93;p2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94" name="Shape 94"/>
        <p:cNvGrpSpPr/>
        <p:nvPr/>
      </p:nvGrpSpPr>
      <p:grpSpPr>
        <a:xfrm>
          <a:off x="0" y="0"/>
          <a:ext cx="0" cy="0"/>
          <a:chOff x="0" y="0"/>
          <a:chExt cx="0" cy="0"/>
        </a:xfrm>
      </p:grpSpPr>
      <p:sp>
        <p:nvSpPr>
          <p:cNvPr id="95" name="Google Shape;95;p21"/>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21"/>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7" name="Google Shape;97;p21"/>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8" name="Google Shape;98;p21"/>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9" name="Shape 99"/>
        <p:cNvGrpSpPr/>
        <p:nvPr/>
      </p:nvGrpSpPr>
      <p:grpSpPr>
        <a:xfrm>
          <a:off x="0" y="0"/>
          <a:ext cx="0" cy="0"/>
          <a:chOff x="0" y="0"/>
          <a:chExt cx="0" cy="0"/>
        </a:xfrm>
      </p:grpSpPr>
      <p:sp>
        <p:nvSpPr>
          <p:cNvPr id="100" name="Google Shape;100;p22"/>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 name="Google Shape;101;p2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02" name="Shape 102"/>
        <p:cNvGrpSpPr/>
        <p:nvPr/>
      </p:nvGrpSpPr>
      <p:grpSpPr>
        <a:xfrm>
          <a:off x="0" y="0"/>
          <a:ext cx="0" cy="0"/>
          <a:chOff x="0" y="0"/>
          <a:chExt cx="0" cy="0"/>
        </a:xfrm>
      </p:grpSpPr>
      <p:sp>
        <p:nvSpPr>
          <p:cNvPr id="103" name="Google Shape;103;p23"/>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4" name="Google Shape;104;p23"/>
          <p:cNvSpPr txBox="1"/>
          <p:nvPr>
            <p:ph type="body" idx="1"/>
          </p:nvPr>
        </p:nvSpPr>
        <p:spPr>
          <a:xfrm>
            <a:off x="457200" y="1389600"/>
            <a:ext cx="56034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1pPr>
            <a:lvl2pPr marL="914400" lvl="1"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2pPr>
            <a:lvl3pPr marL="1371600" lvl="2"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3pPr>
            <a:lvl4pPr marL="1828800" lvl="3"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4pPr>
            <a:lvl5pPr marL="2286000" lvl="4"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5pPr>
            <a:lvl6pPr marL="2743200" lvl="5"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6pPr>
            <a:lvl7pPr marL="3200400" lvl="6"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7pPr>
            <a:lvl8pPr marL="3657600" lvl="7"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8pPr>
            <a:lvl9pPr marL="4114800" lvl="8" indent="-304800">
              <a:spcBef>
                <a:spcPts val="800"/>
              </a:spcBef>
              <a:spcAft>
                <a:spcPts val="80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9pPr>
          </a:lstStyle>
          <a:p/>
        </p:txBody>
      </p:sp>
      <p:sp>
        <p:nvSpPr>
          <p:cNvPr id="105" name="Google Shape;105;p2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1">
  <p:cSld name="ONE_COLUMN_TEXT_1">
    <p:spTree>
      <p:nvGrpSpPr>
        <p:cNvPr id="106" name="Shape 106"/>
        <p:cNvGrpSpPr/>
        <p:nvPr/>
      </p:nvGrpSpPr>
      <p:grpSpPr>
        <a:xfrm>
          <a:off x="0" y="0"/>
          <a:ext cx="0" cy="0"/>
          <a:chOff x="0" y="0"/>
          <a:chExt cx="0" cy="0"/>
        </a:xfrm>
      </p:grpSpPr>
      <p:sp>
        <p:nvSpPr>
          <p:cNvPr id="107" name="Google Shape;107;p24"/>
          <p:cNvSpPr txBox="1"/>
          <p:nvPr>
            <p:ph type="title"/>
          </p:nvPr>
        </p:nvSpPr>
        <p:spPr>
          <a:xfrm>
            <a:off x="457200" y="219390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8" name="Google Shape;108;p2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09" name="Shape 109"/>
        <p:cNvGrpSpPr/>
        <p:nvPr/>
      </p:nvGrpSpPr>
      <p:grpSpPr>
        <a:xfrm>
          <a:off x="0" y="0"/>
          <a:ext cx="0" cy="0"/>
          <a:chOff x="0" y="0"/>
          <a:chExt cx="0" cy="0"/>
        </a:xfrm>
      </p:grpSpPr>
      <p:sp>
        <p:nvSpPr>
          <p:cNvPr id="110" name="Google Shape;110;p25"/>
          <p:cNvSpPr txBox="1"/>
          <p:nvPr>
            <p:ph type="title"/>
          </p:nvPr>
        </p:nvSpPr>
        <p:spPr>
          <a:xfrm>
            <a:off x="917050" y="450150"/>
            <a:ext cx="5249700" cy="4090800"/>
          </a:xfrm>
          <a:prstGeom prst="rect">
            <a:avLst/>
          </a:prstGeom>
        </p:spPr>
        <p:txBody>
          <a:bodyPr spcFirstLastPara="1" wrap="square" lIns="0" tIns="91425" rIns="91425" bIns="91425" anchor="ctr" anchorCtr="0">
            <a:normAutofit/>
          </a:bodyPr>
          <a:lstStyle>
            <a:lvl1pPr lvl="0">
              <a:spcBef>
                <a:spcPts val="0"/>
              </a:spcBef>
              <a:spcAft>
                <a:spcPts val="0"/>
              </a:spcAft>
              <a:buClr>
                <a:schemeClr val="accent6"/>
              </a:buClr>
              <a:buSzPts val="4800"/>
              <a:buNone/>
              <a:defRPr sz="4800">
                <a:solidFill>
                  <a:schemeClr val="accent6"/>
                </a:solidFill>
              </a:defRPr>
            </a:lvl1pPr>
            <a:lvl2pPr lvl="1">
              <a:spcBef>
                <a:spcPts val="0"/>
              </a:spcBef>
              <a:spcAft>
                <a:spcPts val="0"/>
              </a:spcAft>
              <a:buClr>
                <a:schemeClr val="accent6"/>
              </a:buClr>
              <a:buSzPts val="4800"/>
              <a:buNone/>
              <a:defRPr sz="4800">
                <a:solidFill>
                  <a:schemeClr val="accent6"/>
                </a:solidFill>
              </a:defRPr>
            </a:lvl2pPr>
            <a:lvl3pPr lvl="2">
              <a:spcBef>
                <a:spcPts val="0"/>
              </a:spcBef>
              <a:spcAft>
                <a:spcPts val="0"/>
              </a:spcAft>
              <a:buClr>
                <a:schemeClr val="accent6"/>
              </a:buClr>
              <a:buSzPts val="4800"/>
              <a:buNone/>
              <a:defRPr sz="4800">
                <a:solidFill>
                  <a:schemeClr val="accent6"/>
                </a:solidFill>
              </a:defRPr>
            </a:lvl3pPr>
            <a:lvl4pPr lvl="3">
              <a:spcBef>
                <a:spcPts val="0"/>
              </a:spcBef>
              <a:spcAft>
                <a:spcPts val="0"/>
              </a:spcAft>
              <a:buClr>
                <a:schemeClr val="accent6"/>
              </a:buClr>
              <a:buSzPts val="4800"/>
              <a:buNone/>
              <a:defRPr sz="4800">
                <a:solidFill>
                  <a:schemeClr val="accent6"/>
                </a:solidFill>
              </a:defRPr>
            </a:lvl4pPr>
            <a:lvl5pPr lvl="4">
              <a:spcBef>
                <a:spcPts val="0"/>
              </a:spcBef>
              <a:spcAft>
                <a:spcPts val="0"/>
              </a:spcAft>
              <a:buClr>
                <a:schemeClr val="accent6"/>
              </a:buClr>
              <a:buSzPts val="4800"/>
              <a:buNone/>
              <a:defRPr sz="4800">
                <a:solidFill>
                  <a:schemeClr val="accent6"/>
                </a:solidFill>
              </a:defRPr>
            </a:lvl5pPr>
            <a:lvl6pPr lvl="5">
              <a:spcBef>
                <a:spcPts val="0"/>
              </a:spcBef>
              <a:spcAft>
                <a:spcPts val="0"/>
              </a:spcAft>
              <a:buClr>
                <a:schemeClr val="accent6"/>
              </a:buClr>
              <a:buSzPts val="4800"/>
              <a:buNone/>
              <a:defRPr sz="4800">
                <a:solidFill>
                  <a:schemeClr val="accent6"/>
                </a:solidFill>
              </a:defRPr>
            </a:lvl6pPr>
            <a:lvl7pPr lvl="6">
              <a:spcBef>
                <a:spcPts val="0"/>
              </a:spcBef>
              <a:spcAft>
                <a:spcPts val="0"/>
              </a:spcAft>
              <a:buClr>
                <a:schemeClr val="accent6"/>
              </a:buClr>
              <a:buSzPts val="4800"/>
              <a:buNone/>
              <a:defRPr sz="4800">
                <a:solidFill>
                  <a:schemeClr val="accent6"/>
                </a:solidFill>
              </a:defRPr>
            </a:lvl7pPr>
            <a:lvl8pPr lvl="7">
              <a:spcBef>
                <a:spcPts val="0"/>
              </a:spcBef>
              <a:spcAft>
                <a:spcPts val="0"/>
              </a:spcAft>
              <a:buClr>
                <a:schemeClr val="accent6"/>
              </a:buClr>
              <a:buSzPts val="4800"/>
              <a:buNone/>
              <a:defRPr sz="4800">
                <a:solidFill>
                  <a:schemeClr val="accent6"/>
                </a:solidFill>
              </a:defRPr>
            </a:lvl8pPr>
            <a:lvl9pPr lvl="8">
              <a:spcBef>
                <a:spcPts val="0"/>
              </a:spcBef>
              <a:spcAft>
                <a:spcPts val="0"/>
              </a:spcAft>
              <a:buClr>
                <a:schemeClr val="accent6"/>
              </a:buClr>
              <a:buSzPts val="4800"/>
              <a:buNone/>
              <a:defRPr sz="4800">
                <a:solidFill>
                  <a:schemeClr val="accent6"/>
                </a:solidFill>
              </a:defRPr>
            </a:lvl9pPr>
          </a:lstStyle>
          <a:p/>
        </p:txBody>
      </p:sp>
      <p:sp>
        <p:nvSpPr>
          <p:cNvPr id="111" name="Google Shape;111;p2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12" name="Google Shape;112;p25"/>
          <p:cNvSpPr txBox="1"/>
          <p:nvPr>
            <p:ph type="subTitle" idx="1"/>
          </p:nvPr>
        </p:nvSpPr>
        <p:spPr>
          <a:xfrm>
            <a:off x="917050" y="3196425"/>
            <a:ext cx="4714200" cy="451800"/>
          </a:xfrm>
          <a:prstGeom prst="rect">
            <a:avLst/>
          </a:prstGeom>
        </p:spPr>
        <p:txBody>
          <a:bodyPr spcFirstLastPara="1" wrap="square" lIns="0" tIns="91425" rIns="91425" bIns="91425" anchor="t" anchorCtr="0">
            <a:normAutofit/>
          </a:bodyPr>
          <a:lstStyle>
            <a:lvl1pPr lvl="0">
              <a:lnSpc>
                <a:spcPct val="100000"/>
              </a:lnSpc>
              <a:spcBef>
                <a:spcPts val="0"/>
              </a:spcBef>
              <a:spcAft>
                <a:spcPts val="0"/>
              </a:spcAft>
              <a:buClr>
                <a:schemeClr val="accent6"/>
              </a:buClr>
              <a:buSzPts val="1600"/>
              <a:buFont typeface="Inter Medium" panose="02000503000000020004"/>
              <a:buNone/>
              <a:defRPr sz="1600">
                <a:solidFill>
                  <a:schemeClr val="accent6"/>
                </a:solidFill>
                <a:latin typeface="Inter Medium" panose="02000503000000020004"/>
                <a:ea typeface="Inter Medium" panose="02000503000000020004"/>
                <a:cs typeface="Inter Medium" panose="02000503000000020004"/>
                <a:sym typeface="Inter Medium" panose="02000503000000020004"/>
              </a:defRPr>
            </a:lvl1pPr>
            <a:lvl2pPr lvl="1">
              <a:lnSpc>
                <a:spcPct val="100000"/>
              </a:lnSpc>
              <a:spcBef>
                <a:spcPts val="0"/>
              </a:spcBef>
              <a:spcAft>
                <a:spcPts val="0"/>
              </a:spcAft>
              <a:buClr>
                <a:schemeClr val="accent6"/>
              </a:buClr>
              <a:buSzPts val="1600"/>
              <a:buFont typeface="Inter Medium" panose="02000503000000020004"/>
              <a:buNone/>
              <a:defRPr sz="1600">
                <a:solidFill>
                  <a:schemeClr val="accent6"/>
                </a:solidFill>
                <a:latin typeface="Inter Medium" panose="02000503000000020004"/>
                <a:ea typeface="Inter Medium" panose="02000503000000020004"/>
                <a:cs typeface="Inter Medium" panose="02000503000000020004"/>
                <a:sym typeface="Inter Medium" panose="02000503000000020004"/>
              </a:defRPr>
            </a:lvl2pPr>
            <a:lvl3pPr lvl="2">
              <a:lnSpc>
                <a:spcPct val="100000"/>
              </a:lnSpc>
              <a:spcBef>
                <a:spcPts val="0"/>
              </a:spcBef>
              <a:spcAft>
                <a:spcPts val="0"/>
              </a:spcAft>
              <a:buClr>
                <a:schemeClr val="accent6"/>
              </a:buClr>
              <a:buSzPts val="1600"/>
              <a:buFont typeface="Inter Medium" panose="02000503000000020004"/>
              <a:buNone/>
              <a:defRPr sz="1600">
                <a:solidFill>
                  <a:schemeClr val="accent6"/>
                </a:solidFill>
                <a:latin typeface="Inter Medium" panose="02000503000000020004"/>
                <a:ea typeface="Inter Medium" panose="02000503000000020004"/>
                <a:cs typeface="Inter Medium" panose="02000503000000020004"/>
                <a:sym typeface="Inter Medium" panose="02000503000000020004"/>
              </a:defRPr>
            </a:lvl3pPr>
            <a:lvl4pPr lvl="3">
              <a:lnSpc>
                <a:spcPct val="100000"/>
              </a:lnSpc>
              <a:spcBef>
                <a:spcPts val="0"/>
              </a:spcBef>
              <a:spcAft>
                <a:spcPts val="0"/>
              </a:spcAft>
              <a:buClr>
                <a:schemeClr val="accent6"/>
              </a:buClr>
              <a:buSzPts val="1600"/>
              <a:buFont typeface="Inter Medium" panose="02000503000000020004"/>
              <a:buNone/>
              <a:defRPr sz="1600">
                <a:solidFill>
                  <a:schemeClr val="accent6"/>
                </a:solidFill>
                <a:latin typeface="Inter Medium" panose="02000503000000020004"/>
                <a:ea typeface="Inter Medium" panose="02000503000000020004"/>
                <a:cs typeface="Inter Medium" panose="02000503000000020004"/>
                <a:sym typeface="Inter Medium" panose="02000503000000020004"/>
              </a:defRPr>
            </a:lvl4pPr>
            <a:lvl5pPr lvl="4">
              <a:lnSpc>
                <a:spcPct val="100000"/>
              </a:lnSpc>
              <a:spcBef>
                <a:spcPts val="0"/>
              </a:spcBef>
              <a:spcAft>
                <a:spcPts val="0"/>
              </a:spcAft>
              <a:buClr>
                <a:schemeClr val="accent6"/>
              </a:buClr>
              <a:buSzPts val="1600"/>
              <a:buFont typeface="Inter Medium" panose="02000503000000020004"/>
              <a:buNone/>
              <a:defRPr sz="1600">
                <a:solidFill>
                  <a:schemeClr val="accent6"/>
                </a:solidFill>
                <a:latin typeface="Inter Medium" panose="02000503000000020004"/>
                <a:ea typeface="Inter Medium" panose="02000503000000020004"/>
                <a:cs typeface="Inter Medium" panose="02000503000000020004"/>
                <a:sym typeface="Inter Medium" panose="02000503000000020004"/>
              </a:defRPr>
            </a:lvl5pPr>
            <a:lvl6pPr lvl="5">
              <a:lnSpc>
                <a:spcPct val="100000"/>
              </a:lnSpc>
              <a:spcBef>
                <a:spcPts val="0"/>
              </a:spcBef>
              <a:spcAft>
                <a:spcPts val="0"/>
              </a:spcAft>
              <a:buClr>
                <a:schemeClr val="accent6"/>
              </a:buClr>
              <a:buSzPts val="1600"/>
              <a:buFont typeface="Inter Medium" panose="02000503000000020004"/>
              <a:buNone/>
              <a:defRPr sz="1600">
                <a:solidFill>
                  <a:schemeClr val="accent6"/>
                </a:solidFill>
                <a:latin typeface="Inter Medium" panose="02000503000000020004"/>
                <a:ea typeface="Inter Medium" panose="02000503000000020004"/>
                <a:cs typeface="Inter Medium" panose="02000503000000020004"/>
                <a:sym typeface="Inter Medium" panose="02000503000000020004"/>
              </a:defRPr>
            </a:lvl6pPr>
            <a:lvl7pPr lvl="6">
              <a:lnSpc>
                <a:spcPct val="100000"/>
              </a:lnSpc>
              <a:spcBef>
                <a:spcPts val="0"/>
              </a:spcBef>
              <a:spcAft>
                <a:spcPts val="0"/>
              </a:spcAft>
              <a:buClr>
                <a:schemeClr val="accent6"/>
              </a:buClr>
              <a:buSzPts val="1600"/>
              <a:buFont typeface="Inter Medium" panose="02000503000000020004"/>
              <a:buNone/>
              <a:defRPr sz="1600">
                <a:solidFill>
                  <a:schemeClr val="accent6"/>
                </a:solidFill>
                <a:latin typeface="Inter Medium" panose="02000503000000020004"/>
                <a:ea typeface="Inter Medium" panose="02000503000000020004"/>
                <a:cs typeface="Inter Medium" panose="02000503000000020004"/>
                <a:sym typeface="Inter Medium" panose="02000503000000020004"/>
              </a:defRPr>
            </a:lvl7pPr>
            <a:lvl8pPr lvl="7">
              <a:lnSpc>
                <a:spcPct val="100000"/>
              </a:lnSpc>
              <a:spcBef>
                <a:spcPts val="0"/>
              </a:spcBef>
              <a:spcAft>
                <a:spcPts val="0"/>
              </a:spcAft>
              <a:buClr>
                <a:schemeClr val="accent6"/>
              </a:buClr>
              <a:buSzPts val="1600"/>
              <a:buFont typeface="Inter Medium" panose="02000503000000020004"/>
              <a:buNone/>
              <a:defRPr sz="1600">
                <a:solidFill>
                  <a:schemeClr val="accent6"/>
                </a:solidFill>
                <a:latin typeface="Inter Medium" panose="02000503000000020004"/>
                <a:ea typeface="Inter Medium" panose="02000503000000020004"/>
                <a:cs typeface="Inter Medium" panose="02000503000000020004"/>
                <a:sym typeface="Inter Medium" panose="02000503000000020004"/>
              </a:defRPr>
            </a:lvl8pPr>
            <a:lvl9pPr lvl="8">
              <a:lnSpc>
                <a:spcPct val="100000"/>
              </a:lnSpc>
              <a:spcBef>
                <a:spcPts val="0"/>
              </a:spcBef>
              <a:spcAft>
                <a:spcPts val="0"/>
              </a:spcAft>
              <a:buClr>
                <a:schemeClr val="accent6"/>
              </a:buClr>
              <a:buSzPts val="1600"/>
              <a:buFont typeface="Inter Medium" panose="02000503000000020004"/>
              <a:buNone/>
              <a:defRPr sz="1600">
                <a:solidFill>
                  <a:schemeClr val="accent6"/>
                </a:solidFill>
                <a:latin typeface="Inter Medium" panose="02000503000000020004"/>
                <a:ea typeface="Inter Medium" panose="02000503000000020004"/>
                <a:cs typeface="Inter Medium" panose="02000503000000020004"/>
                <a:sym typeface="Inter Medium" panose="02000503000000020004"/>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13" name="Shape 113"/>
        <p:cNvGrpSpPr/>
        <p:nvPr/>
      </p:nvGrpSpPr>
      <p:grpSpPr>
        <a:xfrm>
          <a:off x="0" y="0"/>
          <a:ext cx="0" cy="0"/>
          <a:chOff x="0" y="0"/>
          <a:chExt cx="0" cy="0"/>
        </a:xfrm>
      </p:grpSpPr>
      <p:sp>
        <p:nvSpPr>
          <p:cNvPr id="114" name="Google Shape;114;p2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 name="Google Shape;115;p26"/>
          <p:cNvSpPr txBox="1"/>
          <p:nvPr>
            <p:ph type="title"/>
          </p:nvPr>
        </p:nvSpPr>
        <p:spPr>
          <a:xfrm>
            <a:off x="265500" y="1233175"/>
            <a:ext cx="4045200" cy="1482300"/>
          </a:xfrm>
          <a:prstGeom prst="rect">
            <a:avLst/>
          </a:prstGeom>
        </p:spPr>
        <p:txBody>
          <a:bodyPr spcFirstLastPara="1" wrap="square" lIns="0" tIns="91425" rIns="0"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16" name="Google Shape;116;p26"/>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7" name="Google Shape;117;p26"/>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118" name="Google Shape;118;p2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19" name="Shape 119"/>
        <p:cNvGrpSpPr/>
        <p:nvPr/>
      </p:nvGrpSpPr>
      <p:grpSpPr>
        <a:xfrm>
          <a:off x="0" y="0"/>
          <a:ext cx="0" cy="0"/>
          <a:chOff x="0" y="0"/>
          <a:chExt cx="0" cy="0"/>
        </a:xfrm>
      </p:grpSpPr>
      <p:sp>
        <p:nvSpPr>
          <p:cNvPr id="120" name="Google Shape;120;p27"/>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p:txBody>
      </p:sp>
      <p:sp>
        <p:nvSpPr>
          <p:cNvPr id="121" name="Google Shape;121;p2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22" name="Shape 122"/>
        <p:cNvGrpSpPr/>
        <p:nvPr/>
      </p:nvGrpSpPr>
      <p:grpSpPr>
        <a:xfrm>
          <a:off x="0" y="0"/>
          <a:ext cx="0" cy="0"/>
          <a:chOff x="0" y="0"/>
          <a:chExt cx="0" cy="0"/>
        </a:xfrm>
      </p:grpSpPr>
      <p:sp>
        <p:nvSpPr>
          <p:cNvPr id="123" name="Google Shape;123;p28"/>
          <p:cNvSpPr txBox="1"/>
          <p:nvPr>
            <p:ph type="title" hasCustomPrompt="1"/>
          </p:nvPr>
        </p:nvSpPr>
        <p:spPr>
          <a:xfrm>
            <a:off x="311700" y="1106125"/>
            <a:ext cx="8520600" cy="1963500"/>
          </a:xfrm>
          <a:prstGeom prst="rect">
            <a:avLst/>
          </a:prstGeom>
        </p:spPr>
        <p:txBody>
          <a:bodyPr spcFirstLastPara="1" wrap="square" lIns="0" tIns="91425" rIns="0"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24" name="Google Shape;124;p28"/>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800"/>
              </a:spcBef>
              <a:spcAft>
                <a:spcPts val="0"/>
              </a:spcAft>
              <a:buSzPts val="1400"/>
              <a:buChar char="•"/>
              <a:defRPr/>
            </a:lvl2pPr>
            <a:lvl3pPr marL="1371600" lvl="2" indent="-317500" algn="ctr">
              <a:spcBef>
                <a:spcPts val="800"/>
              </a:spcBef>
              <a:spcAft>
                <a:spcPts val="0"/>
              </a:spcAft>
              <a:buSzPts val="1400"/>
              <a:buChar char="•"/>
              <a:defRPr/>
            </a:lvl3pPr>
            <a:lvl4pPr marL="1828800" lvl="3" indent="-317500" algn="ctr">
              <a:spcBef>
                <a:spcPts val="800"/>
              </a:spcBef>
              <a:spcAft>
                <a:spcPts val="0"/>
              </a:spcAft>
              <a:buSzPts val="1400"/>
              <a:buChar char="•"/>
              <a:defRPr/>
            </a:lvl4pPr>
            <a:lvl5pPr marL="2286000" lvl="4" indent="-317500" algn="ctr">
              <a:spcBef>
                <a:spcPts val="800"/>
              </a:spcBef>
              <a:spcAft>
                <a:spcPts val="0"/>
              </a:spcAft>
              <a:buSzPts val="1400"/>
              <a:buChar char="•"/>
              <a:defRPr/>
            </a:lvl5pPr>
            <a:lvl6pPr marL="2743200" lvl="5" indent="-317500" algn="ctr">
              <a:spcBef>
                <a:spcPts val="800"/>
              </a:spcBef>
              <a:spcAft>
                <a:spcPts val="0"/>
              </a:spcAft>
              <a:buSzPts val="1400"/>
              <a:buChar char="•"/>
              <a:defRPr/>
            </a:lvl6pPr>
            <a:lvl7pPr marL="3200400" lvl="6" indent="-317500" algn="ctr">
              <a:spcBef>
                <a:spcPts val="800"/>
              </a:spcBef>
              <a:spcAft>
                <a:spcPts val="0"/>
              </a:spcAft>
              <a:buSzPts val="1400"/>
              <a:buChar char="•"/>
              <a:defRPr/>
            </a:lvl7pPr>
            <a:lvl8pPr marL="3657600" lvl="7" indent="-317500" algn="ctr">
              <a:spcBef>
                <a:spcPts val="800"/>
              </a:spcBef>
              <a:spcAft>
                <a:spcPts val="0"/>
              </a:spcAft>
              <a:buSzPts val="1400"/>
              <a:buChar char="•"/>
              <a:defRPr/>
            </a:lvl8pPr>
            <a:lvl9pPr marL="4114800" lvl="8" indent="-317500" algn="ctr">
              <a:spcBef>
                <a:spcPts val="800"/>
              </a:spcBef>
              <a:spcAft>
                <a:spcPts val="800"/>
              </a:spcAft>
              <a:buSzPts val="1400"/>
              <a:buChar char="•"/>
              <a:defRPr/>
            </a:lvl9pPr>
          </a:lstStyle>
          <a:p/>
        </p:txBody>
      </p:sp>
      <p:sp>
        <p:nvSpPr>
          <p:cNvPr id="125" name="Google Shape;125;p2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26" name="Shape 126"/>
        <p:cNvGrpSpPr/>
        <p:nvPr/>
      </p:nvGrpSpPr>
      <p:grpSpPr>
        <a:xfrm>
          <a:off x="0" y="0"/>
          <a:ext cx="0" cy="0"/>
          <a:chOff x="0" y="0"/>
          <a:chExt cx="0" cy="0"/>
        </a:xfrm>
      </p:grpSpPr>
      <p:sp>
        <p:nvSpPr>
          <p:cNvPr id="127" name="Google Shape;127;p2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ustom Layout 2">
  <p:cSld name="CUSTOM_3">
    <p:spTree>
      <p:nvGrpSpPr>
        <p:cNvPr id="128" name="Shape 128"/>
        <p:cNvGrpSpPr/>
        <p:nvPr/>
      </p:nvGrpSpPr>
      <p:grpSpPr>
        <a:xfrm>
          <a:off x="0" y="0"/>
          <a:ext cx="0" cy="0"/>
          <a:chOff x="0" y="0"/>
          <a:chExt cx="0" cy="0"/>
        </a:xfrm>
      </p:grpSpPr>
      <p:sp>
        <p:nvSpPr>
          <p:cNvPr id="129" name="Google Shape;129;p30"/>
          <p:cNvSpPr txBox="1"/>
          <p:nvPr>
            <p:ph type="body" idx="1"/>
          </p:nvPr>
        </p:nvSpPr>
        <p:spPr>
          <a:xfrm>
            <a:off x="457200" y="1293450"/>
            <a:ext cx="8229600" cy="32757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chemeClr val="dk1"/>
              </a:buClr>
              <a:buSzPts val="1600"/>
              <a:buChar char="•"/>
              <a:defRPr sz="1600">
                <a:solidFill>
                  <a:schemeClr val="dk1"/>
                </a:solidFill>
              </a:defRPr>
            </a:lvl1pPr>
            <a:lvl2pPr marL="914400" lvl="1" indent="-330200">
              <a:spcBef>
                <a:spcPts val="1000"/>
              </a:spcBef>
              <a:spcAft>
                <a:spcPts val="0"/>
              </a:spcAft>
              <a:buClr>
                <a:schemeClr val="dk1"/>
              </a:buClr>
              <a:buSzPts val="1600"/>
              <a:buChar char="•"/>
              <a:defRPr sz="1600">
                <a:solidFill>
                  <a:schemeClr val="dk1"/>
                </a:solidFill>
              </a:defRPr>
            </a:lvl2pPr>
            <a:lvl3pPr marL="1371600" lvl="2" indent="-330200">
              <a:spcBef>
                <a:spcPts val="1000"/>
              </a:spcBef>
              <a:spcAft>
                <a:spcPts val="0"/>
              </a:spcAft>
              <a:buClr>
                <a:schemeClr val="dk1"/>
              </a:buClr>
              <a:buSzPts val="1600"/>
              <a:buChar char="•"/>
              <a:defRPr sz="1600">
                <a:solidFill>
                  <a:schemeClr val="dk1"/>
                </a:solidFill>
              </a:defRPr>
            </a:lvl3pPr>
            <a:lvl4pPr marL="1828800" lvl="3" indent="-330200">
              <a:spcBef>
                <a:spcPts val="1000"/>
              </a:spcBef>
              <a:spcAft>
                <a:spcPts val="0"/>
              </a:spcAft>
              <a:buClr>
                <a:schemeClr val="dk1"/>
              </a:buClr>
              <a:buSzPts val="1600"/>
              <a:buChar char="•"/>
              <a:defRPr sz="1600">
                <a:solidFill>
                  <a:schemeClr val="dk1"/>
                </a:solidFill>
              </a:defRPr>
            </a:lvl4pPr>
            <a:lvl5pPr marL="2286000" lvl="4" indent="-330200">
              <a:spcBef>
                <a:spcPts val="1000"/>
              </a:spcBef>
              <a:spcAft>
                <a:spcPts val="0"/>
              </a:spcAft>
              <a:buClr>
                <a:schemeClr val="dk1"/>
              </a:buClr>
              <a:buSzPts val="1600"/>
              <a:buChar char="•"/>
              <a:defRPr sz="1600">
                <a:solidFill>
                  <a:schemeClr val="dk1"/>
                </a:solidFill>
              </a:defRPr>
            </a:lvl5pPr>
            <a:lvl6pPr marL="2743200" lvl="5" indent="-330200">
              <a:spcBef>
                <a:spcPts val="1000"/>
              </a:spcBef>
              <a:spcAft>
                <a:spcPts val="0"/>
              </a:spcAft>
              <a:buClr>
                <a:schemeClr val="dk1"/>
              </a:buClr>
              <a:buSzPts val="1600"/>
              <a:buChar char="•"/>
              <a:defRPr sz="1600">
                <a:solidFill>
                  <a:schemeClr val="dk1"/>
                </a:solidFill>
              </a:defRPr>
            </a:lvl6pPr>
            <a:lvl7pPr marL="3200400" lvl="6" indent="-330200">
              <a:spcBef>
                <a:spcPts val="1000"/>
              </a:spcBef>
              <a:spcAft>
                <a:spcPts val="0"/>
              </a:spcAft>
              <a:buClr>
                <a:schemeClr val="dk1"/>
              </a:buClr>
              <a:buSzPts val="1600"/>
              <a:buChar char="•"/>
              <a:defRPr sz="1600">
                <a:solidFill>
                  <a:schemeClr val="dk1"/>
                </a:solidFill>
              </a:defRPr>
            </a:lvl7pPr>
            <a:lvl8pPr marL="3657600" lvl="7" indent="-330200">
              <a:spcBef>
                <a:spcPts val="1000"/>
              </a:spcBef>
              <a:spcAft>
                <a:spcPts val="0"/>
              </a:spcAft>
              <a:buClr>
                <a:schemeClr val="dk1"/>
              </a:buClr>
              <a:buSzPts val="1600"/>
              <a:buChar char="•"/>
              <a:defRPr sz="1600">
                <a:solidFill>
                  <a:schemeClr val="dk1"/>
                </a:solidFill>
              </a:defRPr>
            </a:lvl8pPr>
            <a:lvl9pPr marL="4114800" lvl="8" indent="-330200">
              <a:spcBef>
                <a:spcPts val="1000"/>
              </a:spcBef>
              <a:spcAft>
                <a:spcPts val="1000"/>
              </a:spcAft>
              <a:buClr>
                <a:schemeClr val="dk1"/>
              </a:buClr>
              <a:buSzPts val="1600"/>
              <a:buChar char="•"/>
              <a:defRPr sz="1600">
                <a:solidFill>
                  <a:schemeClr val="dk1"/>
                </a:solidFill>
              </a:defRPr>
            </a:lvl9pPr>
          </a:lstStyle>
          <a:p/>
        </p:txBody>
      </p:sp>
      <p:sp>
        <p:nvSpPr>
          <p:cNvPr id="130" name="Google Shape;130;p30"/>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section-2">
  <p:cSld name="CUSTOM_3_2_1_1_1_1_1">
    <p:bg>
      <p:bgPr>
        <a:solidFill>
          <a:schemeClr val="lt1"/>
        </a:solidFill>
        <a:effectLst/>
      </p:bgPr>
    </p:bg>
    <p:spTree>
      <p:nvGrpSpPr>
        <p:cNvPr id="131" name="Shape 131"/>
        <p:cNvGrpSpPr/>
        <p:nvPr/>
      </p:nvGrpSpPr>
      <p:grpSpPr>
        <a:xfrm>
          <a:off x="0" y="0"/>
          <a:ext cx="0" cy="0"/>
          <a:chOff x="0" y="0"/>
          <a:chExt cx="0" cy="0"/>
        </a:xfrm>
      </p:grpSpPr>
      <p:sp>
        <p:nvSpPr>
          <p:cNvPr id="132" name="Google Shape;132;p31"/>
          <p:cNvSpPr txBox="1"/>
          <p:nvPr>
            <p:ph type="body" idx="1"/>
          </p:nvPr>
        </p:nvSpPr>
        <p:spPr>
          <a:xfrm>
            <a:off x="45720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33" name="Google Shape;133;p31"/>
          <p:cNvSpPr txBox="1"/>
          <p:nvPr>
            <p:ph type="subTitle" idx="2"/>
          </p:nvPr>
        </p:nvSpPr>
        <p:spPr>
          <a:xfrm>
            <a:off x="45720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34" name="Google Shape;134;p31"/>
          <p:cNvSpPr txBox="1"/>
          <p:nvPr>
            <p:ph type="body" idx="3"/>
          </p:nvPr>
        </p:nvSpPr>
        <p:spPr>
          <a:xfrm>
            <a:off x="326895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35" name="Google Shape;135;p31"/>
          <p:cNvSpPr txBox="1"/>
          <p:nvPr>
            <p:ph type="subTitle" idx="4"/>
          </p:nvPr>
        </p:nvSpPr>
        <p:spPr>
          <a:xfrm>
            <a:off x="326895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36" name="Google Shape;136;p31"/>
          <p:cNvSpPr txBox="1"/>
          <p:nvPr>
            <p:ph type="body" idx="5"/>
          </p:nvPr>
        </p:nvSpPr>
        <p:spPr>
          <a:xfrm>
            <a:off x="608070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37" name="Google Shape;137;p31"/>
          <p:cNvSpPr txBox="1"/>
          <p:nvPr>
            <p:ph type="subTitle" idx="6"/>
          </p:nvPr>
        </p:nvSpPr>
        <p:spPr>
          <a:xfrm>
            <a:off x="608070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38" name="Google Shape;138;p31"/>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Sections">
  <p:cSld name="4-Sections">
    <p:spTree>
      <p:nvGrpSpPr>
        <p:cNvPr id="128" name="Shape 128"/>
        <p:cNvGrpSpPr/>
        <p:nvPr/>
      </p:nvGrpSpPr>
      <p:grpSpPr>
        <a:xfrm>
          <a:off x="0" y="0"/>
          <a:ext cx="0" cy="0"/>
          <a:chOff x="0" y="0"/>
          <a:chExt cx="0" cy="0"/>
        </a:xfrm>
      </p:grpSpPr>
      <p:sp>
        <p:nvSpPr>
          <p:cNvPr id="129" name="Google Shape;129;p19"/>
          <p:cNvSpPr txBox="1"/>
          <p:nvPr>
            <p:ph type="title"/>
          </p:nvPr>
        </p:nvSpPr>
        <p:spPr>
          <a:xfrm>
            <a:off x="457200" y="342900"/>
            <a:ext cx="8229600" cy="5943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 name="Google Shape;130;p19"/>
          <p:cNvSpPr txBox="1"/>
          <p:nvPr>
            <p:ph type="body" idx="1"/>
          </p:nvPr>
        </p:nvSpPr>
        <p:spPr>
          <a:xfrm>
            <a:off x="457200"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1" name="Google Shape;131;p19"/>
          <p:cNvSpPr txBox="1"/>
          <p:nvPr>
            <p:ph type="body" idx="2"/>
          </p:nvPr>
        </p:nvSpPr>
        <p:spPr>
          <a:xfrm>
            <a:off x="2539746"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2" name="Google Shape;132;p19"/>
          <p:cNvSpPr txBox="1"/>
          <p:nvPr>
            <p:ph type="dt" idx="10"/>
          </p:nvPr>
        </p:nvSpPr>
        <p:spPr>
          <a:xfrm>
            <a:off x="457200" y="4800600"/>
            <a:ext cx="2229000" cy="2406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9"/>
          <p:cNvSpPr txBox="1"/>
          <p:nvPr>
            <p:ph type="ftr" idx="11"/>
          </p:nvPr>
        </p:nvSpPr>
        <p:spPr>
          <a:xfrm>
            <a:off x="2775585" y="4800600"/>
            <a:ext cx="3592800" cy="2406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9"/>
          <p:cNvSpPr txBox="1"/>
          <p:nvPr>
            <p:ph type="sldNum" idx="12"/>
          </p:nvPr>
        </p:nvSpPr>
        <p:spPr>
          <a:xfrm>
            <a:off x="6865620" y="4800600"/>
            <a:ext cx="1821300" cy="240600"/>
          </a:xfrm>
          <a:prstGeom prst="rect">
            <a:avLst/>
          </a:prstGeom>
          <a:noFill/>
          <a:ln>
            <a:noFill/>
          </a:ln>
        </p:spPr>
        <p:txBody>
          <a:bodyPr spcFirstLastPara="1" wrap="square" lIns="68575" tIns="34275" rIns="68575" bIns="34275"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
        <p:nvSpPr>
          <p:cNvPr id="135" name="Google Shape;135;p19"/>
          <p:cNvSpPr txBox="1"/>
          <p:nvPr>
            <p:ph type="body" idx="3"/>
          </p:nvPr>
        </p:nvSpPr>
        <p:spPr>
          <a:xfrm>
            <a:off x="457200"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36" name="Google Shape;136;p19"/>
          <p:cNvSpPr txBox="1"/>
          <p:nvPr>
            <p:ph type="body" idx="4"/>
          </p:nvPr>
        </p:nvSpPr>
        <p:spPr>
          <a:xfrm>
            <a:off x="2539746"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37" name="Google Shape;137;p19"/>
          <p:cNvSpPr txBox="1"/>
          <p:nvPr>
            <p:ph type="body" idx="5"/>
          </p:nvPr>
        </p:nvSpPr>
        <p:spPr>
          <a:xfrm>
            <a:off x="4622292"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8" name="Google Shape;138;p19"/>
          <p:cNvSpPr txBox="1"/>
          <p:nvPr>
            <p:ph type="body" idx="6"/>
          </p:nvPr>
        </p:nvSpPr>
        <p:spPr>
          <a:xfrm>
            <a:off x="6704838" y="1877673"/>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9" name="Google Shape;139;p19"/>
          <p:cNvSpPr txBox="1"/>
          <p:nvPr>
            <p:ph type="body" idx="7"/>
          </p:nvPr>
        </p:nvSpPr>
        <p:spPr>
          <a:xfrm>
            <a:off x="4622292"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40" name="Google Shape;140;p19"/>
          <p:cNvSpPr txBox="1"/>
          <p:nvPr>
            <p:ph type="body" idx="8"/>
          </p:nvPr>
        </p:nvSpPr>
        <p:spPr>
          <a:xfrm>
            <a:off x="6704838"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628650" y="4767263"/>
            <a:ext cx="2057400" cy="273844"/>
          </a:xfrm>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a:xfrm>
            <a:off x="3028950" y="4767263"/>
            <a:ext cx="3086100" cy="273844"/>
          </a:xfrm>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1" Type="http://schemas.openxmlformats.org/officeDocument/2006/relationships/theme" Target="../theme/theme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342900"/>
            <a:ext cx="7782900" cy="572700"/>
          </a:xfrm>
          <a:prstGeom prst="rect">
            <a:avLst/>
          </a:prstGeom>
          <a:noFill/>
          <a:ln>
            <a:noFill/>
          </a:ln>
        </p:spPr>
        <p:txBody>
          <a:bodyPr spcFirstLastPara="1" wrap="square" lIns="0" tIns="91425" rIns="0" bIns="91425" anchor="b" anchorCtr="0">
            <a:normAutofit/>
          </a:bodyPr>
          <a:lstStyle>
            <a:lvl1pPr lvl="0">
              <a:lnSpc>
                <a:spcPct val="75000"/>
              </a:lnSpc>
              <a:spcBef>
                <a:spcPts val="0"/>
              </a:spcBef>
              <a:spcAft>
                <a:spcPts val="0"/>
              </a:spcAft>
              <a:buClr>
                <a:schemeClr val="dk1"/>
              </a:buClr>
              <a:buSzPts val="2800"/>
              <a:buFont typeface="Helvetica Neue" panose="020B0604020202020204"/>
              <a:buNone/>
              <a:defRPr sz="2800" b="1">
                <a:solidFill>
                  <a:schemeClr val="dk1"/>
                </a:solidFill>
                <a:latin typeface="Helvetica Neue" panose="020B0604020202020204"/>
                <a:ea typeface="Helvetica Neue" panose="020B0604020202020204"/>
                <a:cs typeface="Helvetica Neue" panose="020B0604020202020204"/>
                <a:sym typeface="Helvetica Neue" panose="020B0604020202020204"/>
              </a:defRPr>
            </a:lvl1pPr>
            <a:lvl2pPr lvl="1">
              <a:lnSpc>
                <a:spcPct val="75000"/>
              </a:lnSpc>
              <a:spcBef>
                <a:spcPts val="0"/>
              </a:spcBef>
              <a:spcAft>
                <a:spcPts val="0"/>
              </a:spcAft>
              <a:buClr>
                <a:schemeClr val="dk1"/>
              </a:buClr>
              <a:buSzPts val="2800"/>
              <a:buFont typeface="Helvetica Neue" panose="020B0604020202020204"/>
              <a:buNone/>
              <a:defRPr sz="2800" b="1">
                <a:solidFill>
                  <a:schemeClr val="dk1"/>
                </a:solidFill>
                <a:latin typeface="Helvetica Neue" panose="020B0604020202020204"/>
                <a:ea typeface="Helvetica Neue" panose="020B0604020202020204"/>
                <a:cs typeface="Helvetica Neue" panose="020B0604020202020204"/>
                <a:sym typeface="Helvetica Neue" panose="020B0604020202020204"/>
              </a:defRPr>
            </a:lvl2pPr>
            <a:lvl3pPr lvl="2">
              <a:lnSpc>
                <a:spcPct val="75000"/>
              </a:lnSpc>
              <a:spcBef>
                <a:spcPts val="0"/>
              </a:spcBef>
              <a:spcAft>
                <a:spcPts val="0"/>
              </a:spcAft>
              <a:buClr>
                <a:schemeClr val="dk1"/>
              </a:buClr>
              <a:buSzPts val="2800"/>
              <a:buFont typeface="Helvetica Neue" panose="020B0604020202020204"/>
              <a:buNone/>
              <a:defRPr sz="2800" b="1">
                <a:solidFill>
                  <a:schemeClr val="dk1"/>
                </a:solidFill>
                <a:latin typeface="Helvetica Neue" panose="020B0604020202020204"/>
                <a:ea typeface="Helvetica Neue" panose="020B0604020202020204"/>
                <a:cs typeface="Helvetica Neue" panose="020B0604020202020204"/>
                <a:sym typeface="Helvetica Neue" panose="020B0604020202020204"/>
              </a:defRPr>
            </a:lvl3pPr>
            <a:lvl4pPr lvl="3">
              <a:lnSpc>
                <a:spcPct val="75000"/>
              </a:lnSpc>
              <a:spcBef>
                <a:spcPts val="0"/>
              </a:spcBef>
              <a:spcAft>
                <a:spcPts val="0"/>
              </a:spcAft>
              <a:buClr>
                <a:schemeClr val="dk1"/>
              </a:buClr>
              <a:buSzPts val="2800"/>
              <a:buFont typeface="Helvetica Neue" panose="020B0604020202020204"/>
              <a:buNone/>
              <a:defRPr sz="2800" b="1">
                <a:solidFill>
                  <a:schemeClr val="dk1"/>
                </a:solidFill>
                <a:latin typeface="Helvetica Neue" panose="020B0604020202020204"/>
                <a:ea typeface="Helvetica Neue" panose="020B0604020202020204"/>
                <a:cs typeface="Helvetica Neue" panose="020B0604020202020204"/>
                <a:sym typeface="Helvetica Neue" panose="020B0604020202020204"/>
              </a:defRPr>
            </a:lvl4pPr>
            <a:lvl5pPr lvl="4">
              <a:lnSpc>
                <a:spcPct val="75000"/>
              </a:lnSpc>
              <a:spcBef>
                <a:spcPts val="0"/>
              </a:spcBef>
              <a:spcAft>
                <a:spcPts val="0"/>
              </a:spcAft>
              <a:buClr>
                <a:schemeClr val="dk1"/>
              </a:buClr>
              <a:buSzPts val="2800"/>
              <a:buFont typeface="Helvetica Neue" panose="020B0604020202020204"/>
              <a:buNone/>
              <a:defRPr sz="2800" b="1">
                <a:solidFill>
                  <a:schemeClr val="dk1"/>
                </a:solidFill>
                <a:latin typeface="Helvetica Neue" panose="020B0604020202020204"/>
                <a:ea typeface="Helvetica Neue" panose="020B0604020202020204"/>
                <a:cs typeface="Helvetica Neue" panose="020B0604020202020204"/>
                <a:sym typeface="Helvetica Neue" panose="020B0604020202020204"/>
              </a:defRPr>
            </a:lvl5pPr>
            <a:lvl6pPr lvl="5">
              <a:lnSpc>
                <a:spcPct val="75000"/>
              </a:lnSpc>
              <a:spcBef>
                <a:spcPts val="0"/>
              </a:spcBef>
              <a:spcAft>
                <a:spcPts val="0"/>
              </a:spcAft>
              <a:buClr>
                <a:schemeClr val="dk1"/>
              </a:buClr>
              <a:buSzPts val="2800"/>
              <a:buFont typeface="Helvetica Neue" panose="020B0604020202020204"/>
              <a:buNone/>
              <a:defRPr sz="2800" b="1">
                <a:solidFill>
                  <a:schemeClr val="dk1"/>
                </a:solidFill>
                <a:latin typeface="Helvetica Neue" panose="020B0604020202020204"/>
                <a:ea typeface="Helvetica Neue" panose="020B0604020202020204"/>
                <a:cs typeface="Helvetica Neue" panose="020B0604020202020204"/>
                <a:sym typeface="Helvetica Neue" panose="020B0604020202020204"/>
              </a:defRPr>
            </a:lvl6pPr>
            <a:lvl7pPr lvl="6">
              <a:lnSpc>
                <a:spcPct val="75000"/>
              </a:lnSpc>
              <a:spcBef>
                <a:spcPts val="0"/>
              </a:spcBef>
              <a:spcAft>
                <a:spcPts val="0"/>
              </a:spcAft>
              <a:buClr>
                <a:schemeClr val="dk1"/>
              </a:buClr>
              <a:buSzPts val="2800"/>
              <a:buFont typeface="Helvetica Neue" panose="020B0604020202020204"/>
              <a:buNone/>
              <a:defRPr sz="2800" b="1">
                <a:solidFill>
                  <a:schemeClr val="dk1"/>
                </a:solidFill>
                <a:latin typeface="Helvetica Neue" panose="020B0604020202020204"/>
                <a:ea typeface="Helvetica Neue" panose="020B0604020202020204"/>
                <a:cs typeface="Helvetica Neue" panose="020B0604020202020204"/>
                <a:sym typeface="Helvetica Neue" panose="020B0604020202020204"/>
              </a:defRPr>
            </a:lvl7pPr>
            <a:lvl8pPr lvl="7">
              <a:lnSpc>
                <a:spcPct val="75000"/>
              </a:lnSpc>
              <a:spcBef>
                <a:spcPts val="0"/>
              </a:spcBef>
              <a:spcAft>
                <a:spcPts val="0"/>
              </a:spcAft>
              <a:buClr>
                <a:schemeClr val="dk1"/>
              </a:buClr>
              <a:buSzPts val="2800"/>
              <a:buFont typeface="Helvetica Neue" panose="020B0604020202020204"/>
              <a:buNone/>
              <a:defRPr sz="2800" b="1">
                <a:solidFill>
                  <a:schemeClr val="dk1"/>
                </a:solidFill>
                <a:latin typeface="Helvetica Neue" panose="020B0604020202020204"/>
                <a:ea typeface="Helvetica Neue" panose="020B0604020202020204"/>
                <a:cs typeface="Helvetica Neue" panose="020B0604020202020204"/>
                <a:sym typeface="Helvetica Neue" panose="020B0604020202020204"/>
              </a:defRPr>
            </a:lvl8pPr>
            <a:lvl9pPr lvl="8">
              <a:lnSpc>
                <a:spcPct val="75000"/>
              </a:lnSpc>
              <a:spcBef>
                <a:spcPts val="0"/>
              </a:spcBef>
              <a:spcAft>
                <a:spcPts val="0"/>
              </a:spcAft>
              <a:buClr>
                <a:schemeClr val="dk1"/>
              </a:buClr>
              <a:buSzPts val="2800"/>
              <a:buFont typeface="Helvetica Neue" panose="020B0604020202020204"/>
              <a:buNone/>
              <a:defRPr sz="2800" b="1">
                <a:solidFill>
                  <a:schemeClr val="dk1"/>
                </a:solidFill>
                <a:latin typeface="Helvetica Neue" panose="020B0604020202020204"/>
                <a:ea typeface="Helvetica Neue" panose="020B0604020202020204"/>
                <a:cs typeface="Helvetica Neue" panose="020B0604020202020204"/>
                <a:sym typeface="Helvetica Neue" panose="020B0604020202020204"/>
              </a:defRPr>
            </a:lvl9pPr>
          </a:lstStyle>
          <a:p/>
        </p:txBody>
      </p:sp>
      <p:sp>
        <p:nvSpPr>
          <p:cNvPr id="52" name="Google Shape;52;p13"/>
          <p:cNvSpPr txBox="1"/>
          <p:nvPr>
            <p:ph type="body" idx="1"/>
          </p:nvPr>
        </p:nvSpPr>
        <p:spPr>
          <a:xfrm>
            <a:off x="457200" y="915600"/>
            <a:ext cx="5709600" cy="36534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dk1"/>
              </a:buClr>
              <a:buSzPts val="1400"/>
              <a:buFont typeface="Helvetica Neue" panose="020B0604020202020204"/>
              <a:buChar char="•"/>
              <a:defRPr>
                <a:solidFill>
                  <a:schemeClr val="dk1"/>
                </a:solidFill>
                <a:latin typeface="Helvetica Neue" panose="020B0604020202020204"/>
                <a:ea typeface="Helvetica Neue" panose="020B0604020202020204"/>
                <a:cs typeface="Helvetica Neue" panose="020B0604020202020204"/>
                <a:sym typeface="Helvetica Neue" panose="020B0604020202020204"/>
              </a:defRPr>
            </a:lvl1pPr>
            <a:lvl2pPr marL="914400" lvl="1" indent="-317500">
              <a:lnSpc>
                <a:spcPct val="100000"/>
              </a:lnSpc>
              <a:spcBef>
                <a:spcPts val="800"/>
              </a:spcBef>
              <a:spcAft>
                <a:spcPts val="0"/>
              </a:spcAft>
              <a:buClr>
                <a:schemeClr val="dk1"/>
              </a:buClr>
              <a:buSzPts val="1400"/>
              <a:buFont typeface="Helvetica Neue" panose="020B0604020202020204"/>
              <a:buChar char="•"/>
              <a:defRPr>
                <a:solidFill>
                  <a:schemeClr val="dk1"/>
                </a:solidFill>
                <a:latin typeface="Helvetica Neue" panose="020B0604020202020204"/>
                <a:ea typeface="Helvetica Neue" panose="020B0604020202020204"/>
                <a:cs typeface="Helvetica Neue" panose="020B0604020202020204"/>
                <a:sym typeface="Helvetica Neue" panose="020B0604020202020204"/>
              </a:defRPr>
            </a:lvl2pPr>
            <a:lvl3pPr marL="1371600" lvl="2" indent="-317500">
              <a:lnSpc>
                <a:spcPct val="100000"/>
              </a:lnSpc>
              <a:spcBef>
                <a:spcPts val="800"/>
              </a:spcBef>
              <a:spcAft>
                <a:spcPts val="0"/>
              </a:spcAft>
              <a:buClr>
                <a:schemeClr val="dk1"/>
              </a:buClr>
              <a:buSzPts val="1400"/>
              <a:buFont typeface="Helvetica Neue" panose="020B0604020202020204"/>
              <a:buChar char="•"/>
              <a:defRPr>
                <a:solidFill>
                  <a:schemeClr val="dk1"/>
                </a:solidFill>
                <a:latin typeface="Helvetica Neue" panose="020B0604020202020204"/>
                <a:ea typeface="Helvetica Neue" panose="020B0604020202020204"/>
                <a:cs typeface="Helvetica Neue" panose="020B0604020202020204"/>
                <a:sym typeface="Helvetica Neue" panose="020B0604020202020204"/>
              </a:defRPr>
            </a:lvl3pPr>
            <a:lvl4pPr marL="1828800" lvl="3" indent="-317500">
              <a:lnSpc>
                <a:spcPct val="100000"/>
              </a:lnSpc>
              <a:spcBef>
                <a:spcPts val="800"/>
              </a:spcBef>
              <a:spcAft>
                <a:spcPts val="0"/>
              </a:spcAft>
              <a:buClr>
                <a:schemeClr val="dk1"/>
              </a:buClr>
              <a:buSzPts val="1400"/>
              <a:buFont typeface="Helvetica Neue" panose="020B0604020202020204"/>
              <a:buChar char="•"/>
              <a:defRPr>
                <a:solidFill>
                  <a:schemeClr val="dk1"/>
                </a:solidFill>
                <a:latin typeface="Helvetica Neue" panose="020B0604020202020204"/>
                <a:ea typeface="Helvetica Neue" panose="020B0604020202020204"/>
                <a:cs typeface="Helvetica Neue" panose="020B0604020202020204"/>
                <a:sym typeface="Helvetica Neue" panose="020B0604020202020204"/>
              </a:defRPr>
            </a:lvl4pPr>
            <a:lvl5pPr marL="2286000" lvl="4" indent="-317500">
              <a:lnSpc>
                <a:spcPct val="100000"/>
              </a:lnSpc>
              <a:spcBef>
                <a:spcPts val="800"/>
              </a:spcBef>
              <a:spcAft>
                <a:spcPts val="0"/>
              </a:spcAft>
              <a:buClr>
                <a:schemeClr val="dk1"/>
              </a:buClr>
              <a:buSzPts val="1400"/>
              <a:buFont typeface="Helvetica Neue" panose="020B0604020202020204"/>
              <a:buChar char="•"/>
              <a:defRPr>
                <a:solidFill>
                  <a:schemeClr val="dk1"/>
                </a:solidFill>
                <a:latin typeface="Helvetica Neue" panose="020B0604020202020204"/>
                <a:ea typeface="Helvetica Neue" panose="020B0604020202020204"/>
                <a:cs typeface="Helvetica Neue" panose="020B0604020202020204"/>
                <a:sym typeface="Helvetica Neue" panose="020B0604020202020204"/>
              </a:defRPr>
            </a:lvl5pPr>
            <a:lvl6pPr marL="2743200" lvl="5" indent="-317500">
              <a:lnSpc>
                <a:spcPct val="100000"/>
              </a:lnSpc>
              <a:spcBef>
                <a:spcPts val="800"/>
              </a:spcBef>
              <a:spcAft>
                <a:spcPts val="0"/>
              </a:spcAft>
              <a:buClr>
                <a:schemeClr val="dk1"/>
              </a:buClr>
              <a:buSzPts val="1400"/>
              <a:buFont typeface="Helvetica Neue" panose="020B0604020202020204"/>
              <a:buChar char="•"/>
              <a:defRPr>
                <a:solidFill>
                  <a:schemeClr val="dk1"/>
                </a:solidFill>
                <a:latin typeface="Helvetica Neue" panose="020B0604020202020204"/>
                <a:ea typeface="Helvetica Neue" panose="020B0604020202020204"/>
                <a:cs typeface="Helvetica Neue" panose="020B0604020202020204"/>
                <a:sym typeface="Helvetica Neue" panose="020B0604020202020204"/>
              </a:defRPr>
            </a:lvl6pPr>
            <a:lvl7pPr marL="3200400" lvl="6" indent="-317500">
              <a:lnSpc>
                <a:spcPct val="100000"/>
              </a:lnSpc>
              <a:spcBef>
                <a:spcPts val="800"/>
              </a:spcBef>
              <a:spcAft>
                <a:spcPts val="0"/>
              </a:spcAft>
              <a:buClr>
                <a:schemeClr val="dk1"/>
              </a:buClr>
              <a:buSzPts val="1400"/>
              <a:buFont typeface="Helvetica Neue" panose="020B0604020202020204"/>
              <a:buChar char="•"/>
              <a:defRPr>
                <a:solidFill>
                  <a:schemeClr val="dk1"/>
                </a:solidFill>
                <a:latin typeface="Helvetica Neue" panose="020B0604020202020204"/>
                <a:ea typeface="Helvetica Neue" panose="020B0604020202020204"/>
                <a:cs typeface="Helvetica Neue" panose="020B0604020202020204"/>
                <a:sym typeface="Helvetica Neue" panose="020B0604020202020204"/>
              </a:defRPr>
            </a:lvl7pPr>
            <a:lvl8pPr marL="3657600" lvl="7" indent="-317500">
              <a:lnSpc>
                <a:spcPct val="100000"/>
              </a:lnSpc>
              <a:spcBef>
                <a:spcPts val="800"/>
              </a:spcBef>
              <a:spcAft>
                <a:spcPts val="0"/>
              </a:spcAft>
              <a:buClr>
                <a:schemeClr val="dk1"/>
              </a:buClr>
              <a:buSzPts val="1400"/>
              <a:buFont typeface="Helvetica Neue" panose="020B0604020202020204"/>
              <a:buChar char="•"/>
              <a:defRPr>
                <a:solidFill>
                  <a:schemeClr val="dk1"/>
                </a:solidFill>
                <a:latin typeface="Helvetica Neue" panose="020B0604020202020204"/>
                <a:ea typeface="Helvetica Neue" panose="020B0604020202020204"/>
                <a:cs typeface="Helvetica Neue" panose="020B0604020202020204"/>
                <a:sym typeface="Helvetica Neue" panose="020B0604020202020204"/>
              </a:defRPr>
            </a:lvl8pPr>
            <a:lvl9pPr marL="4114800" lvl="8" indent="-317500">
              <a:lnSpc>
                <a:spcPct val="100000"/>
              </a:lnSpc>
              <a:spcBef>
                <a:spcPts val="800"/>
              </a:spcBef>
              <a:spcAft>
                <a:spcPts val="800"/>
              </a:spcAft>
              <a:buClr>
                <a:schemeClr val="dk1"/>
              </a:buClr>
              <a:buSzPts val="1400"/>
              <a:buFont typeface="Helvetica Neue" panose="020B0604020202020204"/>
              <a:buChar char="•"/>
              <a:defRPr>
                <a:solidFill>
                  <a:schemeClr val="dk1"/>
                </a:solidFill>
                <a:latin typeface="Helvetica Neue" panose="020B0604020202020204"/>
                <a:ea typeface="Helvetica Neue" panose="020B0604020202020204"/>
                <a:cs typeface="Helvetica Neue" panose="020B0604020202020204"/>
                <a:sym typeface="Helvetica Neue" panose="020B0604020202020204"/>
              </a:defRPr>
            </a:lvl9pPr>
          </a:lstStyle>
          <a:p/>
        </p:txBody>
      </p:sp>
      <p:sp>
        <p:nvSpPr>
          <p:cNvPr id="53" name="Google Shape;53;p1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Helvetica Neue" panose="020B0604020202020204"/>
                <a:ea typeface="Helvetica Neue" panose="020B0604020202020204"/>
                <a:cs typeface="Helvetica Neue" panose="020B0604020202020204"/>
                <a:sym typeface="Helvetica Neue" panose="020B0604020202020204"/>
              </a:defRPr>
            </a:lvl1pPr>
            <a:lvl2pPr lvl="1" algn="r">
              <a:buNone/>
              <a:defRPr sz="1000">
                <a:solidFill>
                  <a:schemeClr val="dk2"/>
                </a:solidFill>
                <a:latin typeface="Helvetica Neue" panose="020B0604020202020204"/>
                <a:ea typeface="Helvetica Neue" panose="020B0604020202020204"/>
                <a:cs typeface="Helvetica Neue" panose="020B0604020202020204"/>
                <a:sym typeface="Helvetica Neue" panose="020B0604020202020204"/>
              </a:defRPr>
            </a:lvl2pPr>
            <a:lvl3pPr lvl="2" algn="r">
              <a:buNone/>
              <a:defRPr sz="1000">
                <a:solidFill>
                  <a:schemeClr val="dk2"/>
                </a:solidFill>
                <a:latin typeface="Helvetica Neue" panose="020B0604020202020204"/>
                <a:ea typeface="Helvetica Neue" panose="020B0604020202020204"/>
                <a:cs typeface="Helvetica Neue" panose="020B0604020202020204"/>
                <a:sym typeface="Helvetica Neue" panose="020B0604020202020204"/>
              </a:defRPr>
            </a:lvl3pPr>
            <a:lvl4pPr lvl="3" algn="r">
              <a:buNone/>
              <a:defRPr sz="1000">
                <a:solidFill>
                  <a:schemeClr val="dk2"/>
                </a:solidFill>
                <a:latin typeface="Helvetica Neue" panose="020B0604020202020204"/>
                <a:ea typeface="Helvetica Neue" panose="020B0604020202020204"/>
                <a:cs typeface="Helvetica Neue" panose="020B0604020202020204"/>
                <a:sym typeface="Helvetica Neue" panose="020B0604020202020204"/>
              </a:defRPr>
            </a:lvl4pPr>
            <a:lvl5pPr lvl="4" algn="r">
              <a:buNone/>
              <a:defRPr sz="1000">
                <a:solidFill>
                  <a:schemeClr val="dk2"/>
                </a:solidFill>
                <a:latin typeface="Helvetica Neue" panose="020B0604020202020204"/>
                <a:ea typeface="Helvetica Neue" panose="020B0604020202020204"/>
                <a:cs typeface="Helvetica Neue" panose="020B0604020202020204"/>
                <a:sym typeface="Helvetica Neue" panose="020B0604020202020204"/>
              </a:defRPr>
            </a:lvl5pPr>
            <a:lvl6pPr lvl="5" algn="r">
              <a:buNone/>
              <a:defRPr sz="1000">
                <a:solidFill>
                  <a:schemeClr val="dk2"/>
                </a:solidFill>
                <a:latin typeface="Helvetica Neue" panose="020B0604020202020204"/>
                <a:ea typeface="Helvetica Neue" panose="020B0604020202020204"/>
                <a:cs typeface="Helvetica Neue" panose="020B0604020202020204"/>
                <a:sym typeface="Helvetica Neue" panose="020B0604020202020204"/>
              </a:defRPr>
            </a:lvl6pPr>
            <a:lvl7pPr lvl="6" algn="r">
              <a:buNone/>
              <a:defRPr sz="1000">
                <a:solidFill>
                  <a:schemeClr val="dk2"/>
                </a:solidFill>
                <a:latin typeface="Helvetica Neue" panose="020B0604020202020204"/>
                <a:ea typeface="Helvetica Neue" panose="020B0604020202020204"/>
                <a:cs typeface="Helvetica Neue" panose="020B0604020202020204"/>
                <a:sym typeface="Helvetica Neue" panose="020B0604020202020204"/>
              </a:defRPr>
            </a:lvl7pPr>
            <a:lvl8pPr lvl="7" algn="r">
              <a:buNone/>
              <a:defRPr sz="1000">
                <a:solidFill>
                  <a:schemeClr val="dk2"/>
                </a:solidFill>
                <a:latin typeface="Helvetica Neue" panose="020B0604020202020204"/>
                <a:ea typeface="Helvetica Neue" panose="020B0604020202020204"/>
                <a:cs typeface="Helvetica Neue" panose="020B0604020202020204"/>
                <a:sym typeface="Helvetica Neue" panose="020B0604020202020204"/>
              </a:defRPr>
            </a:lvl8pPr>
            <a:lvl9pPr lvl="8" algn="r">
              <a:buNone/>
              <a:defRPr sz="1000">
                <a:solidFill>
                  <a:schemeClr val="dk2"/>
                </a:solidFill>
                <a:latin typeface="Helvetica Neue" panose="020B0604020202020204"/>
                <a:ea typeface="Helvetica Neue" panose="020B0604020202020204"/>
                <a:cs typeface="Helvetica Neue" panose="020B0604020202020204"/>
                <a:sym typeface="Helvetica Neue"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30.xml"/><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8.xml"/><Relationship Id="rId2" Type="http://schemas.openxmlformats.org/officeDocument/2006/relationships/image" Target="../media/image1.png"/><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5.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image" Target="../media/image1.png"/><Relationship Id="rId1"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42" name="Shape 142"/>
        <p:cNvGrpSpPr/>
        <p:nvPr/>
      </p:nvGrpSpPr>
      <p:grpSpPr>
        <a:xfrm>
          <a:off x="0" y="0"/>
          <a:ext cx="0" cy="0"/>
          <a:chOff x="0" y="0"/>
          <a:chExt cx="0" cy="0"/>
        </a:xfrm>
      </p:grpSpPr>
      <p:sp>
        <p:nvSpPr>
          <p:cNvPr id="143" name="Google Shape;143;p32" descr="presentation_title"/>
          <p:cNvSpPr txBox="1"/>
          <p:nvPr>
            <p:ph type="ctrTitle"/>
          </p:nvPr>
        </p:nvSpPr>
        <p:spPr>
          <a:xfrm>
            <a:off x="348525" y="816450"/>
            <a:ext cx="6140400" cy="3510600"/>
          </a:xfrm>
          <a:prstGeom prst="rect">
            <a:avLst/>
          </a:prstGeom>
        </p:spPr>
        <p:txBody>
          <a:bodyPr spcFirstLastPara="1" wrap="square" lIns="0" tIns="91425" rIns="91425" bIns="91425" anchor="ctr" anchorCtr="0">
            <a:noAutofit/>
          </a:bodyPr>
          <a:lstStyle/>
          <a:p>
            <a:pPr marL="0" lvl="0" indent="0" algn="l" rtl="0">
              <a:spcBef>
                <a:spcPts val="0"/>
              </a:spcBef>
              <a:spcAft>
                <a:spcPts val="0"/>
              </a:spcAft>
              <a:buNone/>
            </a:pPr>
            <a:r>
              <a:rPr lang="en-GB"/>
              <a:t>Model </a:t>
            </a:r>
            <a:r>
              <a:rPr lang="en-IN" altLang="en-GB"/>
              <a:t>Trainer </a:t>
            </a:r>
            <a:r>
              <a:rPr lang="en-GB"/>
              <a:t>Behavior</a:t>
            </a:r>
            <a:endParaRPr>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pic>
        <p:nvPicPr>
          <p:cNvPr id="7" name="Picture 6" descr="pixelcut-export (1)"/>
          <p:cNvPicPr>
            <a:picLocks noChangeAspect="1"/>
          </p:cNvPicPr>
          <p:nvPr/>
        </p:nvPicPr>
        <p:blipFill>
          <a:blip r:embed="rId1"/>
          <a:srcRect t="22967" b="48563"/>
          <a:stretch>
            <a:fillRect/>
          </a:stretch>
        </p:blipFill>
        <p:spPr>
          <a:xfrm>
            <a:off x="4837430" y="518795"/>
            <a:ext cx="4306570" cy="12268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19" name="Shape 119"/>
        <p:cNvGrpSpPr/>
        <p:nvPr/>
      </p:nvGrpSpPr>
      <p:grpSpPr>
        <a:xfrm>
          <a:off x="0" y="0"/>
          <a:ext cx="0" cy="0"/>
          <a:chOff x="0" y="0"/>
          <a:chExt cx="0" cy="0"/>
        </a:xfrm>
      </p:grpSpPr>
      <p:pic>
        <p:nvPicPr>
          <p:cNvPr id="120" name="Google Shape;120;p21" descr="logo"/>
          <p:cNvPicPr preferRelativeResize="0"/>
          <p:nvPr/>
        </p:nvPicPr>
        <p:blipFill>
          <a:blip r:embed="rId1"/>
          <a:stretch>
            <a:fillRect/>
          </a:stretch>
        </p:blipFill>
        <p:spPr>
          <a:xfrm>
            <a:off x="488050" y="4799275"/>
            <a:ext cx="1371600" cy="146304"/>
          </a:xfrm>
          <a:prstGeom prst="rect">
            <a:avLst/>
          </a:prstGeom>
          <a:noFill/>
          <a:ln>
            <a:noFill/>
          </a:ln>
        </p:spPr>
      </p:pic>
      <p:sp>
        <p:nvSpPr>
          <p:cNvPr id="122" name="Google Shape;122;p21" descr="detail_0"/>
          <p:cNvSpPr txBox="1"/>
          <p:nvPr/>
        </p:nvSpPr>
        <p:spPr>
          <a:xfrm>
            <a:off x="4923175" y="474475"/>
            <a:ext cx="3808800" cy="4453200"/>
          </a:xfrm>
          <a:prstGeom prst="rect">
            <a:avLst/>
          </a:prstGeom>
          <a:noFill/>
          <a:ln>
            <a:noFill/>
          </a:ln>
        </p:spPr>
        <p:txBody>
          <a:bodyPr spcFirstLastPara="1" wrap="square" lIns="91425" tIns="91425" rIns="91425" bIns="91425" anchor="ctr" anchorCtr="0">
            <a:noAutofit/>
          </a:bodyPr>
          <a:lstStyle/>
          <a:p>
            <a:pPr marL="0" indent="0" algn="just" defTabSz="266700">
              <a:spcAft>
                <a:spcPct val="0"/>
              </a:spcAft>
            </a:pPr>
            <a:r>
              <a:rPr sz="1200" b="1">
                <a:solidFill>
                  <a:schemeClr val="bg1"/>
                </a:solidFill>
                <a:latin typeface="Heiti SC Medium" panose="02000000000000000000" charset="-122"/>
                <a:ea typeface="Heiti SC Medium" panose="02000000000000000000" charset="-122"/>
                <a:sym typeface="+mn-ea"/>
              </a:rPr>
              <a:t>MySkill - Empowering womanhood,  is program with a vision to give a platform to all the women for diversifying their existing skills to meet today's challenges. MySkill aims at building actual competencies to achieve their highest desired level of independence and inclusion in their communities.</a:t>
            </a:r>
            <a:endParaRPr sz="1200" b="1" i="0">
              <a:solidFill>
                <a:schemeClr val="bg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bg1"/>
                </a:solidFill>
                <a:latin typeface="Heiti SC Medium" panose="02000000000000000000" charset="-122"/>
                <a:ea typeface="Heiti SC Medium" panose="02000000000000000000" charset="-122"/>
                <a:sym typeface="+mn-ea"/>
              </a:rPr>
              <a:t> </a:t>
            </a:r>
            <a:endParaRPr sz="1200" b="1" i="0">
              <a:solidFill>
                <a:schemeClr val="bg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bg1"/>
                </a:solidFill>
                <a:latin typeface="Heiti SC Medium" panose="02000000000000000000" charset="-122"/>
                <a:ea typeface="Heiti SC Medium" panose="02000000000000000000" charset="-122"/>
                <a:sym typeface="+mn-ea"/>
              </a:rPr>
              <a:t>MySkill has partnered with institutes who have a proven track record of training and empowering women through various educational and experiential learning in the past. </a:t>
            </a:r>
            <a:endParaRPr sz="1200" b="1" i="0">
              <a:solidFill>
                <a:schemeClr val="bg1"/>
              </a:solidFill>
              <a:latin typeface="Heiti SC Medium" panose="02000000000000000000" charset="-122"/>
              <a:ea typeface="Heiti SC Medium" panose="02000000000000000000" charset="-122"/>
            </a:endParaRPr>
          </a:p>
          <a:p>
            <a:pPr marL="0" indent="0" defTabSz="266700">
              <a:spcAft>
                <a:spcPct val="0"/>
              </a:spcAft>
            </a:pPr>
            <a:endParaRPr sz="1200" b="1" i="0">
              <a:solidFill>
                <a:schemeClr val="bg1"/>
              </a:solidFill>
              <a:latin typeface="Calibri" panose="020F0502020204030204"/>
              <a:ea typeface="Arial" panose="020B0604020202020204"/>
            </a:endParaRPr>
          </a:p>
          <a:p>
            <a:pPr marL="0" indent="0" algn="just" defTabSz="266700">
              <a:spcAft>
                <a:spcPct val="0"/>
              </a:spcAft>
            </a:pPr>
            <a:r>
              <a:rPr sz="1200" b="1">
                <a:solidFill>
                  <a:schemeClr val="bg1"/>
                </a:solidFill>
                <a:latin typeface="Heiti SC Medium" panose="02000000000000000000" charset="-122"/>
                <a:ea typeface="Heiti SC Medium" panose="02000000000000000000" charset="-122"/>
                <a:sym typeface="+mn-ea"/>
              </a:rPr>
              <a:t>MySkill offers a platform for all aspiring women who want to have a greater expansion in professional and personal growth which in turn  contribute to structural transformation and economic growth by enhancing employability.</a:t>
            </a:r>
            <a:endParaRPr sz="1200" b="1" i="0">
              <a:solidFill>
                <a:schemeClr val="bg1"/>
              </a:solidFill>
              <a:latin typeface="Heiti SC Medium" panose="02000000000000000000" charset="-122"/>
              <a:ea typeface="Heiti SC Medium" panose="02000000000000000000" charset="-122"/>
            </a:endParaRPr>
          </a:p>
          <a:p>
            <a:pPr marL="0" indent="0" defTabSz="266700">
              <a:spcAft>
                <a:spcPct val="0"/>
              </a:spcAft>
            </a:pPr>
            <a:r>
              <a:rPr sz="1200" b="1">
                <a:solidFill>
                  <a:schemeClr val="bg1"/>
                </a:solidFill>
                <a:latin typeface="Calibri" panose="020F0502020204030204"/>
                <a:sym typeface="+mn-ea"/>
              </a:rPr>
              <a:t> </a:t>
            </a:r>
            <a:endParaRPr sz="1200" b="1" i="0">
              <a:solidFill>
                <a:schemeClr val="bg1"/>
              </a:solidFill>
              <a:latin typeface="Calibri" panose="020F0502020204030204"/>
              <a:ea typeface="Arial" panose="020B0604020202020204"/>
            </a:endParaRPr>
          </a:p>
          <a:p>
            <a:pPr marL="0" lvl="0" indent="0" algn="l" rtl="0">
              <a:lnSpc>
                <a:spcPct val="150000"/>
              </a:lnSpc>
              <a:spcBef>
                <a:spcPts val="0"/>
              </a:spcBef>
              <a:spcAft>
                <a:spcPts val="0"/>
              </a:spcAft>
              <a:buNone/>
            </a:pPr>
            <a:endParaRPr sz="1200" b="1" i="0">
              <a:solidFill>
                <a:schemeClr val="bg1"/>
              </a:solidFill>
              <a:latin typeface="Calibri" panose="020F0502020204030204"/>
              <a:ea typeface="Arial" panose="020B0604020202020204"/>
              <a:cs typeface="Hanken Grotesk"/>
              <a:sym typeface="Hanken Grotesk"/>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pic>
        <p:nvPicPr>
          <p:cNvPr id="2" name="Picture 1" descr="empowering"/>
          <p:cNvPicPr>
            <a:picLocks noChangeAspect="1"/>
          </p:cNvPicPr>
          <p:nvPr/>
        </p:nvPicPr>
        <p:blipFill>
          <a:blip r:embed="rId3"/>
          <a:srcRect t="4666" b="4531"/>
          <a:stretch>
            <a:fillRect/>
          </a:stretch>
        </p:blipFill>
        <p:spPr>
          <a:xfrm>
            <a:off x="224155" y="532765"/>
            <a:ext cx="3892550" cy="3534410"/>
          </a:xfrm>
          <a:prstGeom prst="rect">
            <a:avLst/>
          </a:prstGeom>
        </p:spPr>
      </p:pic>
      <p:sp>
        <p:nvSpPr>
          <p:cNvPr id="4" name="Text Box 3"/>
          <p:cNvSpPr txBox="1"/>
          <p:nvPr/>
        </p:nvSpPr>
        <p:spPr>
          <a:xfrm>
            <a:off x="4923155" y="148590"/>
            <a:ext cx="5490210" cy="460375"/>
          </a:xfrm>
          <a:prstGeom prst="rect">
            <a:avLst/>
          </a:prstGeom>
          <a:noFill/>
        </p:spPr>
        <p:txBody>
          <a:bodyPr wrap="square" rtlCol="0">
            <a:spAutoFit/>
          </a:bodyPr>
          <a:p>
            <a:r>
              <a:rPr lang="en-US" sz="2400" b="1">
                <a:solidFill>
                  <a:schemeClr val="bg1"/>
                </a:solidFill>
                <a:latin typeface="Heiti SC Medium" panose="02000000000000000000" charset="-122"/>
                <a:ea typeface="Heiti SC Medium" panose="02000000000000000000" charset="-122"/>
              </a:rPr>
              <a:t>Empowering Mankind</a:t>
            </a:r>
            <a:endParaRPr lang="en-US" sz="2400" b="1">
              <a:solidFill>
                <a:schemeClr val="bg1"/>
              </a:solidFill>
              <a:latin typeface="Heiti SC Medium" panose="02000000000000000000" charset="-122"/>
              <a:ea typeface="Heiti SC Medium" panose="020000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48" name="Shape 148"/>
        <p:cNvGrpSpPr/>
        <p:nvPr/>
      </p:nvGrpSpPr>
      <p:grpSpPr>
        <a:xfrm>
          <a:off x="0" y="0"/>
          <a:ext cx="0" cy="0"/>
          <a:chOff x="0" y="0"/>
          <a:chExt cx="0" cy="0"/>
        </a:xfrm>
      </p:grpSpPr>
      <p:sp>
        <p:nvSpPr>
          <p:cNvPr id="149" name="Google Shape;149;p33"/>
          <p:cNvSpPr txBox="1"/>
          <p:nvPr>
            <p:ph type="body" idx="1"/>
          </p:nvPr>
        </p:nvSpPr>
        <p:spPr>
          <a:xfrm>
            <a:off x="348525" y="342900"/>
            <a:ext cx="1918200" cy="396600"/>
          </a:xfrm>
          <a:prstGeom prst="rect">
            <a:avLst/>
          </a:prstGeom>
        </p:spPr>
        <p:txBody>
          <a:bodyPr spcFirstLastPara="1" wrap="square" lIns="0" tIns="91425" rIns="0" bIns="91425" anchor="t" anchorCtr="0">
            <a:noAutofit/>
          </a:bodyPr>
          <a:lstStyle/>
          <a:p>
            <a:pPr marL="0" lvl="0" indent="0" algn="l" rtl="0">
              <a:spcBef>
                <a:spcPts val="0"/>
              </a:spcBef>
              <a:spcAft>
                <a:spcPts val="800"/>
              </a:spcAft>
              <a:buNone/>
            </a:pPr>
            <a:r>
              <a:rPr lang="en-GB" sz="1000" b="1">
                <a:solidFill>
                  <a:schemeClr val="lt1"/>
                </a:solidFill>
                <a:latin typeface="Helvetica Neue" panose="020B0604020202020204"/>
                <a:ea typeface="Helvetica Neue" panose="020B0604020202020204"/>
                <a:cs typeface="Helvetica Neue" panose="020B0604020202020204"/>
                <a:sym typeface="Helvetica Neue" panose="020B0604020202020204"/>
              </a:rPr>
              <a:t>AGENDA</a:t>
            </a:r>
            <a:endParaRPr sz="1000" b="1">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50" name="Google Shape;150;p33" descr="agenda_0"/>
          <p:cNvSpPr txBox="1"/>
          <p:nvPr/>
        </p:nvSpPr>
        <p:spPr>
          <a:xfrm>
            <a:off x="348615" y="1118870"/>
            <a:ext cx="4597400" cy="3458845"/>
          </a:xfrm>
          <a:prstGeom prst="rect">
            <a:avLst/>
          </a:prstGeom>
          <a:noFill/>
          <a:ln>
            <a:noFill/>
          </a:ln>
        </p:spPr>
        <p:txBody>
          <a:bodyPr spcFirstLastPara="1" wrap="square" lIns="0" tIns="91425" rIns="91425" bIns="0" anchor="b" anchorCtr="0">
            <a:noAutofit/>
          </a:bodyPr>
          <a:lstStyle/>
          <a:p>
            <a:pPr marL="0" lvl="0" indent="-184150" algn="l" rtl="0">
              <a:lnSpc>
                <a:spcPct val="140000"/>
              </a:lnSpc>
              <a:spcBef>
                <a:spcPts val="0"/>
              </a:spcBef>
              <a:spcAft>
                <a:spcPts val="0"/>
              </a:spcAft>
              <a:buClr>
                <a:schemeClr val="dk1"/>
              </a:buClr>
              <a:buSzPts val="1100"/>
              <a:buFont typeface="Helvetica Neue" panose="020B0604020202020204"/>
              <a:buChar char="•"/>
            </a:pPr>
            <a:r>
              <a:rPr lang="en-GB" sz="1600">
                <a:solidFill>
                  <a:schemeClr val="lt1"/>
                </a:solidFill>
                <a:latin typeface="Helvetica Neue" panose="020B0604020202020204"/>
                <a:ea typeface="Helvetica Neue" panose="020B0604020202020204"/>
                <a:cs typeface="Helvetica Neue" panose="020B0604020202020204"/>
                <a:sym typeface="Helvetica Neue" panose="020B0604020202020204"/>
              </a:rPr>
              <a:t>What is a Model Behavior?</a:t>
            </a:r>
            <a:endParaRPr sz="1600">
              <a:solidFill>
                <a:schemeClr val="lt1"/>
              </a:solidFill>
              <a:latin typeface="Helvetica Neue" panose="020B0604020202020204"/>
              <a:ea typeface="Helvetica Neue" panose="020B0604020202020204"/>
              <a:cs typeface="Helvetica Neue" panose="020B0604020202020204"/>
              <a:sym typeface="Helvetica Neue" panose="020B0604020202020204"/>
            </a:endParaRPr>
          </a:p>
          <a:p>
            <a:pPr marL="0" lvl="0" indent="-184150" algn="l" rtl="0">
              <a:lnSpc>
                <a:spcPct val="140000"/>
              </a:lnSpc>
              <a:spcBef>
                <a:spcPts val="0"/>
              </a:spcBef>
              <a:spcAft>
                <a:spcPts val="0"/>
              </a:spcAft>
              <a:buClr>
                <a:schemeClr val="dk1"/>
              </a:buClr>
              <a:buSzPts val="1100"/>
              <a:buFont typeface="Helvetica Neue" panose="020B0604020202020204"/>
              <a:buChar char="•"/>
            </a:pPr>
            <a:r>
              <a:rPr lang="en-GB" sz="1600">
                <a:solidFill>
                  <a:schemeClr val="lt1"/>
                </a:solidFill>
                <a:latin typeface="Helvetica Neue" panose="020B0604020202020204"/>
                <a:ea typeface="Helvetica Neue" panose="020B0604020202020204"/>
                <a:cs typeface="Helvetica Neue" panose="020B0604020202020204"/>
                <a:sym typeface="Helvetica Neue" panose="020B0604020202020204"/>
              </a:rPr>
              <a:t>Introducing Yourself to Parents</a:t>
            </a:r>
            <a:endParaRPr sz="1600">
              <a:solidFill>
                <a:schemeClr val="lt1"/>
              </a:solidFill>
              <a:latin typeface="Helvetica Neue" panose="020B0604020202020204"/>
              <a:ea typeface="Helvetica Neue" panose="020B0604020202020204"/>
              <a:cs typeface="Helvetica Neue" panose="020B0604020202020204"/>
              <a:sym typeface="Helvetica Neue" panose="020B0604020202020204"/>
            </a:endParaRPr>
          </a:p>
          <a:p>
            <a:pPr marL="0" lvl="0" indent="-184150" algn="l" rtl="0">
              <a:lnSpc>
                <a:spcPct val="140000"/>
              </a:lnSpc>
              <a:spcBef>
                <a:spcPts val="0"/>
              </a:spcBef>
              <a:spcAft>
                <a:spcPts val="0"/>
              </a:spcAft>
              <a:buClr>
                <a:schemeClr val="dk1"/>
              </a:buClr>
              <a:buSzPts val="1100"/>
              <a:buFont typeface="Helvetica Neue" panose="020B0604020202020204"/>
              <a:buChar char="•"/>
            </a:pPr>
            <a:r>
              <a:rPr lang="en-GB" sz="1600">
                <a:solidFill>
                  <a:schemeClr val="lt1"/>
                </a:solidFill>
                <a:latin typeface="Helvetica Neue" panose="020B0604020202020204"/>
                <a:ea typeface="Helvetica Neue" panose="020B0604020202020204"/>
                <a:cs typeface="Helvetica Neue" panose="020B0604020202020204"/>
                <a:sym typeface="Helvetica Neue" panose="020B0604020202020204"/>
              </a:rPr>
              <a:t>Introducing Yourself to Children</a:t>
            </a:r>
            <a:endParaRPr sz="1600">
              <a:solidFill>
                <a:schemeClr val="lt1"/>
              </a:solidFill>
              <a:latin typeface="Helvetica Neue" panose="020B0604020202020204"/>
              <a:ea typeface="Helvetica Neue" panose="020B0604020202020204"/>
              <a:cs typeface="Helvetica Neue" panose="020B0604020202020204"/>
              <a:sym typeface="Helvetica Neue" panose="020B0604020202020204"/>
            </a:endParaRPr>
          </a:p>
          <a:p>
            <a:pPr marL="0" lvl="0" indent="-184150" algn="l" rtl="0">
              <a:lnSpc>
                <a:spcPct val="140000"/>
              </a:lnSpc>
              <a:spcBef>
                <a:spcPts val="0"/>
              </a:spcBef>
              <a:spcAft>
                <a:spcPts val="0"/>
              </a:spcAft>
              <a:buClr>
                <a:schemeClr val="dk1"/>
              </a:buClr>
              <a:buSzPts val="1100"/>
              <a:buFont typeface="Helvetica Neue" panose="020B0604020202020204"/>
              <a:buChar char="•"/>
            </a:pPr>
            <a:r>
              <a:rPr lang="en-GB" sz="1600">
                <a:solidFill>
                  <a:schemeClr val="lt1"/>
                </a:solidFill>
                <a:latin typeface="Helvetica Neue" panose="020B0604020202020204"/>
                <a:ea typeface="Helvetica Neue" panose="020B0604020202020204"/>
                <a:cs typeface="Helvetica Neue" panose="020B0604020202020204"/>
                <a:sym typeface="Helvetica Neue" panose="020B0604020202020204"/>
              </a:rPr>
              <a:t>Encouraging Children to Follow</a:t>
            </a:r>
            <a:r>
              <a:rPr lang="en-US" altLang="en-GB" sz="1600">
                <a:solidFill>
                  <a:schemeClr val="lt1"/>
                </a:solidFill>
                <a:latin typeface="Helvetica Neue" panose="020B0604020202020204"/>
                <a:ea typeface="Helvetica Neue" panose="020B0604020202020204"/>
                <a:cs typeface="Helvetica Neue" panose="020B0604020202020204"/>
                <a:sym typeface="Helvetica Neue" panose="020B0604020202020204"/>
              </a:rPr>
              <a:t> </a:t>
            </a:r>
            <a:r>
              <a:rPr lang="en-GB" sz="1600">
                <a:solidFill>
                  <a:schemeClr val="lt1"/>
                </a:solidFill>
                <a:latin typeface="Helvetica Neue" panose="020B0604020202020204"/>
                <a:ea typeface="Helvetica Neue" panose="020B0604020202020204"/>
                <a:cs typeface="Helvetica Neue" panose="020B0604020202020204"/>
                <a:sym typeface="Helvetica Neue" panose="020B0604020202020204"/>
              </a:rPr>
              <a:t>Instructions</a:t>
            </a:r>
            <a:endParaRPr sz="1600">
              <a:solidFill>
                <a:schemeClr val="lt1"/>
              </a:solidFill>
              <a:latin typeface="Helvetica Neue" panose="020B0604020202020204"/>
              <a:ea typeface="Helvetica Neue" panose="020B0604020202020204"/>
              <a:cs typeface="Helvetica Neue" panose="020B0604020202020204"/>
              <a:sym typeface="Helvetica Neue" panose="020B0604020202020204"/>
            </a:endParaRPr>
          </a:p>
          <a:p>
            <a:pPr marL="0" lvl="0" indent="-184150" algn="l" rtl="0">
              <a:lnSpc>
                <a:spcPct val="140000"/>
              </a:lnSpc>
              <a:spcBef>
                <a:spcPts val="0"/>
              </a:spcBef>
              <a:spcAft>
                <a:spcPts val="0"/>
              </a:spcAft>
              <a:buClr>
                <a:schemeClr val="dk1"/>
              </a:buClr>
              <a:buSzPts val="1100"/>
              <a:buFont typeface="Helvetica Neue" panose="020B0604020202020204"/>
              <a:buChar char="•"/>
            </a:pPr>
            <a:r>
              <a:rPr lang="en-GB" sz="1600">
                <a:solidFill>
                  <a:schemeClr val="lt1"/>
                </a:solidFill>
                <a:latin typeface="Helvetica Neue" panose="020B0604020202020204"/>
                <a:ea typeface="Helvetica Neue" panose="020B0604020202020204"/>
                <a:cs typeface="Helvetica Neue" panose="020B0604020202020204"/>
                <a:sym typeface="Helvetica Neue" panose="020B0604020202020204"/>
              </a:rPr>
              <a:t>Encouragement for Age Group 6-9</a:t>
            </a:r>
            <a:endParaRPr sz="1600">
              <a:solidFill>
                <a:schemeClr val="lt1"/>
              </a:solidFill>
              <a:latin typeface="Helvetica Neue" panose="020B0604020202020204"/>
              <a:ea typeface="Helvetica Neue" panose="020B0604020202020204"/>
              <a:cs typeface="Helvetica Neue" panose="020B0604020202020204"/>
              <a:sym typeface="Helvetica Neue" panose="020B0604020202020204"/>
            </a:endParaRPr>
          </a:p>
          <a:p>
            <a:pPr marL="0" lvl="0" indent="-184150" algn="l" rtl="0">
              <a:lnSpc>
                <a:spcPct val="140000"/>
              </a:lnSpc>
              <a:spcBef>
                <a:spcPts val="0"/>
              </a:spcBef>
              <a:spcAft>
                <a:spcPts val="0"/>
              </a:spcAft>
              <a:buClr>
                <a:schemeClr val="dk1"/>
              </a:buClr>
              <a:buSzPts val="1100"/>
              <a:buFont typeface="Helvetica Neue" panose="020B0604020202020204"/>
              <a:buChar char="•"/>
            </a:pPr>
            <a:r>
              <a:rPr lang="en-GB" sz="1600">
                <a:solidFill>
                  <a:schemeClr val="lt1"/>
                </a:solidFill>
                <a:latin typeface="Helvetica Neue" panose="020B0604020202020204"/>
                <a:ea typeface="Helvetica Neue" panose="020B0604020202020204"/>
                <a:cs typeface="Helvetica Neue" panose="020B0604020202020204"/>
                <a:sym typeface="Helvetica Neue" panose="020B0604020202020204"/>
              </a:rPr>
              <a:t>Encouragement for Age Group 10-12</a:t>
            </a:r>
            <a:endParaRPr sz="1600">
              <a:solidFill>
                <a:schemeClr val="lt1"/>
              </a:solidFill>
              <a:latin typeface="Helvetica Neue" panose="020B0604020202020204"/>
              <a:ea typeface="Helvetica Neue" panose="020B0604020202020204"/>
              <a:cs typeface="Helvetica Neue" panose="020B0604020202020204"/>
              <a:sym typeface="Helvetica Neue" panose="020B0604020202020204"/>
            </a:endParaRPr>
          </a:p>
          <a:p>
            <a:pPr marL="0" lvl="0" indent="-184150" algn="l" rtl="0">
              <a:lnSpc>
                <a:spcPct val="140000"/>
              </a:lnSpc>
              <a:spcBef>
                <a:spcPts val="0"/>
              </a:spcBef>
              <a:spcAft>
                <a:spcPts val="0"/>
              </a:spcAft>
              <a:buClr>
                <a:schemeClr val="dk1"/>
              </a:buClr>
              <a:buSzPts val="1100"/>
              <a:buFont typeface="Helvetica Neue" panose="020B0604020202020204"/>
              <a:buChar char="•"/>
            </a:pPr>
            <a:r>
              <a:rPr lang="en-GB" sz="1600">
                <a:solidFill>
                  <a:schemeClr val="lt1"/>
                </a:solidFill>
                <a:latin typeface="Helvetica Neue" panose="020B0604020202020204"/>
                <a:ea typeface="Helvetica Neue" panose="020B0604020202020204"/>
                <a:cs typeface="Helvetica Neue" panose="020B0604020202020204"/>
                <a:sym typeface="Helvetica Neue" panose="020B0604020202020204"/>
              </a:rPr>
              <a:t>Lightening Up the Classroom Environment</a:t>
            </a:r>
            <a:endParaRPr sz="1600">
              <a:solidFill>
                <a:schemeClr val="lt1"/>
              </a:solidFill>
              <a:latin typeface="Helvetica Neue" panose="020B0604020202020204"/>
              <a:ea typeface="Helvetica Neue" panose="020B0604020202020204"/>
              <a:cs typeface="Helvetica Neue" panose="020B0604020202020204"/>
              <a:sym typeface="Helvetica Neue" panose="020B0604020202020204"/>
            </a:endParaRPr>
          </a:p>
          <a:p>
            <a:pPr marL="0" lvl="0" indent="-184150" algn="l" rtl="0">
              <a:lnSpc>
                <a:spcPct val="140000"/>
              </a:lnSpc>
              <a:spcBef>
                <a:spcPts val="0"/>
              </a:spcBef>
              <a:spcAft>
                <a:spcPts val="0"/>
              </a:spcAft>
              <a:buClr>
                <a:schemeClr val="dk1"/>
              </a:buClr>
              <a:buSzPts val="1100"/>
              <a:buFont typeface="Helvetica Neue" panose="020B0604020202020204"/>
              <a:buChar char="•"/>
            </a:pPr>
            <a:r>
              <a:rPr lang="en-GB" sz="1600">
                <a:solidFill>
                  <a:schemeClr val="lt1"/>
                </a:solidFill>
                <a:latin typeface="Helvetica Neue" panose="020B0604020202020204"/>
                <a:ea typeface="Helvetica Neue" panose="020B0604020202020204"/>
                <a:cs typeface="Helvetica Neue" panose="020B0604020202020204"/>
                <a:sym typeface="Helvetica Neue" panose="020B0604020202020204"/>
              </a:rPr>
              <a:t>The Importance of Being a Role Model</a:t>
            </a:r>
            <a:endParaRPr sz="1600">
              <a:solidFill>
                <a:schemeClr val="lt1"/>
              </a:solidFill>
              <a:latin typeface="Helvetica Neue" panose="020B0604020202020204"/>
              <a:ea typeface="Helvetica Neue" panose="020B0604020202020204"/>
              <a:cs typeface="Helvetica Neue" panose="020B0604020202020204"/>
              <a:sym typeface="Helvetica Neue" panose="020B0604020202020204"/>
            </a:endParaRPr>
          </a:p>
          <a:p>
            <a:pPr marL="0" lvl="0" indent="-184150" algn="l" rtl="0">
              <a:lnSpc>
                <a:spcPct val="140000"/>
              </a:lnSpc>
              <a:spcBef>
                <a:spcPts val="0"/>
              </a:spcBef>
              <a:spcAft>
                <a:spcPts val="0"/>
              </a:spcAft>
              <a:buClr>
                <a:schemeClr val="dk1"/>
              </a:buClr>
              <a:buSzPts val="1100"/>
              <a:buFont typeface="Helvetica Neue" panose="020B0604020202020204"/>
              <a:buChar char="•"/>
            </a:pPr>
            <a:r>
              <a:rPr lang="en-GB" sz="1600">
                <a:solidFill>
                  <a:schemeClr val="lt1"/>
                </a:solidFill>
                <a:latin typeface="Helvetica Neue" panose="020B0604020202020204"/>
                <a:ea typeface="Helvetica Neue" panose="020B0604020202020204"/>
                <a:cs typeface="Helvetica Neue" panose="020B0604020202020204"/>
                <a:sym typeface="Helvetica Neue" panose="020B0604020202020204"/>
              </a:rPr>
              <a:t>Conclusion and Thank You</a:t>
            </a:r>
            <a:endParaRPr sz="16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cxnSp>
        <p:nvCxnSpPr>
          <p:cNvPr id="151" name="Google Shape;151;p33"/>
          <p:cNvCxnSpPr/>
          <p:nvPr/>
        </p:nvCxnSpPr>
        <p:spPr>
          <a:xfrm>
            <a:off x="348525" y="4800600"/>
            <a:ext cx="8446800" cy="0"/>
          </a:xfrm>
          <a:prstGeom prst="straightConnector1">
            <a:avLst/>
          </a:prstGeom>
          <a:noFill/>
          <a:ln w="9525" cap="flat" cmpd="sng">
            <a:solidFill>
              <a:schemeClr val="lt1"/>
            </a:solidFill>
            <a:prstDash val="solid"/>
            <a:round/>
            <a:headEnd type="none" w="med" len="med"/>
            <a:tailEnd type="none" w="med" len="med"/>
          </a:ln>
        </p:spPr>
      </p:cxnSp>
      <p:sp>
        <p:nvSpPr>
          <p:cNvPr id="152" name="Google Shape;152;p33"/>
          <p:cNvSpPr/>
          <p:nvPr/>
        </p:nvSpPr>
        <p:spPr>
          <a:xfrm>
            <a:off x="8351925" y="398400"/>
            <a:ext cx="221700" cy="221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grpSp>
        <p:nvGrpSpPr>
          <p:cNvPr id="153" name="Google Shape;153;p33"/>
          <p:cNvGrpSpPr/>
          <p:nvPr/>
        </p:nvGrpSpPr>
        <p:grpSpPr>
          <a:xfrm>
            <a:off x="7465125" y="398400"/>
            <a:ext cx="1330200" cy="443400"/>
            <a:chOff x="7465125" y="398400"/>
            <a:chExt cx="1330200" cy="443400"/>
          </a:xfrm>
        </p:grpSpPr>
        <p:sp>
          <p:nvSpPr>
            <p:cNvPr id="154" name="Google Shape;154;p33"/>
            <p:cNvSpPr/>
            <p:nvPr/>
          </p:nvSpPr>
          <p:spPr>
            <a:xfrm>
              <a:off x="7465125" y="398400"/>
              <a:ext cx="221700" cy="221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155" name="Google Shape;155;p33"/>
            <p:cNvSpPr/>
            <p:nvPr/>
          </p:nvSpPr>
          <p:spPr>
            <a:xfrm>
              <a:off x="7686825" y="398400"/>
              <a:ext cx="221700" cy="221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156" name="Google Shape;156;p33"/>
            <p:cNvSpPr/>
            <p:nvPr/>
          </p:nvSpPr>
          <p:spPr>
            <a:xfrm>
              <a:off x="8351925" y="398400"/>
              <a:ext cx="221700" cy="221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157" name="Google Shape;157;p33"/>
            <p:cNvSpPr/>
            <p:nvPr/>
          </p:nvSpPr>
          <p:spPr>
            <a:xfrm>
              <a:off x="8573625" y="620100"/>
              <a:ext cx="221700" cy="2217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grpSp>
      <p:cxnSp>
        <p:nvCxnSpPr>
          <p:cNvPr id="158" name="Google Shape;158;p33"/>
          <p:cNvCxnSpPr/>
          <p:nvPr/>
        </p:nvCxnSpPr>
        <p:spPr>
          <a:xfrm>
            <a:off x="348525" y="342900"/>
            <a:ext cx="8446800" cy="0"/>
          </a:xfrm>
          <a:prstGeom prst="straightConnector1">
            <a:avLst/>
          </a:prstGeom>
          <a:noFill/>
          <a:ln w="9525" cap="flat" cmpd="sng">
            <a:solidFill>
              <a:schemeClr val="lt1"/>
            </a:solidFill>
            <a:prstDash val="solid"/>
            <a:round/>
            <a:headEnd type="none" w="med" len="med"/>
            <a:tailEnd type="none" w="med" len="med"/>
          </a:ln>
        </p:spPr>
      </p:cxnSp>
      <p:pic>
        <p:nvPicPr>
          <p:cNvPr id="2" name="Picture 1" descr="model behaviour"/>
          <p:cNvPicPr>
            <a:picLocks noChangeAspect="1"/>
          </p:cNvPicPr>
          <p:nvPr/>
        </p:nvPicPr>
        <p:blipFill>
          <a:blip r:embed="rId1"/>
          <a:stretch>
            <a:fillRect/>
          </a:stretch>
        </p:blipFill>
        <p:spPr>
          <a:xfrm>
            <a:off x="4632325" y="1562735"/>
            <a:ext cx="4339590" cy="2260600"/>
          </a:xfrm>
          <a:prstGeom prst="rect">
            <a:avLst/>
          </a:prstGeom>
        </p:spPr>
      </p:pic>
      <p:pic>
        <p:nvPicPr>
          <p:cNvPr id="7" name="Picture 6" descr="pixelcut-export (1)"/>
          <p:cNvPicPr>
            <a:picLocks noChangeAspect="1"/>
          </p:cNvPicPr>
          <p:nvPr/>
        </p:nvPicPr>
        <p:blipFill>
          <a:blip r:embed="rId2"/>
          <a:srcRect t="22967" b="48563"/>
          <a:stretch>
            <a:fillRect/>
          </a:stretch>
        </p:blipFill>
        <p:spPr>
          <a:xfrm>
            <a:off x="6410960" y="4364990"/>
            <a:ext cx="2733040" cy="7785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62" name="Shape 162"/>
        <p:cNvGrpSpPr/>
        <p:nvPr/>
      </p:nvGrpSpPr>
      <p:grpSpPr>
        <a:xfrm>
          <a:off x="0" y="0"/>
          <a:ext cx="0" cy="0"/>
          <a:chOff x="0" y="0"/>
          <a:chExt cx="0" cy="0"/>
        </a:xfrm>
      </p:grpSpPr>
      <p:sp>
        <p:nvSpPr>
          <p:cNvPr id="163" name="Google Shape;163;p34" descr="title"/>
          <p:cNvSpPr txBox="1"/>
          <p:nvPr>
            <p:ph type="title"/>
          </p:nvPr>
        </p:nvSpPr>
        <p:spPr>
          <a:xfrm>
            <a:off x="348525" y="356200"/>
            <a:ext cx="5367600" cy="402300"/>
          </a:xfrm>
          <a:prstGeom prst="rect">
            <a:avLst/>
          </a:prstGeom>
        </p:spPr>
        <p:txBody>
          <a:bodyPr spcFirstLastPara="1" wrap="square" lIns="0" tIns="91425" rIns="0" bIns="91425" anchor="t" anchorCtr="0">
            <a:noAutofit/>
          </a:bodyPr>
          <a:lstStyle/>
          <a:p>
            <a:pPr marL="0" marR="0" lvl="0" indent="0" algn="l" rtl="0">
              <a:lnSpc>
                <a:spcPct val="100000"/>
              </a:lnSpc>
              <a:spcBef>
                <a:spcPts val="0"/>
              </a:spcBef>
              <a:spcAft>
                <a:spcPts val="800"/>
              </a:spcAft>
              <a:buNone/>
            </a:pPr>
            <a:r>
              <a:rPr lang="en-GB" sz="1200">
                <a:solidFill>
                  <a:schemeClr val="lt1"/>
                </a:solidFill>
              </a:rPr>
              <a:t>What is a Model Behavior?</a:t>
            </a:r>
            <a:endParaRPr sz="12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cxnSp>
        <p:nvCxnSpPr>
          <p:cNvPr id="164" name="Google Shape;164;p34"/>
          <p:cNvCxnSpPr/>
          <p:nvPr/>
        </p:nvCxnSpPr>
        <p:spPr>
          <a:xfrm>
            <a:off x="348525" y="342900"/>
            <a:ext cx="8446800" cy="0"/>
          </a:xfrm>
          <a:prstGeom prst="straightConnector1">
            <a:avLst/>
          </a:prstGeom>
          <a:noFill/>
          <a:ln w="9525" cap="flat" cmpd="sng">
            <a:solidFill>
              <a:schemeClr val="lt1"/>
            </a:solidFill>
            <a:prstDash val="solid"/>
            <a:round/>
            <a:headEnd type="none" w="med" len="med"/>
            <a:tailEnd type="none" w="med" len="med"/>
          </a:ln>
        </p:spPr>
      </p:cxnSp>
      <p:cxnSp>
        <p:nvCxnSpPr>
          <p:cNvPr id="165" name="Google Shape;165;p34"/>
          <p:cNvCxnSpPr/>
          <p:nvPr/>
        </p:nvCxnSpPr>
        <p:spPr>
          <a:xfrm>
            <a:off x="348525" y="4800600"/>
            <a:ext cx="8446800" cy="0"/>
          </a:xfrm>
          <a:prstGeom prst="straightConnector1">
            <a:avLst/>
          </a:prstGeom>
          <a:noFill/>
          <a:ln w="9525" cap="flat" cmpd="sng">
            <a:solidFill>
              <a:schemeClr val="lt1"/>
            </a:solidFill>
            <a:prstDash val="solid"/>
            <a:round/>
            <a:headEnd type="none" w="med" len="med"/>
            <a:tailEnd type="none" w="med" len="med"/>
          </a:ln>
        </p:spPr>
      </p:cxnSp>
      <p:grpSp>
        <p:nvGrpSpPr>
          <p:cNvPr id="166" name="Google Shape;166;p34"/>
          <p:cNvGrpSpPr/>
          <p:nvPr/>
        </p:nvGrpSpPr>
        <p:grpSpPr>
          <a:xfrm>
            <a:off x="3992850" y="573020"/>
            <a:ext cx="1158125" cy="1103400"/>
            <a:chOff x="3992850" y="573020"/>
            <a:chExt cx="1158125" cy="1103400"/>
          </a:xfrm>
        </p:grpSpPr>
        <p:sp>
          <p:nvSpPr>
            <p:cNvPr id="167" name="Google Shape;167;p34"/>
            <p:cNvSpPr/>
            <p:nvPr/>
          </p:nvSpPr>
          <p:spPr>
            <a:xfrm>
              <a:off x="4370675" y="734575"/>
              <a:ext cx="780300" cy="780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168" name="Google Shape;168;p34"/>
            <p:cNvSpPr/>
            <p:nvPr/>
          </p:nvSpPr>
          <p:spPr>
            <a:xfrm rot="2700000">
              <a:off x="4154439" y="734609"/>
              <a:ext cx="780222" cy="780222"/>
            </a:xfrm>
            <a:prstGeom prst="rect">
              <a:avLst/>
            </a:prstGeom>
            <a:solidFill>
              <a:srgbClr val="1CB3E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grpSp>
      <p:sp>
        <p:nvSpPr>
          <p:cNvPr id="169" name="Google Shape;169;p34" descr="detail_0"/>
          <p:cNvSpPr txBox="1"/>
          <p:nvPr>
            <p:ph type="body" idx="1"/>
          </p:nvPr>
        </p:nvSpPr>
        <p:spPr>
          <a:xfrm>
            <a:off x="1669800" y="1514875"/>
            <a:ext cx="5804400" cy="2710500"/>
          </a:xfrm>
          <a:prstGeom prst="rect">
            <a:avLst/>
          </a:prstGeom>
        </p:spPr>
        <p:txBody>
          <a:bodyPr spcFirstLastPara="1" wrap="square" lIns="0" tIns="91425" rIns="91425" bIns="91425" anchor="ctr" anchorCtr="0">
            <a:noAutofit/>
          </a:bodyPr>
          <a:lstStyle/>
          <a:p>
            <a:pPr marL="0" lvl="0" indent="0" algn="ctr" rtl="0">
              <a:lnSpc>
                <a:spcPct val="115000"/>
              </a:lnSpc>
              <a:spcBef>
                <a:spcPts val="0"/>
              </a:spcBef>
              <a:spcAft>
                <a:spcPts val="0"/>
              </a:spcAft>
              <a:buNone/>
            </a:pPr>
            <a:r>
              <a:rPr lang="en-GB" sz="1800">
                <a:solidFill>
                  <a:schemeClr val="lt1"/>
                </a:solidFill>
              </a:rPr>
              <a:t>Model behavior is defined as behavior that is morally justifiable or right.</a:t>
            </a:r>
            <a:endParaRPr sz="1800">
              <a:solidFill>
                <a:schemeClr val="lt1"/>
              </a:solidFill>
            </a:endParaRPr>
          </a:p>
          <a:p>
            <a:pPr marL="0" lvl="0" indent="0" algn="ctr" rtl="0">
              <a:lnSpc>
                <a:spcPct val="115000"/>
              </a:lnSpc>
              <a:spcBef>
                <a:spcPts val="1500"/>
              </a:spcBef>
              <a:spcAft>
                <a:spcPts val="0"/>
              </a:spcAft>
              <a:buNone/>
            </a:pPr>
            <a:r>
              <a:rPr lang="en-GB" sz="1800">
                <a:solidFill>
                  <a:schemeClr val="lt1"/>
                </a:solidFill>
              </a:rPr>
              <a:t>It is characterized by accepted standards of morality, justice, virtue, or uprightness.</a:t>
            </a:r>
            <a:endParaRPr sz="1800">
              <a:solidFill>
                <a:schemeClr val="lt1"/>
              </a:solidFill>
            </a:endParaRPr>
          </a:p>
          <a:p>
            <a:pPr marL="0" lvl="0" indent="0" algn="ctr" rtl="0">
              <a:lnSpc>
                <a:spcPct val="115000"/>
              </a:lnSpc>
              <a:spcBef>
                <a:spcPts val="1500"/>
              </a:spcBef>
              <a:spcAft>
                <a:spcPts val="1500"/>
              </a:spcAft>
              <a:buNone/>
            </a:pPr>
            <a:r>
              <a:rPr lang="en-GB" sz="1800">
                <a:solidFill>
                  <a:schemeClr val="lt1"/>
                </a:solidFill>
              </a:rPr>
              <a:t>Model behavior reflects how you present yourself in a manner that is liked and accepted by everyone around you.</a:t>
            </a:r>
            <a:endParaRPr sz="1800">
              <a:solidFill>
                <a:schemeClr val="lt1"/>
              </a:solidFill>
            </a:endParaRPr>
          </a:p>
        </p:txBody>
      </p:sp>
      <p:grpSp>
        <p:nvGrpSpPr>
          <p:cNvPr id="170" name="Google Shape;170;p34"/>
          <p:cNvGrpSpPr/>
          <p:nvPr/>
        </p:nvGrpSpPr>
        <p:grpSpPr>
          <a:xfrm>
            <a:off x="4017675" y="4139075"/>
            <a:ext cx="1108500" cy="221700"/>
            <a:chOff x="4017675" y="4139075"/>
            <a:chExt cx="1108500" cy="221700"/>
          </a:xfrm>
        </p:grpSpPr>
        <p:sp>
          <p:nvSpPr>
            <p:cNvPr id="171" name="Google Shape;171;p34"/>
            <p:cNvSpPr/>
            <p:nvPr/>
          </p:nvSpPr>
          <p:spPr>
            <a:xfrm>
              <a:off x="4904475" y="4139075"/>
              <a:ext cx="221700" cy="2217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172" name="Google Shape;172;p34"/>
            <p:cNvSpPr/>
            <p:nvPr/>
          </p:nvSpPr>
          <p:spPr>
            <a:xfrm>
              <a:off x="4017675" y="4139075"/>
              <a:ext cx="221700" cy="221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173" name="Google Shape;173;p34"/>
            <p:cNvSpPr/>
            <p:nvPr/>
          </p:nvSpPr>
          <p:spPr>
            <a:xfrm>
              <a:off x="4239375" y="4139075"/>
              <a:ext cx="221700" cy="2217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grpSp>
      <p:pic>
        <p:nvPicPr>
          <p:cNvPr id="7" name="Picture 6" descr="pixelcut-export (1)"/>
          <p:cNvPicPr>
            <a:picLocks noChangeAspect="1"/>
          </p:cNvPicPr>
          <p:nvPr/>
        </p:nvPicPr>
        <p:blipFill>
          <a:blip r:embed="rId1"/>
          <a:srcRect t="22967" b="48563"/>
          <a:stretch>
            <a:fillRect/>
          </a:stretch>
        </p:blipFill>
        <p:spPr>
          <a:xfrm>
            <a:off x="0" y="4364990"/>
            <a:ext cx="2733040" cy="7785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77" name="Shape 177"/>
        <p:cNvGrpSpPr/>
        <p:nvPr/>
      </p:nvGrpSpPr>
      <p:grpSpPr>
        <a:xfrm>
          <a:off x="0" y="0"/>
          <a:ext cx="0" cy="0"/>
          <a:chOff x="0" y="0"/>
          <a:chExt cx="0" cy="0"/>
        </a:xfrm>
      </p:grpSpPr>
      <p:sp>
        <p:nvSpPr>
          <p:cNvPr id="178" name="Google Shape;178;p35" descr="title"/>
          <p:cNvSpPr txBox="1"/>
          <p:nvPr>
            <p:ph type="title"/>
          </p:nvPr>
        </p:nvSpPr>
        <p:spPr>
          <a:xfrm>
            <a:off x="348525" y="356200"/>
            <a:ext cx="5594400" cy="13545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GB" sz="4200">
                <a:solidFill>
                  <a:schemeClr val="lt1"/>
                </a:solidFill>
              </a:rPr>
              <a:t>Introducing Yourself to Parents</a:t>
            </a:r>
            <a:endParaRPr sz="42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cxnSp>
        <p:nvCxnSpPr>
          <p:cNvPr id="179" name="Google Shape;179;p35"/>
          <p:cNvCxnSpPr/>
          <p:nvPr/>
        </p:nvCxnSpPr>
        <p:spPr>
          <a:xfrm>
            <a:off x="348525" y="342900"/>
            <a:ext cx="8446800" cy="0"/>
          </a:xfrm>
          <a:prstGeom prst="straightConnector1">
            <a:avLst/>
          </a:prstGeom>
          <a:noFill/>
          <a:ln w="9525" cap="flat" cmpd="sng">
            <a:solidFill>
              <a:schemeClr val="lt1"/>
            </a:solidFill>
            <a:prstDash val="solid"/>
            <a:round/>
            <a:headEnd type="none" w="med" len="med"/>
            <a:tailEnd type="none" w="med" len="med"/>
          </a:ln>
        </p:spPr>
      </p:cxnSp>
      <p:cxnSp>
        <p:nvCxnSpPr>
          <p:cNvPr id="180" name="Google Shape;180;p35"/>
          <p:cNvCxnSpPr/>
          <p:nvPr/>
        </p:nvCxnSpPr>
        <p:spPr>
          <a:xfrm>
            <a:off x="348525" y="4800600"/>
            <a:ext cx="8446800" cy="0"/>
          </a:xfrm>
          <a:prstGeom prst="straightConnector1">
            <a:avLst/>
          </a:prstGeom>
          <a:noFill/>
          <a:ln w="9525" cap="flat" cmpd="sng">
            <a:solidFill>
              <a:schemeClr val="lt1"/>
            </a:solidFill>
            <a:prstDash val="solid"/>
            <a:round/>
            <a:headEnd type="none" w="med" len="med"/>
            <a:tailEnd type="none" w="med" len="med"/>
          </a:ln>
        </p:spPr>
      </p:cxnSp>
      <p:grpSp>
        <p:nvGrpSpPr>
          <p:cNvPr id="181" name="Google Shape;181;p35"/>
          <p:cNvGrpSpPr/>
          <p:nvPr/>
        </p:nvGrpSpPr>
        <p:grpSpPr>
          <a:xfrm>
            <a:off x="7686825" y="431850"/>
            <a:ext cx="1108500" cy="443400"/>
            <a:chOff x="7686825" y="431850"/>
            <a:chExt cx="1108500" cy="443400"/>
          </a:xfrm>
        </p:grpSpPr>
        <p:sp>
          <p:nvSpPr>
            <p:cNvPr id="182" name="Google Shape;182;p35"/>
            <p:cNvSpPr/>
            <p:nvPr/>
          </p:nvSpPr>
          <p:spPr>
            <a:xfrm>
              <a:off x="8573625" y="431850"/>
              <a:ext cx="221700" cy="221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183" name="Google Shape;183;p35"/>
            <p:cNvSpPr/>
            <p:nvPr/>
          </p:nvSpPr>
          <p:spPr>
            <a:xfrm>
              <a:off x="7686825" y="653550"/>
              <a:ext cx="221700" cy="2217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grpSp>
      <p:sp>
        <p:nvSpPr>
          <p:cNvPr id="184" name="Google Shape;184;p35" descr="detail_0"/>
          <p:cNvSpPr txBox="1"/>
          <p:nvPr>
            <p:ph type="body" idx="1"/>
          </p:nvPr>
        </p:nvSpPr>
        <p:spPr>
          <a:xfrm>
            <a:off x="344967" y="2124270"/>
            <a:ext cx="2677500" cy="10635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1500"/>
              </a:spcAft>
              <a:buNone/>
            </a:pPr>
            <a:r>
              <a:rPr lang="en-GB" sz="1000">
                <a:solidFill>
                  <a:schemeClr val="lt1"/>
                </a:solidFill>
              </a:rPr>
              <a:t>Approach the parents with a warm smile and make eye contact.</a:t>
            </a:r>
            <a:endParaRPr sz="1000">
              <a:solidFill>
                <a:schemeClr val="lt1"/>
              </a:solidFill>
            </a:endParaRPr>
          </a:p>
        </p:txBody>
      </p:sp>
      <p:sp>
        <p:nvSpPr>
          <p:cNvPr id="185" name="Google Shape;185;p35" descr="detail_1"/>
          <p:cNvSpPr txBox="1"/>
          <p:nvPr>
            <p:ph type="body" idx="4294967295"/>
          </p:nvPr>
        </p:nvSpPr>
        <p:spPr>
          <a:xfrm>
            <a:off x="3233248" y="2124270"/>
            <a:ext cx="2677500" cy="10635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solidFill>
                  <a:schemeClr val="lt1"/>
                </a:solidFill>
              </a:rPr>
              <a:t>Start by greeting the parents with a polite 'Hello' or 'Hi.'.</a:t>
            </a:r>
            <a:endParaRPr sz="1000">
              <a:solidFill>
                <a:schemeClr val="lt1"/>
              </a:solidFill>
            </a:endParaRPr>
          </a:p>
        </p:txBody>
      </p:sp>
      <p:sp>
        <p:nvSpPr>
          <p:cNvPr id="186" name="Google Shape;186;p35" descr="detail_3"/>
          <p:cNvSpPr txBox="1"/>
          <p:nvPr>
            <p:ph type="body" idx="4294967295"/>
          </p:nvPr>
        </p:nvSpPr>
        <p:spPr>
          <a:xfrm>
            <a:off x="344950" y="3698928"/>
            <a:ext cx="2677500" cy="10635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solidFill>
                  <a:schemeClr val="lt1"/>
                </a:solidFill>
              </a:rPr>
              <a:t>Follow your introduction with a positive statement about meeting them.</a:t>
            </a:r>
            <a:endParaRPr sz="1000">
              <a:solidFill>
                <a:schemeClr val="lt1"/>
              </a:solidFill>
            </a:endParaRPr>
          </a:p>
        </p:txBody>
      </p:sp>
      <p:sp>
        <p:nvSpPr>
          <p:cNvPr id="187" name="Google Shape;187;p35" descr="header_0"/>
          <p:cNvSpPr txBox="1"/>
          <p:nvPr>
            <p:ph type="subTitle" idx="4294967295"/>
          </p:nvPr>
        </p:nvSpPr>
        <p:spPr>
          <a:xfrm>
            <a:off x="344975" y="1724003"/>
            <a:ext cx="2677500" cy="324000"/>
          </a:xfrm>
          <a:prstGeom prst="rect">
            <a:avLst/>
          </a:prstGeom>
        </p:spPr>
        <p:txBody>
          <a:bodyPr spcFirstLastPara="1" wrap="square" lIns="0" tIns="0" rIns="91425" bIns="0" anchor="b" anchorCtr="0">
            <a:noAutofit/>
          </a:bodyPr>
          <a:lstStyle/>
          <a:p>
            <a:pPr marL="0" lvl="0" indent="0" algn="l" rtl="0">
              <a:spcBef>
                <a:spcPts val="0"/>
              </a:spcBef>
              <a:spcAft>
                <a:spcPts val="800"/>
              </a:spcAft>
              <a:buNone/>
            </a:pPr>
            <a:r>
              <a:rPr lang="en-GB" sz="1000" b="1">
                <a:solidFill>
                  <a:schemeClr val="lt1"/>
                </a:solidFill>
              </a:rPr>
              <a:t>Smile and Make Eye Contact</a:t>
            </a:r>
            <a:endParaRPr sz="1000">
              <a:solidFill>
                <a:schemeClr val="lt1"/>
              </a:solidFill>
            </a:endParaRPr>
          </a:p>
        </p:txBody>
      </p:sp>
      <p:sp>
        <p:nvSpPr>
          <p:cNvPr id="188" name="Google Shape;188;p35" descr="header_1"/>
          <p:cNvSpPr txBox="1"/>
          <p:nvPr>
            <p:ph type="subTitle" idx="4294967295"/>
          </p:nvPr>
        </p:nvSpPr>
        <p:spPr>
          <a:xfrm>
            <a:off x="3233252" y="1724003"/>
            <a:ext cx="2677500" cy="3240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GB" sz="1000" b="1">
                <a:solidFill>
                  <a:schemeClr val="lt1"/>
                </a:solidFill>
              </a:rPr>
              <a:t>Greet Them Politely</a:t>
            </a:r>
            <a:endParaRPr sz="1000">
              <a:solidFill>
                <a:schemeClr val="lt1"/>
              </a:solidFill>
            </a:endParaRPr>
          </a:p>
        </p:txBody>
      </p:sp>
      <p:sp>
        <p:nvSpPr>
          <p:cNvPr id="189" name="Google Shape;189;p35" descr="header_3"/>
          <p:cNvSpPr txBox="1"/>
          <p:nvPr>
            <p:ph type="subTitle" idx="4294967295"/>
          </p:nvPr>
        </p:nvSpPr>
        <p:spPr>
          <a:xfrm>
            <a:off x="344950" y="3298726"/>
            <a:ext cx="2677500" cy="3240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GB" sz="800" b="1">
                <a:solidFill>
                  <a:schemeClr val="lt1"/>
                </a:solidFill>
              </a:rPr>
              <a:t>Express Pleasure in Meeting Them</a:t>
            </a:r>
            <a:endParaRPr sz="800">
              <a:solidFill>
                <a:schemeClr val="lt1"/>
              </a:solidFill>
            </a:endParaRPr>
          </a:p>
        </p:txBody>
      </p:sp>
      <p:sp>
        <p:nvSpPr>
          <p:cNvPr id="190" name="Google Shape;190;p35" descr="detail_4"/>
          <p:cNvSpPr txBox="1"/>
          <p:nvPr>
            <p:ph type="body" idx="4294967295"/>
          </p:nvPr>
        </p:nvSpPr>
        <p:spPr>
          <a:xfrm>
            <a:off x="3233231" y="3698928"/>
            <a:ext cx="2677500" cy="10635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solidFill>
                  <a:schemeClr val="lt1"/>
                </a:solidFill>
              </a:rPr>
              <a:t>Show genuine interest in the child and their family. Ask them how their day is going.</a:t>
            </a:r>
            <a:endParaRPr sz="1000">
              <a:solidFill>
                <a:schemeClr val="lt1"/>
              </a:solidFill>
            </a:endParaRPr>
          </a:p>
        </p:txBody>
      </p:sp>
      <p:sp>
        <p:nvSpPr>
          <p:cNvPr id="191" name="Google Shape;191;p35" descr="header_4"/>
          <p:cNvSpPr txBox="1"/>
          <p:nvPr>
            <p:ph type="subTitle" idx="4294967295"/>
          </p:nvPr>
        </p:nvSpPr>
        <p:spPr>
          <a:xfrm>
            <a:off x="3233227" y="3298726"/>
            <a:ext cx="2677500" cy="3240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GB" sz="1000" b="1">
                <a:solidFill>
                  <a:schemeClr val="lt1"/>
                </a:solidFill>
              </a:rPr>
              <a:t>Be Approachable</a:t>
            </a:r>
            <a:endParaRPr sz="1000">
              <a:solidFill>
                <a:schemeClr val="lt1"/>
              </a:solidFill>
            </a:endParaRPr>
          </a:p>
        </p:txBody>
      </p:sp>
      <p:sp>
        <p:nvSpPr>
          <p:cNvPr id="192" name="Google Shape;192;p35" descr="detail_2"/>
          <p:cNvSpPr txBox="1"/>
          <p:nvPr>
            <p:ph type="body" idx="4294967295"/>
          </p:nvPr>
        </p:nvSpPr>
        <p:spPr>
          <a:xfrm>
            <a:off x="6121525" y="2124270"/>
            <a:ext cx="2677500" cy="10635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solidFill>
                  <a:schemeClr val="lt1"/>
                </a:solidFill>
              </a:rPr>
              <a:t>Clearly state your name and your relationship with their child or the context in which you're meeting them.</a:t>
            </a:r>
            <a:endParaRPr sz="1000">
              <a:solidFill>
                <a:schemeClr val="lt1"/>
              </a:solidFill>
            </a:endParaRPr>
          </a:p>
        </p:txBody>
      </p:sp>
      <p:sp>
        <p:nvSpPr>
          <p:cNvPr id="193" name="Google Shape;193;p35" descr="header_2"/>
          <p:cNvSpPr txBox="1"/>
          <p:nvPr>
            <p:ph type="subTitle" idx="4294967295"/>
          </p:nvPr>
        </p:nvSpPr>
        <p:spPr>
          <a:xfrm>
            <a:off x="6121527" y="1724003"/>
            <a:ext cx="2677500" cy="3240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GB" sz="1000" b="1">
                <a:solidFill>
                  <a:schemeClr val="lt1"/>
                </a:solidFill>
              </a:rPr>
              <a:t>Introduce Yourself</a:t>
            </a:r>
            <a:endParaRPr sz="1000">
              <a:solidFill>
                <a:schemeClr val="lt1"/>
              </a:solidFill>
            </a:endParaRPr>
          </a:p>
        </p:txBody>
      </p:sp>
      <p:sp>
        <p:nvSpPr>
          <p:cNvPr id="194" name="Google Shape;194;p35" descr="detail_5"/>
          <p:cNvSpPr txBox="1"/>
          <p:nvPr>
            <p:ph type="body" idx="4294967295"/>
          </p:nvPr>
        </p:nvSpPr>
        <p:spPr>
          <a:xfrm>
            <a:off x="6121508" y="3698928"/>
            <a:ext cx="2677500" cy="10635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solidFill>
                  <a:schemeClr val="lt1"/>
                </a:solidFill>
              </a:rPr>
              <a:t>Keep your introduction short. Avoid overwhelming them with too much information at once.</a:t>
            </a:r>
            <a:endParaRPr sz="1000">
              <a:solidFill>
                <a:schemeClr val="lt1"/>
              </a:solidFill>
            </a:endParaRPr>
          </a:p>
        </p:txBody>
      </p:sp>
      <p:sp>
        <p:nvSpPr>
          <p:cNvPr id="195" name="Google Shape;195;p35" descr="header_5"/>
          <p:cNvSpPr txBox="1"/>
          <p:nvPr>
            <p:ph type="subTitle" idx="4294967295"/>
          </p:nvPr>
        </p:nvSpPr>
        <p:spPr>
          <a:xfrm>
            <a:off x="6121502" y="3298726"/>
            <a:ext cx="2677500" cy="3240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GB" sz="1000" b="1">
                <a:solidFill>
                  <a:schemeClr val="lt1"/>
                </a:solidFill>
              </a:rPr>
              <a:t>Keep It Brief</a:t>
            </a:r>
            <a:endParaRPr sz="1000">
              <a:solidFill>
                <a:schemeClr val="lt1"/>
              </a:solidFill>
            </a:endParaRPr>
          </a:p>
        </p:txBody>
      </p:sp>
      <p:grpSp>
        <p:nvGrpSpPr>
          <p:cNvPr id="196" name="Google Shape;196;p35"/>
          <p:cNvGrpSpPr/>
          <p:nvPr/>
        </p:nvGrpSpPr>
        <p:grpSpPr>
          <a:xfrm>
            <a:off x="6971675" y="128950"/>
            <a:ext cx="2057400" cy="1033200"/>
            <a:chOff x="6922975" y="1548525"/>
            <a:chExt cx="2057400" cy="1033200"/>
          </a:xfrm>
        </p:grpSpPr>
        <p:grpSp>
          <p:nvGrpSpPr>
            <p:cNvPr id="197" name="Google Shape;197;p35"/>
            <p:cNvGrpSpPr/>
            <p:nvPr/>
          </p:nvGrpSpPr>
          <p:grpSpPr>
            <a:xfrm>
              <a:off x="6922975" y="1548525"/>
              <a:ext cx="2057400" cy="1033200"/>
              <a:chOff x="6172200" y="152400"/>
              <a:chExt cx="2057400" cy="1033200"/>
            </a:xfrm>
          </p:grpSpPr>
          <p:sp>
            <p:nvSpPr>
              <p:cNvPr id="198" name="Google Shape;198;p35"/>
              <p:cNvSpPr/>
              <p:nvPr/>
            </p:nvSpPr>
            <p:spPr>
              <a:xfrm>
                <a:off x="6172200" y="152400"/>
                <a:ext cx="2057400" cy="1033200"/>
              </a:xfrm>
              <a:prstGeom prst="roundRect">
                <a:avLst>
                  <a:gd name="adj" fmla="val 8292"/>
                </a:avLst>
              </a:prstGeom>
              <a:solidFill>
                <a:srgbClr val="F0E30D"/>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20204"/>
                  <a:buNone/>
                </a:pPr>
                <a:endParaRPr sz="900">
                  <a:latin typeface="Inter" panose="02000503000000020004"/>
                  <a:ea typeface="Inter" panose="02000503000000020004"/>
                  <a:cs typeface="Inter" panose="02000503000000020004"/>
                  <a:sym typeface="Inter" panose="02000503000000020004"/>
                </a:endParaRPr>
              </a:p>
            </p:txBody>
          </p:sp>
          <p:sp>
            <p:nvSpPr>
              <p:cNvPr id="199" name="Google Shape;199;p35"/>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00" name="Google Shape;200;p35"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You can customize this slide by adding personal anecdotes or examples of successful introductions you've made in the past.</a:t>
              </a:r>
              <a:endParaRPr sz="800">
                <a:latin typeface="Inter" panose="02000503000000020004"/>
                <a:ea typeface="Inter" panose="02000503000000020004"/>
                <a:cs typeface="Inter" panose="02000503000000020004"/>
                <a:sym typeface="Inter" panose="02000503000000020004"/>
              </a:endParaRPr>
            </a:p>
          </p:txBody>
        </p:sp>
        <p:pic>
          <p:nvPicPr>
            <p:cNvPr id="201" name="Google Shape;201;p35"/>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05" name="Shape 205"/>
        <p:cNvGrpSpPr/>
        <p:nvPr/>
      </p:nvGrpSpPr>
      <p:grpSpPr>
        <a:xfrm>
          <a:off x="0" y="0"/>
          <a:ext cx="0" cy="0"/>
          <a:chOff x="0" y="0"/>
          <a:chExt cx="0" cy="0"/>
        </a:xfrm>
      </p:grpSpPr>
      <p:sp>
        <p:nvSpPr>
          <p:cNvPr id="206" name="Google Shape;206;p36" descr="title"/>
          <p:cNvSpPr txBox="1"/>
          <p:nvPr>
            <p:ph type="title"/>
          </p:nvPr>
        </p:nvSpPr>
        <p:spPr>
          <a:xfrm>
            <a:off x="348525" y="356200"/>
            <a:ext cx="5594400" cy="13545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GB" sz="4000">
                <a:solidFill>
                  <a:schemeClr val="lt1"/>
                </a:solidFill>
              </a:rPr>
              <a:t>Introducing Yourself to Children</a:t>
            </a:r>
            <a:endParaRPr sz="40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cxnSp>
        <p:nvCxnSpPr>
          <p:cNvPr id="207" name="Google Shape;207;p36"/>
          <p:cNvCxnSpPr/>
          <p:nvPr/>
        </p:nvCxnSpPr>
        <p:spPr>
          <a:xfrm>
            <a:off x="348525" y="342900"/>
            <a:ext cx="8446800" cy="0"/>
          </a:xfrm>
          <a:prstGeom prst="straightConnector1">
            <a:avLst/>
          </a:prstGeom>
          <a:noFill/>
          <a:ln w="9525" cap="flat" cmpd="sng">
            <a:solidFill>
              <a:schemeClr val="lt1"/>
            </a:solidFill>
            <a:prstDash val="solid"/>
            <a:round/>
            <a:headEnd type="none" w="med" len="med"/>
            <a:tailEnd type="none" w="med" len="med"/>
          </a:ln>
        </p:spPr>
      </p:cxnSp>
      <p:cxnSp>
        <p:nvCxnSpPr>
          <p:cNvPr id="208" name="Google Shape;208;p36"/>
          <p:cNvCxnSpPr/>
          <p:nvPr/>
        </p:nvCxnSpPr>
        <p:spPr>
          <a:xfrm>
            <a:off x="348525" y="4826000"/>
            <a:ext cx="8446800" cy="0"/>
          </a:xfrm>
          <a:prstGeom prst="straightConnector1">
            <a:avLst/>
          </a:prstGeom>
          <a:noFill/>
          <a:ln w="9525" cap="flat" cmpd="sng">
            <a:solidFill>
              <a:schemeClr val="lt1"/>
            </a:solidFill>
            <a:prstDash val="solid"/>
            <a:round/>
            <a:headEnd type="none" w="med" len="med"/>
            <a:tailEnd type="none" w="med" len="med"/>
          </a:ln>
        </p:spPr>
      </p:cxnSp>
      <p:grpSp>
        <p:nvGrpSpPr>
          <p:cNvPr id="209" name="Google Shape;209;p36"/>
          <p:cNvGrpSpPr/>
          <p:nvPr/>
        </p:nvGrpSpPr>
        <p:grpSpPr>
          <a:xfrm>
            <a:off x="7686825" y="431850"/>
            <a:ext cx="1108500" cy="443400"/>
            <a:chOff x="7686825" y="431850"/>
            <a:chExt cx="1108500" cy="443400"/>
          </a:xfrm>
        </p:grpSpPr>
        <p:sp>
          <p:nvSpPr>
            <p:cNvPr id="210" name="Google Shape;210;p36"/>
            <p:cNvSpPr/>
            <p:nvPr/>
          </p:nvSpPr>
          <p:spPr>
            <a:xfrm>
              <a:off x="8573625" y="431850"/>
              <a:ext cx="221700" cy="221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211" name="Google Shape;211;p36"/>
            <p:cNvSpPr/>
            <p:nvPr/>
          </p:nvSpPr>
          <p:spPr>
            <a:xfrm>
              <a:off x="7686825" y="653550"/>
              <a:ext cx="221700" cy="2217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grpSp>
      <p:sp>
        <p:nvSpPr>
          <p:cNvPr id="212" name="Google Shape;212;p36" descr="detail_0"/>
          <p:cNvSpPr txBox="1"/>
          <p:nvPr>
            <p:ph type="body" idx="1"/>
          </p:nvPr>
        </p:nvSpPr>
        <p:spPr>
          <a:xfrm>
            <a:off x="344967" y="2124270"/>
            <a:ext cx="2677500" cy="10635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1500"/>
              </a:spcAft>
              <a:buNone/>
            </a:pPr>
            <a:r>
              <a:rPr lang="en-GB" sz="1000">
                <a:solidFill>
                  <a:schemeClr val="lt1"/>
                </a:solidFill>
              </a:rPr>
              <a:t>Welcome the children with a cheerful 'Hello' or 'Good evening'.</a:t>
            </a:r>
            <a:endParaRPr sz="1000">
              <a:solidFill>
                <a:schemeClr val="lt1"/>
              </a:solidFill>
            </a:endParaRPr>
          </a:p>
        </p:txBody>
      </p:sp>
      <p:sp>
        <p:nvSpPr>
          <p:cNvPr id="213" name="Google Shape;213;p36" descr="detail_1"/>
          <p:cNvSpPr txBox="1"/>
          <p:nvPr>
            <p:ph type="body" idx="4294967295"/>
          </p:nvPr>
        </p:nvSpPr>
        <p:spPr>
          <a:xfrm>
            <a:off x="3233248" y="2124270"/>
            <a:ext cx="2677500" cy="10635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solidFill>
                  <a:schemeClr val="lt1"/>
                </a:solidFill>
              </a:rPr>
              <a:t>Introduce yourself by stating your name clearly. You can also mention your role, such as 'I'm Miss/Mr. [Your Name], and I'm going to be your instructor today.'</a:t>
            </a:r>
            <a:endParaRPr sz="1000">
              <a:solidFill>
                <a:schemeClr val="lt1"/>
              </a:solidFill>
            </a:endParaRPr>
          </a:p>
        </p:txBody>
      </p:sp>
      <p:sp>
        <p:nvSpPr>
          <p:cNvPr id="214" name="Google Shape;214;p36" descr="detail_3"/>
          <p:cNvSpPr txBox="1"/>
          <p:nvPr>
            <p:ph type="body" idx="4294967295"/>
          </p:nvPr>
        </p:nvSpPr>
        <p:spPr>
          <a:xfrm>
            <a:off x="344950" y="3317928"/>
            <a:ext cx="2677500" cy="10635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solidFill>
                  <a:schemeClr val="lt1"/>
                </a:solidFill>
              </a:rPr>
              <a:t>Invite the children to introduce themselves as well. You could say, 'Now it's your turn! Can you tell me your name and something you like to do?'</a:t>
            </a:r>
            <a:endParaRPr sz="1000">
              <a:solidFill>
                <a:schemeClr val="lt1"/>
              </a:solidFill>
            </a:endParaRPr>
          </a:p>
        </p:txBody>
      </p:sp>
      <p:sp>
        <p:nvSpPr>
          <p:cNvPr id="215" name="Google Shape;215;p36" descr="header_0"/>
          <p:cNvSpPr txBox="1"/>
          <p:nvPr>
            <p:ph type="subTitle" idx="4294967295"/>
          </p:nvPr>
        </p:nvSpPr>
        <p:spPr>
          <a:xfrm>
            <a:off x="344975" y="1724003"/>
            <a:ext cx="2677500" cy="324000"/>
          </a:xfrm>
          <a:prstGeom prst="rect">
            <a:avLst/>
          </a:prstGeom>
        </p:spPr>
        <p:txBody>
          <a:bodyPr spcFirstLastPara="1" wrap="square" lIns="0" tIns="0" rIns="91425" bIns="0" anchor="b" anchorCtr="0">
            <a:noAutofit/>
          </a:bodyPr>
          <a:lstStyle/>
          <a:p>
            <a:pPr marL="0" lvl="0" indent="0" algn="l" rtl="0">
              <a:spcBef>
                <a:spcPts val="0"/>
              </a:spcBef>
              <a:spcAft>
                <a:spcPts val="800"/>
              </a:spcAft>
              <a:buNone/>
            </a:pPr>
            <a:r>
              <a:rPr lang="en-GB" sz="1000" b="1">
                <a:solidFill>
                  <a:schemeClr val="lt1"/>
                </a:solidFill>
              </a:rPr>
              <a:t>Use a Warm Greeting</a:t>
            </a:r>
            <a:endParaRPr sz="1000">
              <a:solidFill>
                <a:schemeClr val="lt1"/>
              </a:solidFill>
            </a:endParaRPr>
          </a:p>
        </p:txBody>
      </p:sp>
      <p:sp>
        <p:nvSpPr>
          <p:cNvPr id="216" name="Google Shape;216;p36" descr="header_1"/>
          <p:cNvSpPr txBox="1"/>
          <p:nvPr>
            <p:ph type="subTitle" idx="4294967295"/>
          </p:nvPr>
        </p:nvSpPr>
        <p:spPr>
          <a:xfrm>
            <a:off x="3233252" y="1724003"/>
            <a:ext cx="2677500" cy="3240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GB" sz="1000" b="1">
                <a:solidFill>
                  <a:schemeClr val="lt1"/>
                </a:solidFill>
              </a:rPr>
              <a:t>State Your Name</a:t>
            </a:r>
            <a:endParaRPr sz="1000">
              <a:solidFill>
                <a:schemeClr val="lt1"/>
              </a:solidFill>
            </a:endParaRPr>
          </a:p>
        </p:txBody>
      </p:sp>
      <p:sp>
        <p:nvSpPr>
          <p:cNvPr id="217" name="Google Shape;217;p36" descr="header_3"/>
          <p:cNvSpPr txBox="1"/>
          <p:nvPr>
            <p:ph type="subTitle" idx="4294967295"/>
          </p:nvPr>
        </p:nvSpPr>
        <p:spPr>
          <a:xfrm>
            <a:off x="344950" y="3032026"/>
            <a:ext cx="2677500" cy="3240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GB" sz="1000" b="1">
                <a:solidFill>
                  <a:schemeClr val="lt1"/>
                </a:solidFill>
              </a:rPr>
              <a:t>Encourage Participation</a:t>
            </a:r>
            <a:endParaRPr sz="1000">
              <a:solidFill>
                <a:schemeClr val="lt1"/>
              </a:solidFill>
            </a:endParaRPr>
          </a:p>
        </p:txBody>
      </p:sp>
      <p:sp>
        <p:nvSpPr>
          <p:cNvPr id="218" name="Google Shape;218;p36" descr="detail_4"/>
          <p:cNvSpPr txBox="1"/>
          <p:nvPr>
            <p:ph type="body" idx="4294967295"/>
          </p:nvPr>
        </p:nvSpPr>
        <p:spPr>
          <a:xfrm>
            <a:off x="3233231" y="3317928"/>
            <a:ext cx="2677500" cy="10635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solidFill>
                  <a:schemeClr val="lt1"/>
                </a:solidFill>
              </a:rPr>
              <a:t>Show genuine enthusiasm about meeting the children and teaching them. Your enthusiasm can be contagious and help create a positive learning environment.</a:t>
            </a:r>
            <a:endParaRPr sz="1000">
              <a:solidFill>
                <a:schemeClr val="lt1"/>
              </a:solidFill>
            </a:endParaRPr>
          </a:p>
        </p:txBody>
      </p:sp>
      <p:sp>
        <p:nvSpPr>
          <p:cNvPr id="219" name="Google Shape;219;p36" descr="header_4"/>
          <p:cNvSpPr txBox="1"/>
          <p:nvPr>
            <p:ph type="subTitle" idx="4294967295"/>
          </p:nvPr>
        </p:nvSpPr>
        <p:spPr>
          <a:xfrm>
            <a:off x="3233227" y="3032026"/>
            <a:ext cx="2677500" cy="3240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GB" sz="1000" b="1">
                <a:solidFill>
                  <a:schemeClr val="lt1"/>
                </a:solidFill>
              </a:rPr>
              <a:t>Be Enthusiastic</a:t>
            </a:r>
            <a:endParaRPr sz="1000">
              <a:solidFill>
                <a:schemeClr val="lt1"/>
              </a:solidFill>
            </a:endParaRPr>
          </a:p>
        </p:txBody>
      </p:sp>
      <p:sp>
        <p:nvSpPr>
          <p:cNvPr id="220" name="Google Shape;220;p36" descr="detail_2"/>
          <p:cNvSpPr txBox="1"/>
          <p:nvPr>
            <p:ph type="body" idx="4294967295"/>
          </p:nvPr>
        </p:nvSpPr>
        <p:spPr>
          <a:xfrm>
            <a:off x="6121525" y="2124270"/>
            <a:ext cx="2677500" cy="10635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solidFill>
                  <a:schemeClr val="lt1"/>
                </a:solidFill>
              </a:rPr>
              <a:t>'My name is Miss/Mr. [Your Name], and I'm here to be your friend and help you learn and have fun!'</a:t>
            </a:r>
            <a:endParaRPr sz="1000">
              <a:solidFill>
                <a:schemeClr val="lt1"/>
              </a:solidFill>
            </a:endParaRPr>
          </a:p>
        </p:txBody>
      </p:sp>
      <p:sp>
        <p:nvSpPr>
          <p:cNvPr id="221" name="Google Shape;221;p36" descr="header_2"/>
          <p:cNvSpPr txBox="1"/>
          <p:nvPr>
            <p:ph type="subTitle" idx="4294967295"/>
          </p:nvPr>
        </p:nvSpPr>
        <p:spPr>
          <a:xfrm>
            <a:off x="6121527" y="1724003"/>
            <a:ext cx="2677500" cy="3240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GB" sz="1000" b="1">
                <a:solidFill>
                  <a:schemeClr val="lt1"/>
                </a:solidFill>
              </a:rPr>
              <a:t>Make it Interactive</a:t>
            </a:r>
            <a:endParaRPr sz="1000">
              <a:solidFill>
                <a:schemeClr val="lt1"/>
              </a:solidFill>
            </a:endParaRPr>
          </a:p>
        </p:txBody>
      </p:sp>
      <p:sp>
        <p:nvSpPr>
          <p:cNvPr id="222" name="Google Shape;222;p36" descr="detail_5"/>
          <p:cNvSpPr txBox="1"/>
          <p:nvPr>
            <p:ph type="body" idx="4294967295"/>
          </p:nvPr>
        </p:nvSpPr>
        <p:spPr>
          <a:xfrm>
            <a:off x="6121508" y="3317928"/>
            <a:ext cx="2677500" cy="10635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000">
                <a:solidFill>
                  <a:schemeClr val="lt1"/>
                </a:solidFill>
              </a:rPr>
              <a:t>For visual learners or younger children, use props or visual aids to make your introduction more engaging, such as a picture of yourself with your name written on it.</a:t>
            </a:r>
            <a:endParaRPr sz="1000">
              <a:solidFill>
                <a:schemeClr val="lt1"/>
              </a:solidFill>
            </a:endParaRPr>
          </a:p>
        </p:txBody>
      </p:sp>
      <p:sp>
        <p:nvSpPr>
          <p:cNvPr id="223" name="Google Shape;223;p36" descr="header_5"/>
          <p:cNvSpPr txBox="1"/>
          <p:nvPr>
            <p:ph type="subTitle" idx="4294967295"/>
          </p:nvPr>
        </p:nvSpPr>
        <p:spPr>
          <a:xfrm>
            <a:off x="6121502" y="3032026"/>
            <a:ext cx="2677500" cy="3240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GB" sz="1000" b="1">
                <a:solidFill>
                  <a:schemeClr val="lt1"/>
                </a:solidFill>
              </a:rPr>
              <a:t>Use Props or Aids</a:t>
            </a:r>
            <a:endParaRPr sz="1000">
              <a:solidFill>
                <a:schemeClr val="lt1"/>
              </a:solidFill>
            </a:endParaRPr>
          </a:p>
        </p:txBody>
      </p:sp>
      <p:grpSp>
        <p:nvGrpSpPr>
          <p:cNvPr id="224" name="Google Shape;224;p36"/>
          <p:cNvGrpSpPr/>
          <p:nvPr/>
        </p:nvGrpSpPr>
        <p:grpSpPr>
          <a:xfrm>
            <a:off x="6971675" y="128950"/>
            <a:ext cx="2057400" cy="1033200"/>
            <a:chOff x="6922975" y="1548525"/>
            <a:chExt cx="2057400" cy="1033200"/>
          </a:xfrm>
        </p:grpSpPr>
        <p:grpSp>
          <p:nvGrpSpPr>
            <p:cNvPr id="225" name="Google Shape;225;p36"/>
            <p:cNvGrpSpPr/>
            <p:nvPr/>
          </p:nvGrpSpPr>
          <p:grpSpPr>
            <a:xfrm>
              <a:off x="6922975" y="1548525"/>
              <a:ext cx="2057400" cy="1033200"/>
              <a:chOff x="6172200" y="152400"/>
              <a:chExt cx="2057400" cy="1033200"/>
            </a:xfrm>
          </p:grpSpPr>
          <p:sp>
            <p:nvSpPr>
              <p:cNvPr id="226" name="Google Shape;226;p36"/>
              <p:cNvSpPr/>
              <p:nvPr/>
            </p:nvSpPr>
            <p:spPr>
              <a:xfrm>
                <a:off x="6172200" y="152400"/>
                <a:ext cx="2057400" cy="1033200"/>
              </a:xfrm>
              <a:prstGeom prst="roundRect">
                <a:avLst>
                  <a:gd name="adj" fmla="val 8292"/>
                </a:avLst>
              </a:prstGeom>
              <a:solidFill>
                <a:srgbClr val="F0E30D"/>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20204"/>
                  <a:buNone/>
                </a:pPr>
                <a:endParaRPr sz="900">
                  <a:latin typeface="Inter" panose="02000503000000020004"/>
                  <a:ea typeface="Inter" panose="02000503000000020004"/>
                  <a:cs typeface="Inter" panose="02000503000000020004"/>
                  <a:sym typeface="Inter" panose="02000503000000020004"/>
                </a:endParaRPr>
              </a:p>
            </p:txBody>
          </p:sp>
          <p:sp>
            <p:nvSpPr>
              <p:cNvPr id="227" name="Google Shape;227;p36"/>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28" name="Google Shape;228;p36"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props or visual aids that have been successful in your own introductions to make the content more relatable.</a:t>
              </a:r>
              <a:endParaRPr sz="800">
                <a:latin typeface="Inter" panose="02000503000000020004"/>
                <a:ea typeface="Inter" panose="02000503000000020004"/>
                <a:cs typeface="Inter" panose="02000503000000020004"/>
                <a:sym typeface="Inter" panose="02000503000000020004"/>
              </a:endParaRPr>
            </a:p>
          </p:txBody>
        </p:sp>
        <p:pic>
          <p:nvPicPr>
            <p:cNvPr id="229" name="Google Shape;229;p36"/>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33" name="Shape 233"/>
        <p:cNvGrpSpPr/>
        <p:nvPr/>
      </p:nvGrpSpPr>
      <p:grpSpPr>
        <a:xfrm>
          <a:off x="0" y="0"/>
          <a:ext cx="0" cy="0"/>
          <a:chOff x="0" y="0"/>
          <a:chExt cx="0" cy="0"/>
        </a:xfrm>
      </p:grpSpPr>
      <p:sp>
        <p:nvSpPr>
          <p:cNvPr id="234" name="Google Shape;234;p37" descr="title"/>
          <p:cNvSpPr txBox="1"/>
          <p:nvPr>
            <p:ph type="title"/>
          </p:nvPr>
        </p:nvSpPr>
        <p:spPr>
          <a:xfrm>
            <a:off x="348525" y="356200"/>
            <a:ext cx="5367600" cy="13545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GB" sz="3200">
                <a:solidFill>
                  <a:schemeClr val="lt1"/>
                </a:solidFill>
              </a:rPr>
              <a:t>Encouraging Children to Follow Instructions</a:t>
            </a:r>
            <a:endParaRPr sz="32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cxnSp>
        <p:nvCxnSpPr>
          <p:cNvPr id="235" name="Google Shape;235;p37"/>
          <p:cNvCxnSpPr/>
          <p:nvPr/>
        </p:nvCxnSpPr>
        <p:spPr>
          <a:xfrm>
            <a:off x="348525" y="342900"/>
            <a:ext cx="8446800" cy="0"/>
          </a:xfrm>
          <a:prstGeom prst="straightConnector1">
            <a:avLst/>
          </a:prstGeom>
          <a:noFill/>
          <a:ln w="9525" cap="flat" cmpd="sng">
            <a:solidFill>
              <a:schemeClr val="lt1"/>
            </a:solidFill>
            <a:prstDash val="solid"/>
            <a:round/>
            <a:headEnd type="none" w="med" len="med"/>
            <a:tailEnd type="none" w="med" len="med"/>
          </a:ln>
        </p:spPr>
      </p:cxnSp>
      <p:cxnSp>
        <p:nvCxnSpPr>
          <p:cNvPr id="236" name="Google Shape;236;p37"/>
          <p:cNvCxnSpPr/>
          <p:nvPr/>
        </p:nvCxnSpPr>
        <p:spPr>
          <a:xfrm>
            <a:off x="348525" y="4800600"/>
            <a:ext cx="8446800" cy="0"/>
          </a:xfrm>
          <a:prstGeom prst="straightConnector1">
            <a:avLst/>
          </a:prstGeom>
          <a:noFill/>
          <a:ln w="9525" cap="flat" cmpd="sng">
            <a:solidFill>
              <a:schemeClr val="lt1"/>
            </a:solidFill>
            <a:prstDash val="solid"/>
            <a:round/>
            <a:headEnd type="none" w="med" len="med"/>
            <a:tailEnd type="none" w="med" len="med"/>
          </a:ln>
        </p:spPr>
      </p:cxnSp>
      <p:sp>
        <p:nvSpPr>
          <p:cNvPr id="237" name="Google Shape;237;p37" descr="header_0"/>
          <p:cNvSpPr txBox="1"/>
          <p:nvPr>
            <p:ph type="subTitle" idx="4294967295"/>
          </p:nvPr>
        </p:nvSpPr>
        <p:spPr>
          <a:xfrm>
            <a:off x="348525" y="2486775"/>
            <a:ext cx="2509500" cy="6207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100">
                <a:solidFill>
                  <a:schemeClr val="lt1"/>
                </a:solidFill>
              </a:rPr>
              <a:t>Use Simple and Clear Instructions</a:t>
            </a:r>
            <a:endParaRPr sz="11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38" name="Google Shape;238;p37" descr="header_1"/>
          <p:cNvSpPr txBox="1"/>
          <p:nvPr>
            <p:ph type="subTitle" idx="4294967295"/>
          </p:nvPr>
        </p:nvSpPr>
        <p:spPr>
          <a:xfrm>
            <a:off x="3264859" y="2486775"/>
            <a:ext cx="2509500" cy="6207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100">
                <a:solidFill>
                  <a:schemeClr val="lt1"/>
                </a:solidFill>
              </a:rPr>
              <a:t>Utilize Visual Aids</a:t>
            </a:r>
            <a:endParaRPr sz="11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39" name="Google Shape;239;p37" descr="header_2"/>
          <p:cNvSpPr txBox="1"/>
          <p:nvPr>
            <p:ph type="subTitle" idx="4294967295"/>
          </p:nvPr>
        </p:nvSpPr>
        <p:spPr>
          <a:xfrm>
            <a:off x="6181174" y="2486775"/>
            <a:ext cx="2509500" cy="6207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100">
                <a:solidFill>
                  <a:schemeClr val="lt1"/>
                </a:solidFill>
              </a:rPr>
              <a:t>Engage in Playful Learning</a:t>
            </a:r>
            <a:endParaRPr sz="11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40" name="Google Shape;240;p37" descr="detail_0"/>
          <p:cNvSpPr txBox="1"/>
          <p:nvPr>
            <p:ph type="body" idx="1"/>
          </p:nvPr>
        </p:nvSpPr>
        <p:spPr>
          <a:xfrm>
            <a:off x="348525" y="3193750"/>
            <a:ext cx="2509500" cy="16068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100">
                <a:solidFill>
                  <a:schemeClr val="lt1"/>
                </a:solidFill>
              </a:rPr>
              <a:t>Keep instructions short, clear, and easy to understand. Use simple language and avoid complex sentences.</a:t>
            </a:r>
            <a:endParaRPr sz="11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41" name="Google Shape;241;p37" descr="detail_1"/>
          <p:cNvSpPr txBox="1"/>
          <p:nvPr>
            <p:ph type="body" idx="1"/>
          </p:nvPr>
        </p:nvSpPr>
        <p:spPr>
          <a:xfrm>
            <a:off x="3264850" y="3193750"/>
            <a:ext cx="2509500" cy="16068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100">
                <a:solidFill>
                  <a:schemeClr val="lt1"/>
                </a:solidFill>
              </a:rPr>
              <a:t>Use visual aids such as pictures, drawings, or gestures to reinforce your instructions. Children in this age group often respond well to visual cues.</a:t>
            </a:r>
            <a:endParaRPr sz="11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42" name="Google Shape;242;p37" descr="detail_2"/>
          <p:cNvSpPr txBox="1"/>
          <p:nvPr>
            <p:ph type="body" idx="1"/>
          </p:nvPr>
        </p:nvSpPr>
        <p:spPr>
          <a:xfrm>
            <a:off x="6181150" y="3193750"/>
            <a:ext cx="2509500" cy="16068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100">
                <a:solidFill>
                  <a:schemeClr val="lt1"/>
                </a:solidFill>
              </a:rPr>
              <a:t>Incorporate instructions into games, songs, or playful activities. Children learn best through hands-on experiences and interactive play.</a:t>
            </a:r>
            <a:endParaRPr sz="11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grpSp>
        <p:nvGrpSpPr>
          <p:cNvPr id="243" name="Google Shape;243;p37"/>
          <p:cNvGrpSpPr/>
          <p:nvPr/>
        </p:nvGrpSpPr>
        <p:grpSpPr>
          <a:xfrm>
            <a:off x="7686825" y="431850"/>
            <a:ext cx="1108500" cy="443400"/>
            <a:chOff x="7686825" y="431850"/>
            <a:chExt cx="1108500" cy="443400"/>
          </a:xfrm>
        </p:grpSpPr>
        <p:sp>
          <p:nvSpPr>
            <p:cNvPr id="244" name="Google Shape;244;p37"/>
            <p:cNvSpPr/>
            <p:nvPr/>
          </p:nvSpPr>
          <p:spPr>
            <a:xfrm>
              <a:off x="8573625" y="431850"/>
              <a:ext cx="221700" cy="2217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245" name="Google Shape;245;p37"/>
            <p:cNvSpPr/>
            <p:nvPr/>
          </p:nvSpPr>
          <p:spPr>
            <a:xfrm>
              <a:off x="7686825" y="431850"/>
              <a:ext cx="221700" cy="221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246" name="Google Shape;246;p37"/>
            <p:cNvSpPr/>
            <p:nvPr/>
          </p:nvSpPr>
          <p:spPr>
            <a:xfrm>
              <a:off x="7908525" y="431850"/>
              <a:ext cx="221700" cy="2217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247" name="Google Shape;247;p37"/>
            <p:cNvSpPr/>
            <p:nvPr/>
          </p:nvSpPr>
          <p:spPr>
            <a:xfrm>
              <a:off x="8351925" y="653550"/>
              <a:ext cx="221700" cy="221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248" name="Google Shape;248;p37"/>
            <p:cNvSpPr/>
            <p:nvPr/>
          </p:nvSpPr>
          <p:spPr>
            <a:xfrm>
              <a:off x="8573625" y="653550"/>
              <a:ext cx="221700" cy="221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grpSp>
      <p:grpSp>
        <p:nvGrpSpPr>
          <p:cNvPr id="249" name="Google Shape;249;p37"/>
          <p:cNvGrpSpPr/>
          <p:nvPr/>
        </p:nvGrpSpPr>
        <p:grpSpPr>
          <a:xfrm>
            <a:off x="6940550" y="1087500"/>
            <a:ext cx="2057400" cy="1033200"/>
            <a:chOff x="6922975" y="1548525"/>
            <a:chExt cx="2057400" cy="1033200"/>
          </a:xfrm>
        </p:grpSpPr>
        <p:grpSp>
          <p:nvGrpSpPr>
            <p:cNvPr id="250" name="Google Shape;250;p37"/>
            <p:cNvGrpSpPr/>
            <p:nvPr/>
          </p:nvGrpSpPr>
          <p:grpSpPr>
            <a:xfrm>
              <a:off x="6922975" y="1548525"/>
              <a:ext cx="2057400" cy="1033200"/>
              <a:chOff x="6172200" y="152400"/>
              <a:chExt cx="2057400" cy="1033200"/>
            </a:xfrm>
          </p:grpSpPr>
          <p:sp>
            <p:nvSpPr>
              <p:cNvPr id="251" name="Google Shape;251;p37"/>
              <p:cNvSpPr/>
              <p:nvPr/>
            </p:nvSpPr>
            <p:spPr>
              <a:xfrm>
                <a:off x="6172200" y="152400"/>
                <a:ext cx="2057400" cy="1033200"/>
              </a:xfrm>
              <a:prstGeom prst="roundRect">
                <a:avLst>
                  <a:gd name="adj" fmla="val 8292"/>
                </a:avLst>
              </a:prstGeom>
              <a:solidFill>
                <a:srgbClr val="F0E30D"/>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20204"/>
                  <a:buNone/>
                </a:pPr>
                <a:endParaRPr sz="900">
                  <a:latin typeface="Inter" panose="02000503000000020004"/>
                  <a:ea typeface="Inter" panose="02000503000000020004"/>
                  <a:cs typeface="Inter" panose="02000503000000020004"/>
                  <a:sym typeface="Inter" panose="02000503000000020004"/>
                </a:endParaRPr>
              </a:p>
            </p:txBody>
          </p:sp>
          <p:sp>
            <p:nvSpPr>
              <p:cNvPr id="252" name="Google Shape;252;p37"/>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53" name="Google Shape;253;p37"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including examples of visual aids or specific activities to illustrate these methods more clearly.</a:t>
              </a:r>
              <a:endParaRPr sz="800">
                <a:latin typeface="Inter" panose="02000503000000020004"/>
                <a:ea typeface="Inter" panose="02000503000000020004"/>
                <a:cs typeface="Inter" panose="02000503000000020004"/>
                <a:sym typeface="Inter" panose="02000503000000020004"/>
              </a:endParaRPr>
            </a:p>
          </p:txBody>
        </p:sp>
        <p:pic>
          <p:nvPicPr>
            <p:cNvPr id="254" name="Google Shape;254;p37"/>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58" name="Shape 258"/>
        <p:cNvGrpSpPr/>
        <p:nvPr/>
      </p:nvGrpSpPr>
      <p:grpSpPr>
        <a:xfrm>
          <a:off x="0" y="0"/>
          <a:ext cx="0" cy="0"/>
          <a:chOff x="0" y="0"/>
          <a:chExt cx="0" cy="0"/>
        </a:xfrm>
      </p:grpSpPr>
      <p:sp>
        <p:nvSpPr>
          <p:cNvPr id="259" name="Google Shape;259;p38" descr="title"/>
          <p:cNvSpPr txBox="1"/>
          <p:nvPr>
            <p:ph type="title"/>
          </p:nvPr>
        </p:nvSpPr>
        <p:spPr>
          <a:xfrm>
            <a:off x="348525" y="356200"/>
            <a:ext cx="5367600" cy="3600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GB" sz="1600">
                <a:solidFill>
                  <a:schemeClr val="lt1"/>
                </a:solidFill>
              </a:rPr>
              <a:t>Encouragement for Age Group 6-9</a:t>
            </a:r>
            <a:endParaRPr sz="16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cxnSp>
        <p:nvCxnSpPr>
          <p:cNvPr id="260" name="Google Shape;260;p38"/>
          <p:cNvCxnSpPr/>
          <p:nvPr/>
        </p:nvCxnSpPr>
        <p:spPr>
          <a:xfrm>
            <a:off x="348525" y="342900"/>
            <a:ext cx="8446800" cy="0"/>
          </a:xfrm>
          <a:prstGeom prst="straightConnector1">
            <a:avLst/>
          </a:prstGeom>
          <a:noFill/>
          <a:ln w="9525" cap="flat" cmpd="sng">
            <a:solidFill>
              <a:schemeClr val="lt1"/>
            </a:solidFill>
            <a:prstDash val="solid"/>
            <a:round/>
            <a:headEnd type="none" w="med" len="med"/>
            <a:tailEnd type="none" w="med" len="med"/>
          </a:ln>
        </p:spPr>
      </p:cxnSp>
      <p:cxnSp>
        <p:nvCxnSpPr>
          <p:cNvPr id="261" name="Google Shape;261;p38"/>
          <p:cNvCxnSpPr/>
          <p:nvPr/>
        </p:nvCxnSpPr>
        <p:spPr>
          <a:xfrm>
            <a:off x="348525" y="4800600"/>
            <a:ext cx="8446800" cy="0"/>
          </a:xfrm>
          <a:prstGeom prst="straightConnector1">
            <a:avLst/>
          </a:prstGeom>
          <a:noFill/>
          <a:ln w="9525" cap="flat" cmpd="sng">
            <a:solidFill>
              <a:schemeClr val="lt1"/>
            </a:solidFill>
            <a:prstDash val="solid"/>
            <a:round/>
            <a:headEnd type="none" w="med" len="med"/>
            <a:tailEnd type="none" w="med" len="med"/>
          </a:ln>
        </p:spPr>
      </p:cxnSp>
      <p:sp>
        <p:nvSpPr>
          <p:cNvPr id="262" name="Google Shape;262;p38" descr="detail_0"/>
          <p:cNvSpPr txBox="1"/>
          <p:nvPr>
            <p:ph type="body" idx="1"/>
          </p:nvPr>
        </p:nvSpPr>
        <p:spPr>
          <a:xfrm>
            <a:off x="348550" y="1769050"/>
            <a:ext cx="3790800" cy="1213500"/>
          </a:xfrm>
          <a:prstGeom prst="rect">
            <a:avLst/>
          </a:prstGeom>
        </p:spPr>
        <p:txBody>
          <a:bodyPr spcFirstLastPara="1" wrap="square" lIns="0" tIns="91425" rIns="91425" bIns="91425" anchor="t" anchorCtr="0">
            <a:noAutofit/>
          </a:bodyPr>
          <a:lstStyle/>
          <a:p>
            <a:pPr marL="0" lvl="0" indent="0" algn="l" rtl="0">
              <a:spcBef>
                <a:spcPts val="0"/>
              </a:spcBef>
              <a:spcAft>
                <a:spcPts val="1500"/>
              </a:spcAft>
              <a:buNone/>
            </a:pPr>
            <a:r>
              <a:rPr lang="en-GB" sz="1200">
                <a:solidFill>
                  <a:schemeClr val="lt1"/>
                </a:solidFill>
              </a:rPr>
              <a:t>Clearly communicate goals and explain the reasons behind the instructions. Children in this age group are more likely to follow instructions when they understand the purpose.</a:t>
            </a:r>
            <a:endParaRPr sz="1200">
              <a:solidFill>
                <a:schemeClr val="lt1"/>
              </a:solidFill>
            </a:endParaRPr>
          </a:p>
        </p:txBody>
      </p:sp>
      <p:sp>
        <p:nvSpPr>
          <p:cNvPr id="263" name="Google Shape;263;p38" descr="header_0"/>
          <p:cNvSpPr txBox="1"/>
          <p:nvPr>
            <p:ph type="subTitle" idx="4294967295"/>
          </p:nvPr>
        </p:nvSpPr>
        <p:spPr>
          <a:xfrm>
            <a:off x="348538" y="1354150"/>
            <a:ext cx="3790800" cy="414900"/>
          </a:xfrm>
          <a:prstGeom prst="rect">
            <a:avLst/>
          </a:prstGeom>
        </p:spPr>
        <p:txBody>
          <a:bodyPr spcFirstLastPara="1" wrap="square" lIns="0" tIns="0" rIns="91425" bIns="0" anchor="t" anchorCtr="0">
            <a:noAutofit/>
          </a:bodyPr>
          <a:lstStyle/>
          <a:p>
            <a:pPr marL="0" lvl="0" indent="0" algn="l" rtl="0">
              <a:lnSpc>
                <a:spcPct val="100000"/>
              </a:lnSpc>
              <a:spcBef>
                <a:spcPts val="0"/>
              </a:spcBef>
              <a:spcAft>
                <a:spcPts val="800"/>
              </a:spcAft>
              <a:buNone/>
            </a:pPr>
            <a:r>
              <a:rPr lang="en-GB" sz="1200" b="1">
                <a:solidFill>
                  <a:schemeClr val="lt1"/>
                </a:solidFill>
              </a:rPr>
              <a:t>Set Clear Expectations</a:t>
            </a:r>
            <a:endParaRPr sz="1200" b="1">
              <a:solidFill>
                <a:schemeClr val="lt1"/>
              </a:solidFill>
            </a:endParaRPr>
          </a:p>
        </p:txBody>
      </p:sp>
      <p:sp>
        <p:nvSpPr>
          <p:cNvPr id="264" name="Google Shape;264;p38" descr="detail_1"/>
          <p:cNvSpPr txBox="1"/>
          <p:nvPr>
            <p:ph type="body" idx="1"/>
          </p:nvPr>
        </p:nvSpPr>
        <p:spPr>
          <a:xfrm>
            <a:off x="5004676" y="1769050"/>
            <a:ext cx="3790800" cy="1213500"/>
          </a:xfrm>
          <a:prstGeom prst="rect">
            <a:avLst/>
          </a:prstGeom>
        </p:spPr>
        <p:txBody>
          <a:bodyPr spcFirstLastPara="1" wrap="square" lIns="0" tIns="91425" rIns="91425" bIns="91425" anchor="t" anchorCtr="0">
            <a:noAutofit/>
          </a:bodyPr>
          <a:lstStyle/>
          <a:p>
            <a:pPr marL="0" lvl="0" indent="0" algn="l" rtl="0">
              <a:spcBef>
                <a:spcPts val="0"/>
              </a:spcBef>
              <a:spcAft>
                <a:spcPts val="1500"/>
              </a:spcAft>
              <a:buNone/>
            </a:pPr>
            <a:r>
              <a:rPr lang="en-GB" sz="1200">
                <a:solidFill>
                  <a:schemeClr val="lt1"/>
                </a:solidFill>
              </a:rPr>
              <a:t>Break down tasks into smaller steps and provide instructions sequentially. This helps children process information more effectively.</a:t>
            </a:r>
            <a:endParaRPr sz="1200">
              <a:solidFill>
                <a:schemeClr val="lt1"/>
              </a:solidFill>
            </a:endParaRPr>
          </a:p>
        </p:txBody>
      </p:sp>
      <p:sp>
        <p:nvSpPr>
          <p:cNvPr id="265" name="Google Shape;265;p38" descr="header_1"/>
          <p:cNvSpPr txBox="1"/>
          <p:nvPr>
            <p:ph type="subTitle" idx="4294967295"/>
          </p:nvPr>
        </p:nvSpPr>
        <p:spPr>
          <a:xfrm>
            <a:off x="5004670" y="1354150"/>
            <a:ext cx="3790800" cy="414900"/>
          </a:xfrm>
          <a:prstGeom prst="rect">
            <a:avLst/>
          </a:prstGeom>
        </p:spPr>
        <p:txBody>
          <a:bodyPr spcFirstLastPara="1" wrap="square" lIns="0" tIns="0" rIns="91425" bIns="0" anchor="t" anchorCtr="0">
            <a:noAutofit/>
          </a:bodyPr>
          <a:lstStyle/>
          <a:p>
            <a:pPr marL="0" lvl="0" indent="0" algn="l" rtl="0">
              <a:lnSpc>
                <a:spcPct val="100000"/>
              </a:lnSpc>
              <a:spcBef>
                <a:spcPts val="0"/>
              </a:spcBef>
              <a:spcAft>
                <a:spcPts val="800"/>
              </a:spcAft>
              <a:buNone/>
            </a:pPr>
            <a:r>
              <a:rPr lang="en-GB" sz="1200" b="1">
                <a:solidFill>
                  <a:schemeClr val="lt1"/>
                </a:solidFill>
              </a:rPr>
              <a:t>Use Sequential Instructions</a:t>
            </a:r>
            <a:endParaRPr sz="1200" b="1">
              <a:solidFill>
                <a:schemeClr val="lt1"/>
              </a:solidFill>
            </a:endParaRPr>
          </a:p>
        </p:txBody>
      </p:sp>
      <p:grpSp>
        <p:nvGrpSpPr>
          <p:cNvPr id="266" name="Google Shape;266;p38"/>
          <p:cNvGrpSpPr/>
          <p:nvPr/>
        </p:nvGrpSpPr>
        <p:grpSpPr>
          <a:xfrm>
            <a:off x="8351925" y="431850"/>
            <a:ext cx="443400" cy="443400"/>
            <a:chOff x="8351925" y="431850"/>
            <a:chExt cx="443400" cy="443400"/>
          </a:xfrm>
        </p:grpSpPr>
        <p:sp>
          <p:nvSpPr>
            <p:cNvPr id="267" name="Google Shape;267;p38"/>
            <p:cNvSpPr/>
            <p:nvPr/>
          </p:nvSpPr>
          <p:spPr>
            <a:xfrm>
              <a:off x="8573625" y="431850"/>
              <a:ext cx="221700" cy="2217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268" name="Google Shape;268;p38"/>
            <p:cNvSpPr/>
            <p:nvPr/>
          </p:nvSpPr>
          <p:spPr>
            <a:xfrm>
              <a:off x="8351925" y="653550"/>
              <a:ext cx="221700" cy="221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269" name="Google Shape;269;p38"/>
            <p:cNvSpPr/>
            <p:nvPr/>
          </p:nvSpPr>
          <p:spPr>
            <a:xfrm>
              <a:off x="8573625" y="653550"/>
              <a:ext cx="221700" cy="221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grpSp>
      <p:sp>
        <p:nvSpPr>
          <p:cNvPr id="270" name="Google Shape;270;p38" descr="detail_2"/>
          <p:cNvSpPr txBox="1"/>
          <p:nvPr>
            <p:ph type="body" idx="1"/>
          </p:nvPr>
        </p:nvSpPr>
        <p:spPr>
          <a:xfrm>
            <a:off x="348550" y="3397100"/>
            <a:ext cx="3790800" cy="1213500"/>
          </a:xfrm>
          <a:prstGeom prst="rect">
            <a:avLst/>
          </a:prstGeom>
        </p:spPr>
        <p:txBody>
          <a:bodyPr spcFirstLastPara="1" wrap="square" lIns="0" tIns="91425" rIns="91425" bIns="91425" anchor="t" anchorCtr="0">
            <a:noAutofit/>
          </a:bodyPr>
          <a:lstStyle/>
          <a:p>
            <a:pPr marL="0" lvl="0" indent="0" algn="l" rtl="0">
              <a:spcBef>
                <a:spcPts val="0"/>
              </a:spcBef>
              <a:spcAft>
                <a:spcPts val="1500"/>
              </a:spcAft>
              <a:buNone/>
            </a:pPr>
            <a:r>
              <a:rPr lang="en-GB" sz="1200">
                <a:solidFill>
                  <a:schemeClr val="lt1"/>
                </a:solidFill>
              </a:rPr>
              <a:t>Continue to use praise and positive reinforcement to motivate children. Acknowledge their efforts and accomplishments.</a:t>
            </a:r>
            <a:endParaRPr sz="1200">
              <a:solidFill>
                <a:schemeClr val="lt1"/>
              </a:solidFill>
            </a:endParaRPr>
          </a:p>
        </p:txBody>
      </p:sp>
      <p:sp>
        <p:nvSpPr>
          <p:cNvPr id="271" name="Google Shape;271;p38" descr="header_2"/>
          <p:cNvSpPr txBox="1"/>
          <p:nvPr>
            <p:ph type="subTitle" idx="4294967295"/>
          </p:nvPr>
        </p:nvSpPr>
        <p:spPr>
          <a:xfrm>
            <a:off x="348538" y="2982403"/>
            <a:ext cx="3790800" cy="414900"/>
          </a:xfrm>
          <a:prstGeom prst="rect">
            <a:avLst/>
          </a:prstGeom>
        </p:spPr>
        <p:txBody>
          <a:bodyPr spcFirstLastPara="1" wrap="square" lIns="0" tIns="0" rIns="91425" bIns="0" anchor="t" anchorCtr="0">
            <a:noAutofit/>
          </a:bodyPr>
          <a:lstStyle/>
          <a:p>
            <a:pPr marL="0" lvl="0" indent="0" algn="l" rtl="0">
              <a:lnSpc>
                <a:spcPct val="100000"/>
              </a:lnSpc>
              <a:spcBef>
                <a:spcPts val="0"/>
              </a:spcBef>
              <a:spcAft>
                <a:spcPts val="800"/>
              </a:spcAft>
              <a:buNone/>
            </a:pPr>
            <a:r>
              <a:rPr lang="en-GB" sz="1200" b="1">
                <a:solidFill>
                  <a:schemeClr val="lt1"/>
                </a:solidFill>
              </a:rPr>
              <a:t>Positive Reinforcement</a:t>
            </a:r>
            <a:endParaRPr sz="1200" b="1">
              <a:solidFill>
                <a:schemeClr val="lt1"/>
              </a:solidFill>
            </a:endParaRPr>
          </a:p>
        </p:txBody>
      </p:sp>
      <p:sp>
        <p:nvSpPr>
          <p:cNvPr id="272" name="Google Shape;272;p38" descr="detail_3"/>
          <p:cNvSpPr txBox="1"/>
          <p:nvPr>
            <p:ph type="body" idx="1"/>
          </p:nvPr>
        </p:nvSpPr>
        <p:spPr>
          <a:xfrm>
            <a:off x="5004678" y="3397100"/>
            <a:ext cx="3790800" cy="1213500"/>
          </a:xfrm>
          <a:prstGeom prst="rect">
            <a:avLst/>
          </a:prstGeom>
        </p:spPr>
        <p:txBody>
          <a:bodyPr spcFirstLastPara="1" wrap="square" lIns="0" tIns="91425" rIns="91425" bIns="91425" anchor="t" anchorCtr="0">
            <a:noAutofit/>
          </a:bodyPr>
          <a:lstStyle/>
          <a:p>
            <a:pPr marL="0" lvl="0" indent="0" algn="l" rtl="0">
              <a:spcBef>
                <a:spcPts val="0"/>
              </a:spcBef>
              <a:spcAft>
                <a:spcPts val="1500"/>
              </a:spcAft>
              <a:buNone/>
            </a:pPr>
            <a:r>
              <a:rPr lang="en-GB" sz="1200">
                <a:solidFill>
                  <a:schemeClr val="lt1"/>
                </a:solidFill>
              </a:rPr>
              <a:t>Foster independence by encouraging children to take initiative and problem-solve on their own. Offer guidance and support as needed.</a:t>
            </a:r>
            <a:endParaRPr sz="1200">
              <a:solidFill>
                <a:schemeClr val="lt1"/>
              </a:solidFill>
            </a:endParaRPr>
          </a:p>
        </p:txBody>
      </p:sp>
      <p:sp>
        <p:nvSpPr>
          <p:cNvPr id="273" name="Google Shape;273;p38" descr="header_3"/>
          <p:cNvSpPr txBox="1"/>
          <p:nvPr>
            <p:ph type="subTitle" idx="4294967295"/>
          </p:nvPr>
        </p:nvSpPr>
        <p:spPr>
          <a:xfrm>
            <a:off x="5004670" y="2982403"/>
            <a:ext cx="3790800" cy="414900"/>
          </a:xfrm>
          <a:prstGeom prst="rect">
            <a:avLst/>
          </a:prstGeom>
        </p:spPr>
        <p:txBody>
          <a:bodyPr spcFirstLastPara="1" wrap="square" lIns="0" tIns="0" rIns="91425" bIns="0" anchor="t" anchorCtr="0">
            <a:noAutofit/>
          </a:bodyPr>
          <a:lstStyle/>
          <a:p>
            <a:pPr marL="0" lvl="0" indent="0" algn="l" rtl="0">
              <a:lnSpc>
                <a:spcPct val="100000"/>
              </a:lnSpc>
              <a:spcBef>
                <a:spcPts val="0"/>
              </a:spcBef>
              <a:spcAft>
                <a:spcPts val="800"/>
              </a:spcAft>
              <a:buNone/>
            </a:pPr>
            <a:r>
              <a:rPr lang="en-GB" sz="1200" b="1">
                <a:solidFill>
                  <a:schemeClr val="lt1"/>
                </a:solidFill>
              </a:rPr>
              <a:t>Encourage Independence</a:t>
            </a:r>
            <a:endParaRPr sz="1200" b="1">
              <a:solidFill>
                <a:schemeClr val="lt1"/>
              </a:solidFill>
            </a:endParaRPr>
          </a:p>
        </p:txBody>
      </p:sp>
      <p:grpSp>
        <p:nvGrpSpPr>
          <p:cNvPr id="274" name="Google Shape;274;p38"/>
          <p:cNvGrpSpPr/>
          <p:nvPr/>
        </p:nvGrpSpPr>
        <p:grpSpPr>
          <a:xfrm>
            <a:off x="6971325" y="3994075"/>
            <a:ext cx="2057400" cy="1033200"/>
            <a:chOff x="6922975" y="1548525"/>
            <a:chExt cx="2057400" cy="1033200"/>
          </a:xfrm>
        </p:grpSpPr>
        <p:grpSp>
          <p:nvGrpSpPr>
            <p:cNvPr id="275" name="Google Shape;275;p38"/>
            <p:cNvGrpSpPr/>
            <p:nvPr/>
          </p:nvGrpSpPr>
          <p:grpSpPr>
            <a:xfrm>
              <a:off x="6922975" y="1548525"/>
              <a:ext cx="2057400" cy="1033200"/>
              <a:chOff x="6172200" y="152400"/>
              <a:chExt cx="2057400" cy="1033200"/>
            </a:xfrm>
          </p:grpSpPr>
          <p:sp>
            <p:nvSpPr>
              <p:cNvPr id="276" name="Google Shape;276;p38"/>
              <p:cNvSpPr/>
              <p:nvPr/>
            </p:nvSpPr>
            <p:spPr>
              <a:xfrm>
                <a:off x="6172200" y="152400"/>
                <a:ext cx="2057400" cy="1033200"/>
              </a:xfrm>
              <a:prstGeom prst="roundRect">
                <a:avLst>
                  <a:gd name="adj" fmla="val 8292"/>
                </a:avLst>
              </a:prstGeom>
              <a:solidFill>
                <a:srgbClr val="F0E30D"/>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20204"/>
                  <a:buNone/>
                </a:pPr>
                <a:endParaRPr sz="900">
                  <a:latin typeface="Inter" panose="02000503000000020004"/>
                  <a:ea typeface="Inter" panose="02000503000000020004"/>
                  <a:cs typeface="Inter" panose="02000503000000020004"/>
                  <a:sym typeface="Inter" panose="02000503000000020004"/>
                </a:endParaRPr>
              </a:p>
            </p:txBody>
          </p:sp>
          <p:sp>
            <p:nvSpPr>
              <p:cNvPr id="277" name="Google Shape;277;p38"/>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78" name="Google Shape;278;p38"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adapting examples to reflect the specific context or subjects you teach, ensuring relevance to your audience.</a:t>
              </a:r>
              <a:endParaRPr sz="800">
                <a:latin typeface="Inter" panose="02000503000000020004"/>
                <a:ea typeface="Inter" panose="02000503000000020004"/>
                <a:cs typeface="Inter" panose="02000503000000020004"/>
                <a:sym typeface="Inter" panose="02000503000000020004"/>
              </a:endParaRPr>
            </a:p>
          </p:txBody>
        </p:sp>
        <p:pic>
          <p:nvPicPr>
            <p:cNvPr id="279" name="Google Shape;279;p38"/>
            <p:cNvPicPr preferRelativeResize="0"/>
            <p:nvPr/>
          </p:nvPicPr>
          <p:blipFill>
            <a:blip r:embed="rId1"/>
            <a:stretch>
              <a:fillRect/>
            </a:stretch>
          </p:blipFill>
          <p:spPr>
            <a:xfrm>
              <a:off x="7016628" y="1652466"/>
              <a:ext cx="164591" cy="164591"/>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83" name="Shape 283"/>
        <p:cNvGrpSpPr/>
        <p:nvPr/>
      </p:nvGrpSpPr>
      <p:grpSpPr>
        <a:xfrm>
          <a:off x="0" y="0"/>
          <a:ext cx="0" cy="0"/>
          <a:chOff x="0" y="0"/>
          <a:chExt cx="0" cy="0"/>
        </a:xfrm>
      </p:grpSpPr>
      <p:sp>
        <p:nvSpPr>
          <p:cNvPr id="284" name="Google Shape;284;p39" descr="title"/>
          <p:cNvSpPr txBox="1"/>
          <p:nvPr>
            <p:ph type="title"/>
          </p:nvPr>
        </p:nvSpPr>
        <p:spPr>
          <a:xfrm>
            <a:off x="348525" y="356200"/>
            <a:ext cx="5367600" cy="3600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GB" sz="1600">
                <a:solidFill>
                  <a:schemeClr val="lt1"/>
                </a:solidFill>
              </a:rPr>
              <a:t>Encouragement for Age Group 10-12</a:t>
            </a:r>
            <a:endParaRPr sz="16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cxnSp>
        <p:nvCxnSpPr>
          <p:cNvPr id="285" name="Google Shape;285;p39"/>
          <p:cNvCxnSpPr/>
          <p:nvPr/>
        </p:nvCxnSpPr>
        <p:spPr>
          <a:xfrm>
            <a:off x="348525" y="342900"/>
            <a:ext cx="8446800" cy="0"/>
          </a:xfrm>
          <a:prstGeom prst="straightConnector1">
            <a:avLst/>
          </a:prstGeom>
          <a:noFill/>
          <a:ln w="9525" cap="flat" cmpd="sng">
            <a:solidFill>
              <a:schemeClr val="lt1"/>
            </a:solidFill>
            <a:prstDash val="solid"/>
            <a:round/>
            <a:headEnd type="none" w="med" len="med"/>
            <a:tailEnd type="none" w="med" len="med"/>
          </a:ln>
        </p:spPr>
      </p:cxnSp>
      <p:cxnSp>
        <p:nvCxnSpPr>
          <p:cNvPr id="286" name="Google Shape;286;p39"/>
          <p:cNvCxnSpPr/>
          <p:nvPr/>
        </p:nvCxnSpPr>
        <p:spPr>
          <a:xfrm>
            <a:off x="348525" y="4800600"/>
            <a:ext cx="8446800" cy="0"/>
          </a:xfrm>
          <a:prstGeom prst="straightConnector1">
            <a:avLst/>
          </a:prstGeom>
          <a:noFill/>
          <a:ln w="9525" cap="flat" cmpd="sng">
            <a:solidFill>
              <a:schemeClr val="lt1"/>
            </a:solidFill>
            <a:prstDash val="solid"/>
            <a:round/>
            <a:headEnd type="none" w="med" len="med"/>
            <a:tailEnd type="none" w="med" len="med"/>
          </a:ln>
        </p:spPr>
      </p:cxnSp>
      <p:sp>
        <p:nvSpPr>
          <p:cNvPr id="287" name="Google Shape;287;p39" descr="detail_0"/>
          <p:cNvSpPr txBox="1"/>
          <p:nvPr>
            <p:ph type="body" idx="1"/>
          </p:nvPr>
        </p:nvSpPr>
        <p:spPr>
          <a:xfrm>
            <a:off x="348550" y="1769050"/>
            <a:ext cx="3790800" cy="1213500"/>
          </a:xfrm>
          <a:prstGeom prst="rect">
            <a:avLst/>
          </a:prstGeom>
        </p:spPr>
        <p:txBody>
          <a:bodyPr spcFirstLastPara="1" wrap="square" lIns="0" tIns="91425" rIns="91425" bIns="91425" anchor="t" anchorCtr="0">
            <a:noAutofit/>
          </a:bodyPr>
          <a:lstStyle/>
          <a:p>
            <a:pPr marL="0" lvl="0" indent="0" algn="l" rtl="0">
              <a:spcBef>
                <a:spcPts val="0"/>
              </a:spcBef>
              <a:spcAft>
                <a:spcPts val="1500"/>
              </a:spcAft>
              <a:buNone/>
            </a:pPr>
            <a:r>
              <a:rPr lang="en-GB" sz="1200">
                <a:solidFill>
                  <a:schemeClr val="lt1"/>
                </a:solidFill>
              </a:rPr>
              <a:t>Provide explanations for instructions and involve children in decision-making processes. Encourage critical thinking and discussion.</a:t>
            </a:r>
            <a:endParaRPr sz="1200">
              <a:solidFill>
                <a:schemeClr val="lt1"/>
              </a:solidFill>
            </a:endParaRPr>
          </a:p>
        </p:txBody>
      </p:sp>
      <p:sp>
        <p:nvSpPr>
          <p:cNvPr id="288" name="Google Shape;288;p39" descr="header_0"/>
          <p:cNvSpPr txBox="1"/>
          <p:nvPr>
            <p:ph type="subTitle" idx="4294967295"/>
          </p:nvPr>
        </p:nvSpPr>
        <p:spPr>
          <a:xfrm>
            <a:off x="348538" y="1354150"/>
            <a:ext cx="3790800" cy="414900"/>
          </a:xfrm>
          <a:prstGeom prst="rect">
            <a:avLst/>
          </a:prstGeom>
        </p:spPr>
        <p:txBody>
          <a:bodyPr spcFirstLastPara="1" wrap="square" lIns="0" tIns="0" rIns="91425" bIns="0" anchor="t" anchorCtr="0">
            <a:noAutofit/>
          </a:bodyPr>
          <a:lstStyle/>
          <a:p>
            <a:pPr marL="0" lvl="0" indent="0" algn="l" rtl="0">
              <a:lnSpc>
                <a:spcPct val="100000"/>
              </a:lnSpc>
              <a:spcBef>
                <a:spcPts val="0"/>
              </a:spcBef>
              <a:spcAft>
                <a:spcPts val="800"/>
              </a:spcAft>
              <a:buNone/>
            </a:pPr>
            <a:r>
              <a:rPr lang="en-GB" sz="1200" b="1">
                <a:solidFill>
                  <a:schemeClr val="lt1"/>
                </a:solidFill>
              </a:rPr>
              <a:t>Explain the 'Why'</a:t>
            </a:r>
            <a:endParaRPr sz="1200" b="1">
              <a:solidFill>
                <a:schemeClr val="lt1"/>
              </a:solidFill>
            </a:endParaRPr>
          </a:p>
        </p:txBody>
      </p:sp>
      <p:sp>
        <p:nvSpPr>
          <p:cNvPr id="289" name="Google Shape;289;p39" descr="detail_1"/>
          <p:cNvSpPr txBox="1"/>
          <p:nvPr>
            <p:ph type="body" idx="1"/>
          </p:nvPr>
        </p:nvSpPr>
        <p:spPr>
          <a:xfrm>
            <a:off x="5004676" y="1769050"/>
            <a:ext cx="3790800" cy="1213500"/>
          </a:xfrm>
          <a:prstGeom prst="rect">
            <a:avLst/>
          </a:prstGeom>
        </p:spPr>
        <p:txBody>
          <a:bodyPr spcFirstLastPara="1" wrap="square" lIns="0" tIns="91425" rIns="91425" bIns="91425" anchor="t" anchorCtr="0">
            <a:noAutofit/>
          </a:bodyPr>
          <a:lstStyle/>
          <a:p>
            <a:pPr marL="0" lvl="0" indent="0" algn="l" rtl="0">
              <a:spcBef>
                <a:spcPts val="0"/>
              </a:spcBef>
              <a:spcAft>
                <a:spcPts val="1500"/>
              </a:spcAft>
              <a:buNone/>
            </a:pPr>
            <a:r>
              <a:rPr lang="en-GB" sz="1200">
                <a:solidFill>
                  <a:schemeClr val="lt1"/>
                </a:solidFill>
              </a:rPr>
              <a:t>Clearly communicate goals and expectations. Encourage children to set their own goals and monitor their progress.</a:t>
            </a:r>
            <a:endParaRPr sz="1200">
              <a:solidFill>
                <a:schemeClr val="lt1"/>
              </a:solidFill>
            </a:endParaRPr>
          </a:p>
        </p:txBody>
      </p:sp>
      <p:sp>
        <p:nvSpPr>
          <p:cNvPr id="290" name="Google Shape;290;p39" descr="header_1"/>
          <p:cNvSpPr txBox="1"/>
          <p:nvPr>
            <p:ph type="subTitle" idx="4294967295"/>
          </p:nvPr>
        </p:nvSpPr>
        <p:spPr>
          <a:xfrm>
            <a:off x="5004670" y="1354150"/>
            <a:ext cx="3790800" cy="414900"/>
          </a:xfrm>
          <a:prstGeom prst="rect">
            <a:avLst/>
          </a:prstGeom>
        </p:spPr>
        <p:txBody>
          <a:bodyPr spcFirstLastPara="1" wrap="square" lIns="0" tIns="0" rIns="91425" bIns="0" anchor="t" anchorCtr="0">
            <a:noAutofit/>
          </a:bodyPr>
          <a:lstStyle/>
          <a:p>
            <a:pPr marL="0" lvl="0" indent="0" algn="l" rtl="0">
              <a:lnSpc>
                <a:spcPct val="100000"/>
              </a:lnSpc>
              <a:spcBef>
                <a:spcPts val="0"/>
              </a:spcBef>
              <a:spcAft>
                <a:spcPts val="800"/>
              </a:spcAft>
              <a:buNone/>
            </a:pPr>
            <a:r>
              <a:rPr lang="en-GB" sz="1200" b="1">
                <a:solidFill>
                  <a:schemeClr val="lt1"/>
                </a:solidFill>
              </a:rPr>
              <a:t>Set Clear Goals</a:t>
            </a:r>
            <a:endParaRPr sz="1200" b="1">
              <a:solidFill>
                <a:schemeClr val="lt1"/>
              </a:solidFill>
            </a:endParaRPr>
          </a:p>
        </p:txBody>
      </p:sp>
      <p:grpSp>
        <p:nvGrpSpPr>
          <p:cNvPr id="291" name="Google Shape;291;p39"/>
          <p:cNvGrpSpPr/>
          <p:nvPr/>
        </p:nvGrpSpPr>
        <p:grpSpPr>
          <a:xfrm>
            <a:off x="8351925" y="431850"/>
            <a:ext cx="443400" cy="443400"/>
            <a:chOff x="8351925" y="431850"/>
            <a:chExt cx="443400" cy="443400"/>
          </a:xfrm>
        </p:grpSpPr>
        <p:sp>
          <p:nvSpPr>
            <p:cNvPr id="292" name="Google Shape;292;p39"/>
            <p:cNvSpPr/>
            <p:nvPr/>
          </p:nvSpPr>
          <p:spPr>
            <a:xfrm>
              <a:off x="8573625" y="431850"/>
              <a:ext cx="221700" cy="2217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293" name="Google Shape;293;p39"/>
            <p:cNvSpPr/>
            <p:nvPr/>
          </p:nvSpPr>
          <p:spPr>
            <a:xfrm>
              <a:off x="8351925" y="653550"/>
              <a:ext cx="221700" cy="221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294" name="Google Shape;294;p39"/>
            <p:cNvSpPr/>
            <p:nvPr/>
          </p:nvSpPr>
          <p:spPr>
            <a:xfrm>
              <a:off x="8573625" y="653550"/>
              <a:ext cx="221700" cy="221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grpSp>
      <p:sp>
        <p:nvSpPr>
          <p:cNvPr id="295" name="Google Shape;295;p39" descr="detail_2"/>
          <p:cNvSpPr txBox="1"/>
          <p:nvPr>
            <p:ph type="body" idx="1"/>
          </p:nvPr>
        </p:nvSpPr>
        <p:spPr>
          <a:xfrm>
            <a:off x="348550" y="3397100"/>
            <a:ext cx="3790800" cy="1213500"/>
          </a:xfrm>
          <a:prstGeom prst="rect">
            <a:avLst/>
          </a:prstGeom>
        </p:spPr>
        <p:txBody>
          <a:bodyPr spcFirstLastPara="1" wrap="square" lIns="0" tIns="91425" rIns="91425" bIns="91425" anchor="t" anchorCtr="0">
            <a:noAutofit/>
          </a:bodyPr>
          <a:lstStyle/>
          <a:p>
            <a:pPr marL="0" lvl="0" indent="0" algn="l" rtl="0">
              <a:spcBef>
                <a:spcPts val="0"/>
              </a:spcBef>
              <a:spcAft>
                <a:spcPts val="1500"/>
              </a:spcAft>
              <a:buNone/>
            </a:pPr>
            <a:r>
              <a:rPr lang="en-GB" sz="1200">
                <a:solidFill>
                  <a:schemeClr val="lt1"/>
                </a:solidFill>
              </a:rPr>
              <a:t>Assign age-appropriate tasks and responsibilities to promote a sense of accountability. Allow children to take on roles and contribute to group activities.</a:t>
            </a:r>
            <a:endParaRPr sz="1200">
              <a:solidFill>
                <a:schemeClr val="lt1"/>
              </a:solidFill>
            </a:endParaRPr>
          </a:p>
        </p:txBody>
      </p:sp>
      <p:sp>
        <p:nvSpPr>
          <p:cNvPr id="296" name="Google Shape;296;p39" descr="header_2"/>
          <p:cNvSpPr txBox="1"/>
          <p:nvPr>
            <p:ph type="subTitle" idx="4294967295"/>
          </p:nvPr>
        </p:nvSpPr>
        <p:spPr>
          <a:xfrm>
            <a:off x="348538" y="2982403"/>
            <a:ext cx="3790800" cy="414900"/>
          </a:xfrm>
          <a:prstGeom prst="rect">
            <a:avLst/>
          </a:prstGeom>
        </p:spPr>
        <p:txBody>
          <a:bodyPr spcFirstLastPara="1" wrap="square" lIns="0" tIns="0" rIns="91425" bIns="0" anchor="t" anchorCtr="0">
            <a:noAutofit/>
          </a:bodyPr>
          <a:lstStyle/>
          <a:p>
            <a:pPr marL="0" lvl="0" indent="0" algn="l" rtl="0">
              <a:lnSpc>
                <a:spcPct val="100000"/>
              </a:lnSpc>
              <a:spcBef>
                <a:spcPts val="0"/>
              </a:spcBef>
              <a:spcAft>
                <a:spcPts val="800"/>
              </a:spcAft>
              <a:buNone/>
            </a:pPr>
            <a:r>
              <a:rPr lang="en-GB" sz="1200" b="1">
                <a:solidFill>
                  <a:schemeClr val="lt1"/>
                </a:solidFill>
              </a:rPr>
              <a:t>Encourage Responsibility</a:t>
            </a:r>
            <a:endParaRPr sz="1200" b="1">
              <a:solidFill>
                <a:schemeClr val="lt1"/>
              </a:solidFill>
            </a:endParaRPr>
          </a:p>
        </p:txBody>
      </p:sp>
      <p:sp>
        <p:nvSpPr>
          <p:cNvPr id="297" name="Google Shape;297;p39" descr="detail_3"/>
          <p:cNvSpPr txBox="1"/>
          <p:nvPr>
            <p:ph type="body" idx="1"/>
          </p:nvPr>
        </p:nvSpPr>
        <p:spPr>
          <a:xfrm>
            <a:off x="5004678" y="3397100"/>
            <a:ext cx="3790800" cy="1213500"/>
          </a:xfrm>
          <a:prstGeom prst="rect">
            <a:avLst/>
          </a:prstGeom>
        </p:spPr>
        <p:txBody>
          <a:bodyPr spcFirstLastPara="1" wrap="square" lIns="0" tIns="91425" rIns="91425" bIns="91425" anchor="t" anchorCtr="0">
            <a:noAutofit/>
          </a:bodyPr>
          <a:lstStyle/>
          <a:p>
            <a:pPr marL="0" lvl="0" indent="0" algn="l" rtl="0">
              <a:spcBef>
                <a:spcPts val="0"/>
              </a:spcBef>
              <a:spcAft>
                <a:spcPts val="1500"/>
              </a:spcAft>
              <a:buNone/>
            </a:pPr>
            <a:r>
              <a:rPr lang="en-GB" sz="1200">
                <a:solidFill>
                  <a:schemeClr val="lt1"/>
                </a:solidFill>
              </a:rPr>
              <a:t>Practice active listening and open communication. Encourage children to express their thoughts, feelings, and concerns.</a:t>
            </a:r>
            <a:endParaRPr sz="1200">
              <a:solidFill>
                <a:schemeClr val="lt1"/>
              </a:solidFill>
            </a:endParaRPr>
          </a:p>
        </p:txBody>
      </p:sp>
      <p:sp>
        <p:nvSpPr>
          <p:cNvPr id="298" name="Google Shape;298;p39" descr="header_3"/>
          <p:cNvSpPr txBox="1"/>
          <p:nvPr>
            <p:ph type="subTitle" idx="4294967295"/>
          </p:nvPr>
        </p:nvSpPr>
        <p:spPr>
          <a:xfrm>
            <a:off x="5004670" y="2982403"/>
            <a:ext cx="3790800" cy="414900"/>
          </a:xfrm>
          <a:prstGeom prst="rect">
            <a:avLst/>
          </a:prstGeom>
        </p:spPr>
        <p:txBody>
          <a:bodyPr spcFirstLastPara="1" wrap="square" lIns="0" tIns="0" rIns="91425" bIns="0" anchor="t" anchorCtr="0">
            <a:noAutofit/>
          </a:bodyPr>
          <a:lstStyle/>
          <a:p>
            <a:pPr marL="0" lvl="0" indent="0" algn="l" rtl="0">
              <a:lnSpc>
                <a:spcPct val="100000"/>
              </a:lnSpc>
              <a:spcBef>
                <a:spcPts val="0"/>
              </a:spcBef>
              <a:spcAft>
                <a:spcPts val="800"/>
              </a:spcAft>
              <a:buNone/>
            </a:pPr>
            <a:r>
              <a:rPr lang="en-GB" sz="1200" b="1">
                <a:solidFill>
                  <a:schemeClr val="lt1"/>
                </a:solidFill>
              </a:rPr>
              <a:t>Effective Communication</a:t>
            </a:r>
            <a:endParaRPr sz="1200" b="1">
              <a:solidFill>
                <a:schemeClr val="lt1"/>
              </a:solidFill>
            </a:endParaRPr>
          </a:p>
        </p:txBody>
      </p:sp>
      <p:grpSp>
        <p:nvGrpSpPr>
          <p:cNvPr id="299" name="Google Shape;299;p39"/>
          <p:cNvGrpSpPr/>
          <p:nvPr/>
        </p:nvGrpSpPr>
        <p:grpSpPr>
          <a:xfrm>
            <a:off x="6971325" y="3994075"/>
            <a:ext cx="2057400" cy="1033200"/>
            <a:chOff x="6922975" y="1548525"/>
            <a:chExt cx="2057400" cy="1033200"/>
          </a:xfrm>
        </p:grpSpPr>
        <p:grpSp>
          <p:nvGrpSpPr>
            <p:cNvPr id="300" name="Google Shape;300;p39"/>
            <p:cNvGrpSpPr/>
            <p:nvPr/>
          </p:nvGrpSpPr>
          <p:grpSpPr>
            <a:xfrm>
              <a:off x="6922975" y="1548525"/>
              <a:ext cx="2057400" cy="1033200"/>
              <a:chOff x="6172200" y="152400"/>
              <a:chExt cx="2057400" cy="1033200"/>
            </a:xfrm>
          </p:grpSpPr>
          <p:sp>
            <p:nvSpPr>
              <p:cNvPr id="301" name="Google Shape;301;p39"/>
              <p:cNvSpPr/>
              <p:nvPr/>
            </p:nvSpPr>
            <p:spPr>
              <a:xfrm>
                <a:off x="6172200" y="152400"/>
                <a:ext cx="2057400" cy="1033200"/>
              </a:xfrm>
              <a:prstGeom prst="roundRect">
                <a:avLst>
                  <a:gd name="adj" fmla="val 8292"/>
                </a:avLst>
              </a:prstGeom>
              <a:solidFill>
                <a:srgbClr val="F0E30D"/>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20204"/>
                  <a:buNone/>
                </a:pPr>
                <a:endParaRPr sz="900">
                  <a:latin typeface="Inter" panose="02000503000000020004"/>
                  <a:ea typeface="Inter" panose="02000503000000020004"/>
                  <a:cs typeface="Inter" panose="02000503000000020004"/>
                  <a:sym typeface="Inter" panose="02000503000000020004"/>
                </a:endParaRPr>
              </a:p>
            </p:txBody>
          </p:sp>
          <p:sp>
            <p:nvSpPr>
              <p:cNvPr id="302" name="Google Shape;302;p39"/>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03" name="Google Shape;303;p39"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Customize this slide by including specific examples of goals or responsibilities that are relevant to your context. Consider sharing personal experiences to illustrate effective communication.</a:t>
              </a:r>
              <a:endParaRPr sz="700">
                <a:latin typeface="Inter" panose="02000503000000020004"/>
                <a:ea typeface="Inter" panose="02000503000000020004"/>
                <a:cs typeface="Inter" panose="02000503000000020004"/>
                <a:sym typeface="Inter" panose="02000503000000020004"/>
              </a:endParaRPr>
            </a:p>
          </p:txBody>
        </p:sp>
        <p:pic>
          <p:nvPicPr>
            <p:cNvPr id="304" name="Google Shape;304;p39"/>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308" name="Shape 308"/>
        <p:cNvGrpSpPr/>
        <p:nvPr/>
      </p:nvGrpSpPr>
      <p:grpSpPr>
        <a:xfrm>
          <a:off x="0" y="0"/>
          <a:ext cx="0" cy="0"/>
          <a:chOff x="0" y="0"/>
          <a:chExt cx="0" cy="0"/>
        </a:xfrm>
      </p:grpSpPr>
      <p:grpSp>
        <p:nvGrpSpPr>
          <p:cNvPr id="309" name="Google Shape;309;p40"/>
          <p:cNvGrpSpPr/>
          <p:nvPr/>
        </p:nvGrpSpPr>
        <p:grpSpPr>
          <a:xfrm rot="-2700000">
            <a:off x="7014656" y="1147980"/>
            <a:ext cx="842427" cy="780296"/>
            <a:chOff x="4869940" y="1138897"/>
            <a:chExt cx="842435" cy="780303"/>
          </a:xfrm>
        </p:grpSpPr>
        <p:sp>
          <p:nvSpPr>
            <p:cNvPr id="310" name="Google Shape;310;p40"/>
            <p:cNvSpPr/>
            <p:nvPr/>
          </p:nvSpPr>
          <p:spPr>
            <a:xfrm>
              <a:off x="4869940" y="1138897"/>
              <a:ext cx="394200" cy="780300"/>
            </a:xfrm>
            <a:prstGeom prst="rect">
              <a:avLst/>
            </a:prstGeom>
            <a:solidFill>
              <a:srgbClr val="1CB3EB">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311" name="Google Shape;311;p40"/>
            <p:cNvSpPr/>
            <p:nvPr/>
          </p:nvSpPr>
          <p:spPr>
            <a:xfrm>
              <a:off x="5318175" y="1138900"/>
              <a:ext cx="394200" cy="780300"/>
            </a:xfrm>
            <a:prstGeom prst="rect">
              <a:avLst/>
            </a:prstGeom>
            <a:solidFill>
              <a:srgbClr val="1CB3EB">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grpSp>
      <p:grpSp>
        <p:nvGrpSpPr>
          <p:cNvPr id="312" name="Google Shape;312;p40"/>
          <p:cNvGrpSpPr/>
          <p:nvPr/>
        </p:nvGrpSpPr>
        <p:grpSpPr>
          <a:xfrm>
            <a:off x="1114929" y="967722"/>
            <a:ext cx="1153800" cy="1140900"/>
            <a:chOff x="1767629" y="1007472"/>
            <a:chExt cx="1153800" cy="1140900"/>
          </a:xfrm>
        </p:grpSpPr>
        <p:sp>
          <p:nvSpPr>
            <p:cNvPr id="313" name="Google Shape;313;p40"/>
            <p:cNvSpPr/>
            <p:nvPr/>
          </p:nvSpPr>
          <p:spPr>
            <a:xfrm rot="2700000">
              <a:off x="1985758" y="1032561"/>
              <a:ext cx="394141" cy="780222"/>
            </a:xfrm>
            <a:prstGeom prst="rect">
              <a:avLst/>
            </a:prstGeom>
            <a:solidFill>
              <a:srgbClr val="1CB3EB">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314" name="Google Shape;314;p40"/>
            <p:cNvSpPr/>
            <p:nvPr/>
          </p:nvSpPr>
          <p:spPr>
            <a:xfrm rot="2700000">
              <a:off x="2309158" y="1343061"/>
              <a:ext cx="394141" cy="780222"/>
            </a:xfrm>
            <a:prstGeom prst="rect">
              <a:avLst/>
            </a:prstGeom>
            <a:solidFill>
              <a:srgbClr val="1CB3EB">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grpSp>
      <p:sp>
        <p:nvSpPr>
          <p:cNvPr id="315" name="Google Shape;315;p40" descr="header_0"/>
          <p:cNvSpPr txBox="1"/>
          <p:nvPr>
            <p:ph type="subTitle" idx="4294967295"/>
          </p:nvPr>
        </p:nvSpPr>
        <p:spPr>
          <a:xfrm>
            <a:off x="348525" y="1267575"/>
            <a:ext cx="2509500" cy="620700"/>
          </a:xfrm>
          <a:prstGeom prst="rect">
            <a:avLst/>
          </a:prstGeom>
        </p:spPr>
        <p:txBody>
          <a:bodyPr spcFirstLastPara="1" wrap="square" lIns="0" tIns="91425" rIns="91425" bIns="91425" anchor="t" anchorCtr="0">
            <a:noAutofit/>
          </a:bodyPr>
          <a:lstStyle/>
          <a:p>
            <a:pPr marL="0" lvl="0" indent="0" algn="ctr" rtl="0">
              <a:spcBef>
                <a:spcPts val="0"/>
              </a:spcBef>
              <a:spcAft>
                <a:spcPts val="800"/>
              </a:spcAft>
              <a:buNone/>
            </a:pPr>
            <a:r>
              <a:rPr lang="en-GB" sz="1200">
                <a:solidFill>
                  <a:schemeClr val="lt1"/>
                </a:solidFill>
              </a:rPr>
              <a:t>Use Humor</a:t>
            </a:r>
            <a:endParaRPr sz="12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grpSp>
        <p:nvGrpSpPr>
          <p:cNvPr id="316" name="Google Shape;316;p40"/>
          <p:cNvGrpSpPr/>
          <p:nvPr/>
        </p:nvGrpSpPr>
        <p:grpSpPr>
          <a:xfrm>
            <a:off x="4150778" y="1148022"/>
            <a:ext cx="842435" cy="780303"/>
            <a:chOff x="4869940" y="1138897"/>
            <a:chExt cx="842435" cy="780303"/>
          </a:xfrm>
        </p:grpSpPr>
        <p:sp>
          <p:nvSpPr>
            <p:cNvPr id="317" name="Google Shape;317;p40"/>
            <p:cNvSpPr/>
            <p:nvPr/>
          </p:nvSpPr>
          <p:spPr>
            <a:xfrm>
              <a:off x="4869940" y="1138897"/>
              <a:ext cx="394200" cy="780300"/>
            </a:xfrm>
            <a:prstGeom prst="rect">
              <a:avLst/>
            </a:prstGeom>
            <a:solidFill>
              <a:srgbClr val="1CB3EB">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318" name="Google Shape;318;p40"/>
            <p:cNvSpPr/>
            <p:nvPr/>
          </p:nvSpPr>
          <p:spPr>
            <a:xfrm>
              <a:off x="5318175" y="1138900"/>
              <a:ext cx="394200" cy="780300"/>
            </a:xfrm>
            <a:prstGeom prst="rect">
              <a:avLst/>
            </a:prstGeom>
            <a:solidFill>
              <a:srgbClr val="1CB3EB">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grpSp>
      <p:sp>
        <p:nvSpPr>
          <p:cNvPr id="319" name="Google Shape;319;p40" descr="title"/>
          <p:cNvSpPr txBox="1"/>
          <p:nvPr>
            <p:ph type="title"/>
          </p:nvPr>
        </p:nvSpPr>
        <p:spPr>
          <a:xfrm>
            <a:off x="348525" y="356200"/>
            <a:ext cx="5367600" cy="4299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GB" sz="1200">
                <a:solidFill>
                  <a:schemeClr val="lt1"/>
                </a:solidFill>
              </a:rPr>
              <a:t>Lightening Up the Classroom Environment</a:t>
            </a:r>
            <a:endParaRPr sz="12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cxnSp>
        <p:nvCxnSpPr>
          <p:cNvPr id="320" name="Google Shape;320;p40"/>
          <p:cNvCxnSpPr/>
          <p:nvPr/>
        </p:nvCxnSpPr>
        <p:spPr>
          <a:xfrm>
            <a:off x="348525" y="342900"/>
            <a:ext cx="8446800" cy="0"/>
          </a:xfrm>
          <a:prstGeom prst="straightConnector1">
            <a:avLst/>
          </a:prstGeom>
          <a:noFill/>
          <a:ln w="9525" cap="flat" cmpd="sng">
            <a:solidFill>
              <a:schemeClr val="lt1"/>
            </a:solidFill>
            <a:prstDash val="solid"/>
            <a:round/>
            <a:headEnd type="none" w="med" len="med"/>
            <a:tailEnd type="none" w="med" len="med"/>
          </a:ln>
        </p:spPr>
      </p:cxnSp>
      <p:cxnSp>
        <p:nvCxnSpPr>
          <p:cNvPr id="321" name="Google Shape;321;p40"/>
          <p:cNvCxnSpPr/>
          <p:nvPr/>
        </p:nvCxnSpPr>
        <p:spPr>
          <a:xfrm>
            <a:off x="348525" y="4800600"/>
            <a:ext cx="8446800" cy="0"/>
          </a:xfrm>
          <a:prstGeom prst="straightConnector1">
            <a:avLst/>
          </a:prstGeom>
          <a:noFill/>
          <a:ln w="9525" cap="flat" cmpd="sng">
            <a:solidFill>
              <a:schemeClr val="lt1"/>
            </a:solidFill>
            <a:prstDash val="solid"/>
            <a:round/>
            <a:headEnd type="none" w="med" len="med"/>
            <a:tailEnd type="none" w="med" len="med"/>
          </a:ln>
        </p:spPr>
      </p:cxnSp>
      <p:sp>
        <p:nvSpPr>
          <p:cNvPr id="322" name="Google Shape;322;p40" descr="header_1"/>
          <p:cNvSpPr txBox="1"/>
          <p:nvPr>
            <p:ph type="subTitle" idx="4294967295"/>
          </p:nvPr>
        </p:nvSpPr>
        <p:spPr>
          <a:xfrm>
            <a:off x="3264859" y="1267575"/>
            <a:ext cx="2509500" cy="620700"/>
          </a:xfrm>
          <a:prstGeom prst="rect">
            <a:avLst/>
          </a:prstGeom>
        </p:spPr>
        <p:txBody>
          <a:bodyPr spcFirstLastPara="1" wrap="square" lIns="0" tIns="91425" rIns="91425" bIns="91425" anchor="t" anchorCtr="0">
            <a:noAutofit/>
          </a:bodyPr>
          <a:lstStyle/>
          <a:p>
            <a:pPr marL="0" lvl="0" indent="0" algn="ctr" rtl="0">
              <a:spcBef>
                <a:spcPts val="0"/>
              </a:spcBef>
              <a:spcAft>
                <a:spcPts val="800"/>
              </a:spcAft>
              <a:buNone/>
            </a:pPr>
            <a:r>
              <a:rPr lang="en-GB" sz="1200">
                <a:solidFill>
                  <a:schemeClr val="lt1"/>
                </a:solidFill>
              </a:rPr>
              <a:t>Tell Stories</a:t>
            </a:r>
            <a:endParaRPr sz="12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323" name="Google Shape;323;p40" descr="header_2"/>
          <p:cNvSpPr txBox="1"/>
          <p:nvPr>
            <p:ph type="subTitle" idx="4294967295"/>
          </p:nvPr>
        </p:nvSpPr>
        <p:spPr>
          <a:xfrm>
            <a:off x="6181174" y="1267575"/>
            <a:ext cx="2509500" cy="620700"/>
          </a:xfrm>
          <a:prstGeom prst="rect">
            <a:avLst/>
          </a:prstGeom>
        </p:spPr>
        <p:txBody>
          <a:bodyPr spcFirstLastPara="1" wrap="square" lIns="0" tIns="91425" rIns="91425" bIns="91425" anchor="t" anchorCtr="0">
            <a:noAutofit/>
          </a:bodyPr>
          <a:lstStyle/>
          <a:p>
            <a:pPr marL="0" lvl="0" indent="0" algn="ctr" rtl="0">
              <a:spcBef>
                <a:spcPts val="0"/>
              </a:spcBef>
              <a:spcAft>
                <a:spcPts val="800"/>
              </a:spcAft>
              <a:buNone/>
            </a:pPr>
            <a:r>
              <a:rPr lang="en-GB" sz="1200">
                <a:solidFill>
                  <a:schemeClr val="lt1"/>
                </a:solidFill>
              </a:rPr>
              <a:t>Encourage Creativity</a:t>
            </a:r>
            <a:endParaRPr sz="12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324" name="Google Shape;324;p40" descr="detail_0"/>
          <p:cNvSpPr txBox="1"/>
          <p:nvPr>
            <p:ph type="body" idx="1"/>
          </p:nvPr>
        </p:nvSpPr>
        <p:spPr>
          <a:xfrm>
            <a:off x="348525" y="1746250"/>
            <a:ext cx="2509500" cy="2802000"/>
          </a:xfrm>
          <a:prstGeom prst="rect">
            <a:avLst/>
          </a:prstGeom>
        </p:spPr>
        <p:txBody>
          <a:bodyPr spcFirstLastPara="1" wrap="square" lIns="0" tIns="91425" rIns="0" bIns="91425" anchor="ctr" anchorCtr="0">
            <a:noAutofit/>
          </a:bodyPr>
          <a:lstStyle/>
          <a:p>
            <a:pPr marL="0" lvl="0" indent="0" algn="ctr" rtl="0">
              <a:lnSpc>
                <a:spcPct val="150000"/>
              </a:lnSpc>
              <a:spcBef>
                <a:spcPts val="0"/>
              </a:spcBef>
              <a:spcAft>
                <a:spcPts val="1000"/>
              </a:spcAft>
              <a:buNone/>
            </a:pPr>
            <a:r>
              <a:rPr lang="en-GB" sz="1200">
                <a:solidFill>
                  <a:schemeClr val="lt1"/>
                </a:solidFill>
              </a:rPr>
              <a:t>Incorporate jokes, puns, or light-hearted anecdotes related to the lesson topic to make the class more enjoyable. Be mindful of the appropriateness of humor and ensure it doesn't distract from the learning objectives.</a:t>
            </a:r>
            <a:endParaRPr sz="12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325" name="Google Shape;325;p40" descr="detail_1"/>
          <p:cNvSpPr txBox="1"/>
          <p:nvPr>
            <p:ph type="body" idx="1"/>
          </p:nvPr>
        </p:nvSpPr>
        <p:spPr>
          <a:xfrm>
            <a:off x="3264850" y="1746250"/>
            <a:ext cx="2509500" cy="2802000"/>
          </a:xfrm>
          <a:prstGeom prst="rect">
            <a:avLst/>
          </a:prstGeom>
        </p:spPr>
        <p:txBody>
          <a:bodyPr spcFirstLastPara="1" wrap="square" lIns="0" tIns="91425" rIns="0" bIns="91425" anchor="ctr" anchorCtr="0">
            <a:noAutofit/>
          </a:bodyPr>
          <a:lstStyle/>
          <a:p>
            <a:pPr marL="0" lvl="0" indent="0" algn="ctr" rtl="0">
              <a:lnSpc>
                <a:spcPct val="150000"/>
              </a:lnSpc>
              <a:spcBef>
                <a:spcPts val="0"/>
              </a:spcBef>
              <a:spcAft>
                <a:spcPts val="1000"/>
              </a:spcAft>
              <a:buNone/>
            </a:pPr>
            <a:r>
              <a:rPr lang="en-GB" sz="1200">
                <a:solidFill>
                  <a:schemeClr val="lt1"/>
                </a:solidFill>
              </a:rPr>
              <a:t>Share relevant and engaging stories that relate to the lesson material or students' interests. Personal anecdotes or funny stories can capture students' attention and make the content more relatable.</a:t>
            </a:r>
            <a:endParaRPr sz="12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326" name="Google Shape;326;p40" descr="detail_2"/>
          <p:cNvSpPr txBox="1"/>
          <p:nvPr>
            <p:ph type="body" idx="1"/>
          </p:nvPr>
        </p:nvSpPr>
        <p:spPr>
          <a:xfrm>
            <a:off x="6181150" y="1746250"/>
            <a:ext cx="2509500" cy="2802000"/>
          </a:xfrm>
          <a:prstGeom prst="rect">
            <a:avLst/>
          </a:prstGeom>
        </p:spPr>
        <p:txBody>
          <a:bodyPr spcFirstLastPara="1" wrap="square" lIns="0" tIns="91425" rIns="0" bIns="91425" anchor="ctr" anchorCtr="0">
            <a:noAutofit/>
          </a:bodyPr>
          <a:lstStyle/>
          <a:p>
            <a:pPr marL="0" lvl="0" indent="0" algn="ctr" rtl="0">
              <a:lnSpc>
                <a:spcPct val="150000"/>
              </a:lnSpc>
              <a:spcBef>
                <a:spcPts val="0"/>
              </a:spcBef>
              <a:spcAft>
                <a:spcPts val="1000"/>
              </a:spcAft>
              <a:buNone/>
            </a:pPr>
            <a:r>
              <a:rPr lang="en-GB" sz="1200">
                <a:solidFill>
                  <a:schemeClr val="lt1"/>
                </a:solidFill>
              </a:rPr>
              <a:t>Provide opportunities for students to express their creativity through projects, presentations, or creative assignments. Allow students to showcase their talents and unique perspectives.</a:t>
            </a:r>
            <a:endParaRPr sz="12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grpSp>
        <p:nvGrpSpPr>
          <p:cNvPr id="327" name="Google Shape;327;p40"/>
          <p:cNvGrpSpPr/>
          <p:nvPr/>
        </p:nvGrpSpPr>
        <p:grpSpPr>
          <a:xfrm>
            <a:off x="6959000" y="114825"/>
            <a:ext cx="2057400" cy="1033200"/>
            <a:chOff x="6922975" y="1548525"/>
            <a:chExt cx="2057400" cy="1033200"/>
          </a:xfrm>
        </p:grpSpPr>
        <p:grpSp>
          <p:nvGrpSpPr>
            <p:cNvPr id="328" name="Google Shape;328;p40"/>
            <p:cNvGrpSpPr/>
            <p:nvPr/>
          </p:nvGrpSpPr>
          <p:grpSpPr>
            <a:xfrm>
              <a:off x="6922975" y="1548525"/>
              <a:ext cx="2057400" cy="1033200"/>
              <a:chOff x="6172200" y="152400"/>
              <a:chExt cx="2057400" cy="1033200"/>
            </a:xfrm>
          </p:grpSpPr>
          <p:sp>
            <p:nvSpPr>
              <p:cNvPr id="329" name="Google Shape;329;p40"/>
              <p:cNvSpPr/>
              <p:nvPr/>
            </p:nvSpPr>
            <p:spPr>
              <a:xfrm>
                <a:off x="6172200" y="152400"/>
                <a:ext cx="2057400" cy="1033200"/>
              </a:xfrm>
              <a:prstGeom prst="roundRect">
                <a:avLst>
                  <a:gd name="adj" fmla="val 8292"/>
                </a:avLst>
              </a:prstGeom>
              <a:solidFill>
                <a:srgbClr val="F0E30D"/>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20204"/>
                  <a:buNone/>
                </a:pPr>
                <a:endParaRPr sz="900">
                  <a:latin typeface="Inter" panose="02000503000000020004"/>
                  <a:ea typeface="Inter" panose="02000503000000020004"/>
                  <a:cs typeface="Inter" panose="02000503000000020004"/>
                  <a:sym typeface="Inter" panose="02000503000000020004"/>
                </a:endParaRPr>
              </a:p>
            </p:txBody>
          </p:sp>
          <p:sp>
            <p:nvSpPr>
              <p:cNvPr id="330" name="Google Shape;330;p40"/>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31" name="Google Shape;331;p40"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examples of humor or stories that have worked well in your classroom to personalize the content.</a:t>
              </a:r>
              <a:endParaRPr sz="800">
                <a:latin typeface="Inter" panose="02000503000000020004"/>
                <a:ea typeface="Inter" panose="02000503000000020004"/>
                <a:cs typeface="Inter" panose="02000503000000020004"/>
                <a:sym typeface="Inter" panose="02000503000000020004"/>
              </a:endParaRPr>
            </a:p>
          </p:txBody>
        </p:sp>
        <p:pic>
          <p:nvPicPr>
            <p:cNvPr id="332" name="Google Shape;332;p40"/>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336" name="Shape 336"/>
        <p:cNvGrpSpPr/>
        <p:nvPr/>
      </p:nvGrpSpPr>
      <p:grpSpPr>
        <a:xfrm>
          <a:off x="0" y="0"/>
          <a:ext cx="0" cy="0"/>
          <a:chOff x="0" y="0"/>
          <a:chExt cx="0" cy="0"/>
        </a:xfrm>
      </p:grpSpPr>
      <p:pic>
        <p:nvPicPr>
          <p:cNvPr id="337" name="Google Shape;337;p41"/>
          <p:cNvPicPr preferRelativeResize="0"/>
          <p:nvPr/>
        </p:nvPicPr>
        <p:blipFill rotWithShape="1">
          <a:blip r:embed="rId1"/>
          <a:srcRect t="16666" b="16666"/>
          <a:stretch>
            <a:fillRect/>
          </a:stretch>
        </p:blipFill>
        <p:spPr>
          <a:xfrm>
            <a:off x="4523807" y="1196225"/>
            <a:ext cx="4271518" cy="2847656"/>
          </a:xfrm>
          <a:prstGeom prst="rect">
            <a:avLst/>
          </a:prstGeom>
          <a:noFill/>
          <a:ln>
            <a:noFill/>
          </a:ln>
        </p:spPr>
      </p:pic>
      <p:sp>
        <p:nvSpPr>
          <p:cNvPr id="338" name="Google Shape;338;p41"/>
          <p:cNvSpPr/>
          <p:nvPr/>
        </p:nvSpPr>
        <p:spPr>
          <a:xfrm>
            <a:off x="4354275" y="1373829"/>
            <a:ext cx="4271700" cy="2847600"/>
          </a:xfrm>
          <a:prstGeom prst="rect">
            <a:avLst/>
          </a:prstGeom>
          <a:solidFill>
            <a:srgbClr val="1CB3EB">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Medium" panose="02000503000000020004"/>
              <a:ea typeface="Inter Medium" panose="02000503000000020004"/>
              <a:cs typeface="Inter Medium" panose="02000503000000020004"/>
              <a:sym typeface="Inter Medium" panose="02000503000000020004"/>
            </a:endParaRPr>
          </a:p>
        </p:txBody>
      </p:sp>
      <p:sp>
        <p:nvSpPr>
          <p:cNvPr id="339" name="Google Shape;339;p41" descr="header_0"/>
          <p:cNvSpPr txBox="1"/>
          <p:nvPr>
            <p:ph type="subTitle" idx="4294967295"/>
          </p:nvPr>
        </p:nvSpPr>
        <p:spPr>
          <a:xfrm>
            <a:off x="348525" y="1267575"/>
            <a:ext cx="3759000" cy="620700"/>
          </a:xfrm>
          <a:prstGeom prst="rect">
            <a:avLst/>
          </a:prstGeom>
        </p:spPr>
        <p:txBody>
          <a:bodyPr spcFirstLastPara="1" wrap="square" lIns="0" tIns="91425" rIns="91425" bIns="91425" anchor="b" anchorCtr="0">
            <a:noAutofit/>
          </a:bodyPr>
          <a:lstStyle/>
          <a:p>
            <a:pPr marL="0" lvl="0" indent="0" algn="l" rtl="0">
              <a:spcBef>
                <a:spcPts val="0"/>
              </a:spcBef>
              <a:spcAft>
                <a:spcPts val="800"/>
              </a:spcAft>
              <a:buNone/>
            </a:pPr>
            <a:r>
              <a:rPr lang="en-GB" sz="1800">
                <a:solidFill>
                  <a:schemeClr val="lt1"/>
                </a:solidFill>
              </a:rPr>
              <a:t>Why Being a Role Model Matters</a:t>
            </a:r>
            <a:endParaRPr sz="18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340" name="Google Shape;340;p41" descr="detail_0"/>
          <p:cNvSpPr txBox="1"/>
          <p:nvPr>
            <p:ph type="body" idx="1"/>
          </p:nvPr>
        </p:nvSpPr>
        <p:spPr>
          <a:xfrm>
            <a:off x="348525" y="1996050"/>
            <a:ext cx="3759000" cy="2732400"/>
          </a:xfrm>
          <a:prstGeom prst="rect">
            <a:avLst/>
          </a:prstGeom>
        </p:spPr>
        <p:txBody>
          <a:bodyPr spcFirstLastPara="1" wrap="square" lIns="0" tIns="91425" rIns="0" bIns="91425" anchor="t" anchorCtr="0">
            <a:noAutofit/>
          </a:bodyPr>
          <a:lstStyle/>
          <a:p>
            <a:pPr marL="342900" lvl="0" indent="-206375" algn="l" rtl="0">
              <a:spcBef>
                <a:spcPts val="0"/>
              </a:spcBef>
              <a:spcAft>
                <a:spcPts val="0"/>
              </a:spcAft>
              <a:buClr>
                <a:schemeClr val="accent4"/>
              </a:buClr>
              <a:buSzPts val="1000"/>
              <a:buFont typeface="Helvetica Neue" panose="020B0604020202020204"/>
              <a:buChar char="●"/>
            </a:pPr>
            <a:r>
              <a:rPr lang="en-GB" sz="1000">
                <a:solidFill>
                  <a:schemeClr val="lt1"/>
                </a:solidFill>
              </a:rPr>
              <a:t>Being a role model is crucial for guiding children in their development. Children learn behaviors through observation, so demonstrating positive actions is essential.</a:t>
            </a:r>
            <a:endParaRPr sz="1000">
              <a:solidFill>
                <a:schemeClr val="lt1"/>
              </a:solidFill>
            </a:endParaRPr>
          </a:p>
          <a:p>
            <a:pPr marL="342900" lvl="0" indent="-206375" algn="l" rtl="0">
              <a:spcBef>
                <a:spcPts val="1000"/>
              </a:spcBef>
              <a:spcAft>
                <a:spcPts val="0"/>
              </a:spcAft>
              <a:buClr>
                <a:schemeClr val="accent4"/>
              </a:buClr>
              <a:buSzPts val="1000"/>
              <a:buFont typeface="Helvetica Neue" panose="020B0604020202020204"/>
              <a:buChar char="●"/>
            </a:pPr>
            <a:r>
              <a:rPr lang="en-GB" sz="1000">
                <a:solidFill>
                  <a:schemeClr val="lt1"/>
                </a:solidFill>
              </a:rPr>
              <a:t>Leading by example sets a standard for expected behavior. When educators embody qualities like respect, kindness, and responsibility, students are more likely to emulate these traits.</a:t>
            </a:r>
            <a:endParaRPr sz="1000">
              <a:solidFill>
                <a:schemeClr val="lt1"/>
              </a:solidFill>
            </a:endParaRPr>
          </a:p>
          <a:p>
            <a:pPr marL="342900" lvl="0" indent="-206375" algn="l" rtl="0">
              <a:spcBef>
                <a:spcPts val="1000"/>
              </a:spcBef>
              <a:spcAft>
                <a:spcPts val="1000"/>
              </a:spcAft>
              <a:buClr>
                <a:schemeClr val="accent4"/>
              </a:buClr>
              <a:buSzPts val="1000"/>
              <a:buFont typeface="Helvetica Neue" panose="020B0604020202020204"/>
              <a:buChar char="●"/>
            </a:pPr>
            <a:r>
              <a:rPr lang="en-GB" sz="1000">
                <a:solidFill>
                  <a:schemeClr val="lt1"/>
                </a:solidFill>
              </a:rPr>
              <a:t>Demonstrating desired behaviors helps in building trust and rapport with students. This fosters a safe and nurturing environment where children feel valued and understood.</a:t>
            </a:r>
            <a:endParaRPr sz="1000">
              <a:solidFill>
                <a:schemeClr val="lt1"/>
              </a:solidFill>
            </a:endParaRPr>
          </a:p>
        </p:txBody>
      </p:sp>
      <p:sp>
        <p:nvSpPr>
          <p:cNvPr id="341" name="Google Shape;341;p41" descr="title"/>
          <p:cNvSpPr txBox="1"/>
          <p:nvPr>
            <p:ph type="title"/>
          </p:nvPr>
        </p:nvSpPr>
        <p:spPr>
          <a:xfrm>
            <a:off x="348525" y="356200"/>
            <a:ext cx="5367600" cy="4299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GB" sz="1200">
                <a:solidFill>
                  <a:schemeClr val="lt1"/>
                </a:solidFill>
              </a:rPr>
              <a:t>The Importance of Being a Role Model</a:t>
            </a:r>
            <a:endParaRPr sz="12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cxnSp>
        <p:nvCxnSpPr>
          <p:cNvPr id="342" name="Google Shape;342;p41"/>
          <p:cNvCxnSpPr/>
          <p:nvPr/>
        </p:nvCxnSpPr>
        <p:spPr>
          <a:xfrm>
            <a:off x="348525" y="342900"/>
            <a:ext cx="8446800" cy="0"/>
          </a:xfrm>
          <a:prstGeom prst="straightConnector1">
            <a:avLst/>
          </a:prstGeom>
          <a:noFill/>
          <a:ln w="9525" cap="flat" cmpd="sng">
            <a:solidFill>
              <a:schemeClr val="lt1"/>
            </a:solidFill>
            <a:prstDash val="solid"/>
            <a:round/>
            <a:headEnd type="none" w="med" len="med"/>
            <a:tailEnd type="none" w="med" len="med"/>
          </a:ln>
        </p:spPr>
      </p:cxnSp>
      <p:cxnSp>
        <p:nvCxnSpPr>
          <p:cNvPr id="343" name="Google Shape;343;p41"/>
          <p:cNvCxnSpPr/>
          <p:nvPr/>
        </p:nvCxnSpPr>
        <p:spPr>
          <a:xfrm>
            <a:off x="348525" y="4800600"/>
            <a:ext cx="8446800" cy="0"/>
          </a:xfrm>
          <a:prstGeom prst="straightConnector1">
            <a:avLst/>
          </a:prstGeom>
          <a:noFill/>
          <a:ln w="9525" cap="flat" cmpd="sng">
            <a:solidFill>
              <a:schemeClr val="lt1"/>
            </a:solidFill>
            <a:prstDash val="solid"/>
            <a:round/>
            <a:headEnd type="none" w="med" len="med"/>
            <a:tailEnd type="none" w="med" len="med"/>
          </a:ln>
        </p:spPr>
      </p:cxn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347" name="Shape 347"/>
        <p:cNvGrpSpPr/>
        <p:nvPr/>
      </p:nvGrpSpPr>
      <p:grpSpPr>
        <a:xfrm>
          <a:off x="0" y="0"/>
          <a:ext cx="0" cy="0"/>
          <a:chOff x="0" y="0"/>
          <a:chExt cx="0" cy="0"/>
        </a:xfrm>
      </p:grpSpPr>
      <p:sp>
        <p:nvSpPr>
          <p:cNvPr id="348" name="Google Shape;348;p42" descr="title"/>
          <p:cNvSpPr txBox="1"/>
          <p:nvPr>
            <p:ph type="title"/>
          </p:nvPr>
        </p:nvSpPr>
        <p:spPr>
          <a:xfrm>
            <a:off x="348525" y="356200"/>
            <a:ext cx="53676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SzPts val="990"/>
              <a:buNone/>
            </a:pPr>
            <a:r>
              <a:rPr lang="en-GB" sz="2520">
                <a:solidFill>
                  <a:schemeClr val="lt1"/>
                </a:solidFill>
              </a:rPr>
              <a:t>Conclusion and Thank You</a:t>
            </a:r>
            <a:endParaRPr sz="252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349" name="Google Shape;349;p42" descr="detail_0"/>
          <p:cNvSpPr txBox="1"/>
          <p:nvPr>
            <p:ph type="body" idx="1"/>
          </p:nvPr>
        </p:nvSpPr>
        <p:spPr>
          <a:xfrm>
            <a:off x="348615" y="929640"/>
            <a:ext cx="5367655" cy="3435985"/>
          </a:xfrm>
          <a:prstGeom prst="rect">
            <a:avLst/>
          </a:prstGeom>
        </p:spPr>
        <p:txBody>
          <a:bodyPr spcFirstLastPara="1" wrap="square" lIns="0" tIns="91425" rIns="91425" bIns="91425" anchor="b" anchorCtr="0">
            <a:noAutofit/>
          </a:bodyPr>
          <a:lstStyle/>
          <a:p>
            <a:pPr marL="0" lvl="0" indent="0" algn="l" rtl="0">
              <a:lnSpc>
                <a:spcPct val="115000"/>
              </a:lnSpc>
              <a:spcBef>
                <a:spcPts val="0"/>
              </a:spcBef>
              <a:spcAft>
                <a:spcPts val="1500"/>
              </a:spcAft>
              <a:buNone/>
            </a:pPr>
            <a:r>
              <a:rPr lang="en-GB" sz="1500">
                <a:solidFill>
                  <a:schemeClr val="lt1"/>
                </a:solidFill>
              </a:rPr>
              <a:t>In this presentation, we explored the concept of model behavior, emphasizing that it is defined as "behavior that is morally justifiable or right" and characterized by accepted standards of morality and justice. We discussed effective strategies for introducing oneself to both parents and children, highlighting the importance of approachability and positive interactions. Techniques for encouraging children to follow instructions were outlined, tailored to different age groups, emphasizing the need for clear communication and positive reinforcement. Additionally, we covered how to lighten the classroom environment through humor and creativity. Thank you for your attention and engagement throughout this presentation!</a:t>
            </a:r>
            <a:endParaRPr sz="1500">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cxnSp>
        <p:nvCxnSpPr>
          <p:cNvPr id="350" name="Google Shape;350;p42"/>
          <p:cNvCxnSpPr/>
          <p:nvPr/>
        </p:nvCxnSpPr>
        <p:spPr>
          <a:xfrm>
            <a:off x="348525" y="342900"/>
            <a:ext cx="8446800" cy="0"/>
          </a:xfrm>
          <a:prstGeom prst="straightConnector1">
            <a:avLst/>
          </a:prstGeom>
          <a:noFill/>
          <a:ln w="9525" cap="flat" cmpd="sng">
            <a:solidFill>
              <a:schemeClr val="lt1"/>
            </a:solidFill>
            <a:prstDash val="solid"/>
            <a:round/>
            <a:headEnd type="none" w="med" len="med"/>
            <a:tailEnd type="none" w="med" len="med"/>
          </a:ln>
        </p:spPr>
      </p:cxnSp>
      <p:cxnSp>
        <p:nvCxnSpPr>
          <p:cNvPr id="351" name="Google Shape;351;p42"/>
          <p:cNvCxnSpPr/>
          <p:nvPr/>
        </p:nvCxnSpPr>
        <p:spPr>
          <a:xfrm>
            <a:off x="348525" y="4800600"/>
            <a:ext cx="8446800" cy="0"/>
          </a:xfrm>
          <a:prstGeom prst="straightConnector1">
            <a:avLst/>
          </a:prstGeom>
          <a:noFill/>
          <a:ln w="9525" cap="flat" cmpd="sng">
            <a:solidFill>
              <a:schemeClr val="lt1"/>
            </a:solidFill>
            <a:prstDash val="solid"/>
            <a:round/>
            <a:headEnd type="none" w="med" len="med"/>
            <a:tailEnd type="none" w="med" len="med"/>
          </a:ln>
        </p:spPr>
      </p:cxnSp>
      <p:grpSp>
        <p:nvGrpSpPr>
          <p:cNvPr id="352" name="Google Shape;352;p42"/>
          <p:cNvGrpSpPr/>
          <p:nvPr/>
        </p:nvGrpSpPr>
        <p:grpSpPr>
          <a:xfrm>
            <a:off x="6940525" y="3633025"/>
            <a:ext cx="2057400" cy="1033200"/>
            <a:chOff x="6922975" y="1548525"/>
            <a:chExt cx="2057400" cy="1033200"/>
          </a:xfrm>
        </p:grpSpPr>
        <p:grpSp>
          <p:nvGrpSpPr>
            <p:cNvPr id="353" name="Google Shape;353;p42"/>
            <p:cNvGrpSpPr/>
            <p:nvPr/>
          </p:nvGrpSpPr>
          <p:grpSpPr>
            <a:xfrm>
              <a:off x="6922975" y="1548525"/>
              <a:ext cx="2057400" cy="1033200"/>
              <a:chOff x="6172200" y="152400"/>
              <a:chExt cx="2057400" cy="1033200"/>
            </a:xfrm>
          </p:grpSpPr>
          <p:sp>
            <p:nvSpPr>
              <p:cNvPr id="354" name="Google Shape;354;p42"/>
              <p:cNvSpPr/>
              <p:nvPr/>
            </p:nvSpPr>
            <p:spPr>
              <a:xfrm>
                <a:off x="6172200" y="152400"/>
                <a:ext cx="2057400" cy="1033200"/>
              </a:xfrm>
              <a:prstGeom prst="roundRect">
                <a:avLst>
                  <a:gd name="adj" fmla="val 8292"/>
                </a:avLst>
              </a:prstGeom>
              <a:solidFill>
                <a:srgbClr val="F0E30D"/>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20204"/>
                  <a:buNone/>
                </a:pPr>
                <a:endParaRPr sz="900">
                  <a:latin typeface="Inter" panose="02000503000000020004"/>
                  <a:ea typeface="Inter" panose="02000503000000020004"/>
                  <a:cs typeface="Inter" panose="02000503000000020004"/>
                  <a:sym typeface="Inter" panose="02000503000000020004"/>
                </a:endParaRPr>
              </a:p>
            </p:txBody>
          </p:sp>
          <p:sp>
            <p:nvSpPr>
              <p:cNvPr id="355" name="Google Shape;355;p42"/>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56" name="Google Shape;356;p42"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a personal touch or anecdote to conclude your presentation, making it more relatable to your audience.</a:t>
              </a:r>
              <a:endParaRPr sz="800">
                <a:latin typeface="Inter" panose="02000503000000020004"/>
                <a:ea typeface="Inter" panose="02000503000000020004"/>
                <a:cs typeface="Inter" panose="02000503000000020004"/>
                <a:sym typeface="Inter" panose="02000503000000020004"/>
              </a:endParaRPr>
            </a:p>
          </p:txBody>
        </p:sp>
        <p:pic>
          <p:nvPicPr>
            <p:cNvPr id="357" name="Google Shape;357;p42"/>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pic>
        <p:nvPicPr>
          <p:cNvPr id="4" name="Picture 3" descr="Inspiration"/>
          <p:cNvPicPr>
            <a:picLocks noChangeAspect="1"/>
          </p:cNvPicPr>
          <p:nvPr/>
        </p:nvPicPr>
        <p:blipFill>
          <a:blip r:embed="rId1"/>
          <a:stretch>
            <a:fillRect/>
          </a:stretch>
        </p:blipFill>
        <p:spPr>
          <a:xfrm>
            <a:off x="-635" y="-5715"/>
            <a:ext cx="9145270" cy="3766185"/>
          </a:xfrm>
          <a:prstGeom prst="rect">
            <a:avLst/>
          </a:prstGeom>
        </p:spPr>
      </p:pic>
      <p:sp>
        <p:nvSpPr>
          <p:cNvPr id="11" name="Text Box 10"/>
          <p:cNvSpPr txBox="1"/>
          <p:nvPr/>
        </p:nvSpPr>
        <p:spPr>
          <a:xfrm>
            <a:off x="384810" y="3772376"/>
            <a:ext cx="8222456" cy="737235"/>
          </a:xfrm>
          <a:prstGeom prst="rect">
            <a:avLst/>
          </a:prstGeom>
          <a:solidFill>
            <a:schemeClr val="tx1"/>
          </a:solidFill>
        </p:spPr>
        <p:txBody>
          <a:bodyPr wrap="square" rtlCol="0">
            <a:spAutoFit/>
          </a:bodyPr>
          <a:p>
            <a:pPr algn="just"/>
            <a:r>
              <a:rPr lang="en-US">
                <a:solidFill>
                  <a:schemeClr val="bg1"/>
                </a:solidFill>
                <a:latin typeface="Outfit" charset="0"/>
                <a:cs typeface="Outfit" charset="0"/>
              </a:rPr>
              <a:t>MySkool is an inspiration for schools, teachers, parents and students to excel in life. It is a message that ‘good is always appreciated.’ It is a push towards self motivation, an opportunity to see how others are growing and a chance to appreciate fellow human beings.</a:t>
            </a:r>
            <a:endParaRPr lang="en-US">
              <a:solidFill>
                <a:schemeClr val="bg1"/>
              </a:solidFill>
              <a:latin typeface="Outfit" charset="0"/>
              <a:cs typeface="Outfit" charset="0"/>
            </a:endParaRPr>
          </a:p>
        </p:txBody>
      </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Custom">
      <a:dk1>
        <a:srgbClr val="FFFFFF"/>
      </a:dk1>
      <a:lt1>
        <a:srgbClr val="0E0E0E"/>
      </a:lt1>
      <a:dk2>
        <a:srgbClr val="595959"/>
      </a:dk2>
      <a:lt2>
        <a:srgbClr val="E6E6E6"/>
      </a:lt2>
      <a:accent1>
        <a:srgbClr val="F0E30D"/>
      </a:accent1>
      <a:accent2>
        <a:srgbClr val="1CB3EB"/>
      </a:accent2>
      <a:accent3>
        <a:srgbClr val="EE0816"/>
      </a:accent3>
      <a:accent4>
        <a:srgbClr val="045AEC"/>
      </a:accent4>
      <a:accent5>
        <a:srgbClr val="F1B7C3"/>
      </a:accent5>
      <a:accent6>
        <a:srgbClr val="F4F5F6"/>
      </a:accent6>
      <a:hlink>
        <a:srgbClr val="453B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7961</Words>
  <Application>WPS Presentation</Application>
  <PresentationFormat/>
  <Paragraphs>188</Paragraphs>
  <Slides>13</Slides>
  <Notes>0</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13</vt:i4>
      </vt:variant>
    </vt:vector>
  </HeadingPairs>
  <TitlesOfParts>
    <vt:vector size="30" baseType="lpstr">
      <vt:lpstr>Arial</vt:lpstr>
      <vt:lpstr>SimSun</vt:lpstr>
      <vt:lpstr>Wingdings</vt:lpstr>
      <vt:lpstr>Arial</vt:lpstr>
      <vt:lpstr>Helvetica Neue</vt:lpstr>
      <vt:lpstr>Inter Medium</vt:lpstr>
      <vt:lpstr>Inter</vt:lpstr>
      <vt:lpstr>Libre Franklin Medium</vt:lpstr>
      <vt:lpstr>Segoe Print</vt:lpstr>
      <vt:lpstr>Heiti SC Medium</vt:lpstr>
      <vt:lpstr>Calibri</vt:lpstr>
      <vt:lpstr>Hanken Grotesk</vt:lpstr>
      <vt:lpstr>Outfit</vt:lpstr>
      <vt:lpstr>Microsoft YaHei</vt:lpstr>
      <vt:lpstr>Arial Unicode MS</vt:lpstr>
      <vt:lpstr>Simple Light</vt:lpstr>
      <vt:lpstr>Simple Light</vt:lpstr>
      <vt:lpstr>Understanding Model Behavior</vt:lpstr>
      <vt:lpstr>PowerPoint 演示文稿</vt:lpstr>
      <vt:lpstr>PowerPoint 演示文稿</vt:lpstr>
      <vt:lpstr>What is a Model Behavior?</vt:lpstr>
      <vt:lpstr>Introducing Yourself to Parents</vt:lpstr>
      <vt:lpstr>Introducing Yourself to Children</vt:lpstr>
      <vt:lpstr>Encouraging Children to Follow Instructions</vt:lpstr>
      <vt:lpstr>Encouragement for Age Group 6-9</vt:lpstr>
      <vt:lpstr>Encouragement for Age Group 10-12</vt:lpstr>
      <vt:lpstr>Lightening Up the Classroom Environment</vt:lpstr>
      <vt:lpstr>The Importance of Being a Role Model</vt:lpstr>
      <vt:lpstr>Conclusion and Thank You</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Model Behavior</dc:title>
  <dc:creator/>
  <cp:lastModifiedBy>Altaf Hussain</cp:lastModifiedBy>
  <cp:revision>2</cp:revision>
  <dcterms:created xsi:type="dcterms:W3CDTF">2024-11-03T13:08:00Z</dcterms:created>
  <dcterms:modified xsi:type="dcterms:W3CDTF">2024-11-05T10:29:48Z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3ACCA3472F4623FEBB7527675798623C_43</vt:lpwstr>
  </property>
  <property fmtid="{D5CDD505-2E9C-101B-9397-08002B2CF9AE}" pid="3" name="KSOProductBuildVer">
    <vt:lpwstr>1033-12.2.0.18607</vt:lpwstr>
  </property>
</Properties>
</file>