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3"/>
  </p:sldMasterIdLst>
  <p:notesMasterIdLst>
    <p:notesMasterId r:id="rId5"/>
  </p:notesMasterIdLst>
  <p:sldIdLst>
    <p:sldId id="256" r:id="rId4"/>
    <p:sldId id="269"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70" r:id="rId19"/>
  </p:sldIdLst>
  <p:sldSz cx="9144000" cy="5143500"/>
  <p:notesSz cx="6858000" cy="9144000"/>
  <p:embeddedFontLst>
    <p:embeddedFont>
      <p:font typeface="Cabin"/>
      <p:regular r:id="rId23"/>
    </p:embeddedFont>
    <p:embeddedFont>
      <p:font typeface="Hanken Grotesk"/>
      <p:regular r:id="rId24"/>
    </p:embeddedFont>
    <p:embeddedFont>
      <p:font typeface="Helvetica Neue" panose="02000503000000020004"/>
      <p:regular r:id="rId25"/>
    </p:embeddedFont>
    <p:embeddedFont>
      <p:font typeface="Inter" panose="02000503000000020004"/>
      <p:regular r:id="rId26"/>
    </p:embeddedFont>
    <p:embeddedFont>
      <p:font typeface="Inter Medium"/>
      <p:regular r:id="rId27"/>
    </p:embeddedFont>
    <p:embeddedFont>
      <p:font typeface="Hanken Grotesk SemiBold"/>
      <p:regular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8" Type="http://schemas.openxmlformats.org/officeDocument/2006/relationships/font" Target="fonts/font6.fntdata"/><Relationship Id="rId27" Type="http://schemas.openxmlformats.org/officeDocument/2006/relationships/font" Target="fonts/font5.fntdata"/><Relationship Id="rId26" Type="http://schemas.openxmlformats.org/officeDocument/2006/relationships/font" Target="fonts/font4.fntdata"/><Relationship Id="rId25" Type="http://schemas.openxmlformats.org/officeDocument/2006/relationships/font" Target="fonts/font3.fntdata"/><Relationship Id="rId24" Type="http://schemas.openxmlformats.org/officeDocument/2006/relationships/font" Target="fonts/font2.fntdata"/><Relationship Id="rId23" Type="http://schemas.openxmlformats.org/officeDocument/2006/relationships/font" Target="fonts/font1.fntdata"/><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3" name="Shape 143"/>
        <p:cNvGrpSpPr/>
        <p:nvPr/>
      </p:nvGrpSpPr>
      <p:grpSpPr>
        <a:xfrm>
          <a:off x="0" y="0"/>
          <a:ext cx="0" cy="0"/>
          <a:chOff x="0" y="0"/>
          <a:chExt cx="0" cy="0"/>
        </a:xfrm>
      </p:grpSpPr>
      <p:sp>
        <p:nvSpPr>
          <p:cNvPr id="144" name="Google Shape;144;SLIDES_API553937442_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SLIDES_API553937442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348" name="Shape 348"/>
        <p:cNvGrpSpPr/>
        <p:nvPr/>
      </p:nvGrpSpPr>
      <p:grpSpPr>
        <a:xfrm>
          <a:off x="0" y="0"/>
          <a:ext cx="0" cy="0"/>
          <a:chOff x="0" y="0"/>
          <a:chExt cx="0" cy="0"/>
        </a:xfrm>
      </p:grpSpPr>
      <p:sp>
        <p:nvSpPr>
          <p:cNvPr id="349" name="Google Shape;349;SLIDES_API553937442_142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0" name="Google Shape;350;SLIDES_API553937442_142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5" name="Shape 155"/>
        <p:cNvGrpSpPr/>
        <p:nvPr/>
      </p:nvGrpSpPr>
      <p:grpSpPr>
        <a:xfrm>
          <a:off x="0" y="0"/>
          <a:ext cx="0" cy="0"/>
          <a:chOff x="0" y="0"/>
          <a:chExt cx="0" cy="0"/>
        </a:xfrm>
      </p:grpSpPr>
      <p:sp>
        <p:nvSpPr>
          <p:cNvPr id="156" name="Google Shape;156;SLIDES_API553937442_10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SLIDES_API553937442_10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3" name="Shape 163"/>
        <p:cNvGrpSpPr/>
        <p:nvPr/>
      </p:nvGrpSpPr>
      <p:grpSpPr>
        <a:xfrm>
          <a:off x="0" y="0"/>
          <a:ext cx="0" cy="0"/>
          <a:chOff x="0" y="0"/>
          <a:chExt cx="0" cy="0"/>
        </a:xfrm>
      </p:grpSpPr>
      <p:sp>
        <p:nvSpPr>
          <p:cNvPr id="164" name="Google Shape;164;SLIDES_API553937442_20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SLIDES_API553937442_20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1" name="Shape 171"/>
        <p:cNvGrpSpPr/>
        <p:nvPr/>
      </p:nvGrpSpPr>
      <p:grpSpPr>
        <a:xfrm>
          <a:off x="0" y="0"/>
          <a:ext cx="0" cy="0"/>
          <a:chOff x="0" y="0"/>
          <a:chExt cx="0" cy="0"/>
        </a:xfrm>
      </p:grpSpPr>
      <p:sp>
        <p:nvSpPr>
          <p:cNvPr id="172" name="Google Shape;172;SLIDES_API553937442_31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SLIDES_API553937442_31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2" name="Shape 182"/>
        <p:cNvGrpSpPr/>
        <p:nvPr/>
      </p:nvGrpSpPr>
      <p:grpSpPr>
        <a:xfrm>
          <a:off x="0" y="0"/>
          <a:ext cx="0" cy="0"/>
          <a:chOff x="0" y="0"/>
          <a:chExt cx="0" cy="0"/>
        </a:xfrm>
      </p:grpSpPr>
      <p:sp>
        <p:nvSpPr>
          <p:cNvPr id="183" name="Google Shape;183;SLIDES_API553937442_41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SLIDES_API553937442_41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5" name="Shape 195"/>
        <p:cNvGrpSpPr/>
        <p:nvPr/>
      </p:nvGrpSpPr>
      <p:grpSpPr>
        <a:xfrm>
          <a:off x="0" y="0"/>
          <a:ext cx="0" cy="0"/>
          <a:chOff x="0" y="0"/>
          <a:chExt cx="0" cy="0"/>
        </a:xfrm>
      </p:grpSpPr>
      <p:sp>
        <p:nvSpPr>
          <p:cNvPr id="196" name="Google Shape;196;SLIDES_API553937442_53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SLIDES_API553937442_53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8" name="Shape 208"/>
        <p:cNvGrpSpPr/>
        <p:nvPr/>
      </p:nvGrpSpPr>
      <p:grpSpPr>
        <a:xfrm>
          <a:off x="0" y="0"/>
          <a:ext cx="0" cy="0"/>
          <a:chOff x="0" y="0"/>
          <a:chExt cx="0" cy="0"/>
        </a:xfrm>
      </p:grpSpPr>
      <p:sp>
        <p:nvSpPr>
          <p:cNvPr id="209" name="Google Shape;209;SLIDES_API553937442_64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SLIDES_API553937442_64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30" name="Shape 230"/>
        <p:cNvGrpSpPr/>
        <p:nvPr/>
      </p:nvGrpSpPr>
      <p:grpSpPr>
        <a:xfrm>
          <a:off x="0" y="0"/>
          <a:ext cx="0" cy="0"/>
          <a:chOff x="0" y="0"/>
          <a:chExt cx="0" cy="0"/>
        </a:xfrm>
      </p:grpSpPr>
      <p:sp>
        <p:nvSpPr>
          <p:cNvPr id="231" name="Google Shape;231;SLIDES_API553937442_75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SLIDES_API553937442_75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5" name="Shape 255"/>
        <p:cNvGrpSpPr/>
        <p:nvPr/>
      </p:nvGrpSpPr>
      <p:grpSpPr>
        <a:xfrm>
          <a:off x="0" y="0"/>
          <a:ext cx="0" cy="0"/>
          <a:chOff x="0" y="0"/>
          <a:chExt cx="0" cy="0"/>
        </a:xfrm>
      </p:grpSpPr>
      <p:sp>
        <p:nvSpPr>
          <p:cNvPr id="256" name="Google Shape;256;SLIDES_API553937442_87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SLIDES_API553937442_87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71" name="Shape 271"/>
        <p:cNvGrpSpPr/>
        <p:nvPr/>
      </p:nvGrpSpPr>
      <p:grpSpPr>
        <a:xfrm>
          <a:off x="0" y="0"/>
          <a:ext cx="0" cy="0"/>
          <a:chOff x="0" y="0"/>
          <a:chExt cx="0" cy="0"/>
        </a:xfrm>
      </p:grpSpPr>
      <p:sp>
        <p:nvSpPr>
          <p:cNvPr id="272" name="Google Shape;272;SLIDES_API553937442_98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 name="Google Shape;273;SLIDES_API553937442_98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5" name="Shape 285"/>
        <p:cNvGrpSpPr/>
        <p:nvPr/>
      </p:nvGrpSpPr>
      <p:grpSpPr>
        <a:xfrm>
          <a:off x="0" y="0"/>
          <a:ext cx="0" cy="0"/>
          <a:chOff x="0" y="0"/>
          <a:chExt cx="0" cy="0"/>
        </a:xfrm>
      </p:grpSpPr>
      <p:sp>
        <p:nvSpPr>
          <p:cNvPr id="286" name="Google Shape;286;SLIDES_API553937442_108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 name="Google Shape;287;SLIDES_API553937442_108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304" name="Shape 304"/>
        <p:cNvGrpSpPr/>
        <p:nvPr/>
      </p:nvGrpSpPr>
      <p:grpSpPr>
        <a:xfrm>
          <a:off x="0" y="0"/>
          <a:ext cx="0" cy="0"/>
          <a:chOff x="0" y="0"/>
          <a:chExt cx="0" cy="0"/>
        </a:xfrm>
      </p:grpSpPr>
      <p:sp>
        <p:nvSpPr>
          <p:cNvPr id="305" name="Google Shape;305;SLIDES_API553937442_1197: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SLIDES_API553937442_119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333" name="Shape 333"/>
        <p:cNvGrpSpPr/>
        <p:nvPr/>
      </p:nvGrpSpPr>
      <p:grpSpPr>
        <a:xfrm>
          <a:off x="0" y="0"/>
          <a:ext cx="0" cy="0"/>
          <a:chOff x="0" y="0"/>
          <a:chExt cx="0" cy="0"/>
        </a:xfrm>
      </p:grpSpPr>
      <p:sp>
        <p:nvSpPr>
          <p:cNvPr id="334" name="Google Shape;334;SLIDES_API553937442_1318: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5" name="Google Shape;335;SLIDES_API553937442_131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19" name="Google Shape;19;p4"/>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3" name="Google Shape;23;p5"/>
          <p:cNvSpPr txBox="1"/>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4" name="Google Shape;24;p5"/>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31" name="Google Shape;31;p7"/>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 name="Google Shape;37;p9"/>
          <p:cNvSpPr txBox="1"/>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40" name="Google Shape;40;p9"/>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41" name="Shape 41"/>
        <p:cNvGrpSpPr/>
        <p:nvPr/>
      </p:nvGrpSpPr>
      <p:grpSpPr>
        <a:xfrm>
          <a:off x="0" y="0"/>
          <a:ext cx="0" cy="0"/>
          <a:chOff x="0" y="0"/>
          <a:chExt cx="0" cy="0"/>
        </a:xfrm>
      </p:grpSpPr>
      <p:sp>
        <p:nvSpPr>
          <p:cNvPr id="42" name="Google Shape;42;p10"/>
          <p:cNvSpPr txBox="1"/>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p:txBody>
      </p:sp>
      <p:sp>
        <p:nvSpPr>
          <p:cNvPr id="43" name="Google Shape;43;p10"/>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44" name="Shape 44"/>
        <p:cNvGrpSpPr/>
        <p:nvPr/>
      </p:nvGrpSpPr>
      <p:grpSpPr>
        <a:xfrm>
          <a:off x="0" y="0"/>
          <a:ext cx="0" cy="0"/>
          <a:chOff x="0" y="0"/>
          <a:chExt cx="0" cy="0"/>
        </a:xfrm>
      </p:grpSpPr>
      <p:sp>
        <p:nvSpPr>
          <p:cNvPr id="45" name="Google Shape;45;p11"/>
          <p:cNvSpPr txBox="1"/>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p:txBody>
      </p:sp>
      <p:sp>
        <p:nvSpPr>
          <p:cNvPr id="47" name="Google Shape;47;p11"/>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48" name="Shape 48"/>
        <p:cNvGrpSpPr/>
        <p:nvPr/>
      </p:nvGrpSpPr>
      <p:grpSpPr>
        <a:xfrm>
          <a:off x="0" y="0"/>
          <a:ext cx="0" cy="0"/>
          <a:chOff x="0" y="0"/>
          <a:chExt cx="0" cy="0"/>
        </a:xfrm>
      </p:grpSpPr>
      <p:sp>
        <p:nvSpPr>
          <p:cNvPr id="49" name="Google Shape;49;p12"/>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matchingName="Graphic Sans">
  <p:cSld name="TITLE">
    <p:bg>
      <p:bgPr>
        <a:solidFill>
          <a:schemeClr val="lt2"/>
        </a:solidFill>
        <a:effectLst/>
      </p:bgPr>
    </p:bg>
    <p:spTree>
      <p:nvGrpSpPr>
        <p:cNvPr id="54" name="Shape 54"/>
        <p:cNvGrpSpPr/>
        <p:nvPr/>
      </p:nvGrpSpPr>
      <p:grpSpPr>
        <a:xfrm>
          <a:off x="0" y="0"/>
          <a:ext cx="0" cy="0"/>
          <a:chOff x="0" y="0"/>
          <a:chExt cx="0" cy="0"/>
        </a:xfrm>
      </p:grpSpPr>
      <p:sp>
        <p:nvSpPr>
          <p:cNvPr id="55" name="Google Shape;55;p14"/>
          <p:cNvSpPr txBox="1"/>
          <p:nvPr>
            <p:ph type="ctrTitle"/>
          </p:nvPr>
        </p:nvSpPr>
        <p:spPr>
          <a:xfrm>
            <a:off x="914400" y="1545450"/>
            <a:ext cx="5257800" cy="2052600"/>
          </a:xfrm>
          <a:prstGeom prst="rect">
            <a:avLst/>
          </a:prstGeom>
        </p:spPr>
        <p:txBody>
          <a:bodyPr spcFirstLastPara="1" wrap="square" lIns="0" tIns="91425" rIns="91425" bIns="91425" anchor="ctr" anchorCtr="0">
            <a:normAutofit/>
          </a:bodyPr>
          <a:lstStyle>
            <a:lvl1pPr lvl="0">
              <a:lnSpc>
                <a:spcPct val="75000"/>
              </a:lnSpc>
              <a:spcBef>
                <a:spcPts val="0"/>
              </a:spcBef>
              <a:spcAft>
                <a:spcPts val="0"/>
              </a:spcAft>
              <a:buClr>
                <a:schemeClr val="dk1"/>
              </a:buClr>
              <a:buSzPts val="5200"/>
              <a:buNone/>
              <a:defRPr sz="5200">
                <a:solidFill>
                  <a:schemeClr val="dk1"/>
                </a:solidFill>
              </a:defRPr>
            </a:lvl1pPr>
            <a:lvl2pPr lvl="1">
              <a:lnSpc>
                <a:spcPct val="75000"/>
              </a:lnSpc>
              <a:spcBef>
                <a:spcPts val="0"/>
              </a:spcBef>
              <a:spcAft>
                <a:spcPts val="0"/>
              </a:spcAft>
              <a:buClr>
                <a:schemeClr val="dk1"/>
              </a:buClr>
              <a:buSzPts val="5200"/>
              <a:buNone/>
              <a:defRPr sz="5200">
                <a:solidFill>
                  <a:schemeClr val="dk1"/>
                </a:solidFill>
              </a:defRPr>
            </a:lvl2pPr>
            <a:lvl3pPr lvl="2">
              <a:lnSpc>
                <a:spcPct val="75000"/>
              </a:lnSpc>
              <a:spcBef>
                <a:spcPts val="0"/>
              </a:spcBef>
              <a:spcAft>
                <a:spcPts val="0"/>
              </a:spcAft>
              <a:buClr>
                <a:schemeClr val="dk1"/>
              </a:buClr>
              <a:buSzPts val="5200"/>
              <a:buNone/>
              <a:defRPr sz="5200">
                <a:solidFill>
                  <a:schemeClr val="dk1"/>
                </a:solidFill>
              </a:defRPr>
            </a:lvl3pPr>
            <a:lvl4pPr lvl="3">
              <a:lnSpc>
                <a:spcPct val="75000"/>
              </a:lnSpc>
              <a:spcBef>
                <a:spcPts val="0"/>
              </a:spcBef>
              <a:spcAft>
                <a:spcPts val="0"/>
              </a:spcAft>
              <a:buClr>
                <a:schemeClr val="dk1"/>
              </a:buClr>
              <a:buSzPts val="5200"/>
              <a:buNone/>
              <a:defRPr sz="5200">
                <a:solidFill>
                  <a:schemeClr val="dk1"/>
                </a:solidFill>
              </a:defRPr>
            </a:lvl4pPr>
            <a:lvl5pPr lvl="4">
              <a:lnSpc>
                <a:spcPct val="75000"/>
              </a:lnSpc>
              <a:spcBef>
                <a:spcPts val="0"/>
              </a:spcBef>
              <a:spcAft>
                <a:spcPts val="0"/>
              </a:spcAft>
              <a:buClr>
                <a:schemeClr val="dk1"/>
              </a:buClr>
              <a:buSzPts val="5200"/>
              <a:buNone/>
              <a:defRPr sz="5200">
                <a:solidFill>
                  <a:schemeClr val="dk1"/>
                </a:solidFill>
              </a:defRPr>
            </a:lvl5pPr>
            <a:lvl6pPr lvl="5">
              <a:lnSpc>
                <a:spcPct val="75000"/>
              </a:lnSpc>
              <a:spcBef>
                <a:spcPts val="0"/>
              </a:spcBef>
              <a:spcAft>
                <a:spcPts val="0"/>
              </a:spcAft>
              <a:buClr>
                <a:schemeClr val="dk1"/>
              </a:buClr>
              <a:buSzPts val="5200"/>
              <a:buNone/>
              <a:defRPr sz="5200">
                <a:solidFill>
                  <a:schemeClr val="dk1"/>
                </a:solidFill>
              </a:defRPr>
            </a:lvl6pPr>
            <a:lvl7pPr lvl="6">
              <a:lnSpc>
                <a:spcPct val="75000"/>
              </a:lnSpc>
              <a:spcBef>
                <a:spcPts val="0"/>
              </a:spcBef>
              <a:spcAft>
                <a:spcPts val="0"/>
              </a:spcAft>
              <a:buClr>
                <a:schemeClr val="dk1"/>
              </a:buClr>
              <a:buSzPts val="5200"/>
              <a:buNone/>
              <a:defRPr sz="5200">
                <a:solidFill>
                  <a:schemeClr val="dk1"/>
                </a:solidFill>
              </a:defRPr>
            </a:lvl7pPr>
            <a:lvl8pPr lvl="7">
              <a:lnSpc>
                <a:spcPct val="75000"/>
              </a:lnSpc>
              <a:spcBef>
                <a:spcPts val="0"/>
              </a:spcBef>
              <a:spcAft>
                <a:spcPts val="0"/>
              </a:spcAft>
              <a:buClr>
                <a:schemeClr val="dk1"/>
              </a:buClr>
              <a:buSzPts val="5200"/>
              <a:buNone/>
              <a:defRPr sz="5200">
                <a:solidFill>
                  <a:schemeClr val="dk1"/>
                </a:solidFill>
              </a:defRPr>
            </a:lvl8pPr>
            <a:lvl9pPr lvl="8">
              <a:lnSpc>
                <a:spcPct val="75000"/>
              </a:lnSpc>
              <a:spcBef>
                <a:spcPts val="0"/>
              </a:spcBef>
              <a:spcAft>
                <a:spcPts val="0"/>
              </a:spcAft>
              <a:buClr>
                <a:schemeClr val="dk1"/>
              </a:buClr>
              <a:buSzPts val="5200"/>
              <a:buNone/>
              <a:defRPr sz="5200">
                <a:solidFill>
                  <a:schemeClr val="dk1"/>
                </a:solidFill>
              </a:defRPr>
            </a:lvl9pPr>
          </a:lstStyle>
          <a:p/>
        </p:txBody>
      </p:sp>
      <p:sp>
        <p:nvSpPr>
          <p:cNvPr id="56" name="Google Shape;56;p14"/>
          <p:cNvSpPr txBox="1"/>
          <p:nvPr>
            <p:ph type="subTitle" idx="1"/>
          </p:nvPr>
        </p:nvSpPr>
        <p:spPr>
          <a:xfrm>
            <a:off x="914400" y="4120125"/>
            <a:ext cx="1459800" cy="451800"/>
          </a:xfrm>
          <a:prstGeom prst="rect">
            <a:avLst/>
          </a:prstGeom>
        </p:spPr>
        <p:txBody>
          <a:bodyPr spcFirstLastPara="1" wrap="square" lIns="0" tIns="91425" rIns="91425" bIns="91425" anchor="b" anchorCtr="0">
            <a:normAutofit/>
          </a:bodyPr>
          <a:lstStyle>
            <a:lvl1pPr lvl="0">
              <a:lnSpc>
                <a:spcPct val="100000"/>
              </a:lnSpc>
              <a:spcBef>
                <a:spcPts val="0"/>
              </a:spcBef>
              <a:spcAft>
                <a:spcPts val="0"/>
              </a:spcAft>
              <a:buClr>
                <a:schemeClr val="dk1"/>
              </a:buClr>
              <a:buSzPts val="900"/>
              <a:buFont typeface="Hanken Grotesk"/>
              <a:buNone/>
              <a:defRPr sz="900">
                <a:latin typeface="Hanken Grotesk"/>
                <a:ea typeface="Hanken Grotesk"/>
                <a:cs typeface="Hanken Grotesk"/>
                <a:sym typeface="Hanken Grotesk"/>
              </a:defRPr>
            </a:lvl1pPr>
            <a:lvl2pPr lvl="1">
              <a:lnSpc>
                <a:spcPct val="100000"/>
              </a:lnSpc>
              <a:spcBef>
                <a:spcPts val="0"/>
              </a:spcBef>
              <a:spcAft>
                <a:spcPts val="0"/>
              </a:spcAft>
              <a:buClr>
                <a:schemeClr val="dk1"/>
              </a:buClr>
              <a:buSzPts val="1300"/>
              <a:buFont typeface="Hanken Grotesk"/>
              <a:buNone/>
              <a:defRPr sz="1300">
                <a:latin typeface="Hanken Grotesk"/>
                <a:ea typeface="Hanken Grotesk"/>
                <a:cs typeface="Hanken Grotesk"/>
                <a:sym typeface="Hanken Grotesk"/>
              </a:defRPr>
            </a:lvl2pPr>
            <a:lvl3pPr lvl="2">
              <a:lnSpc>
                <a:spcPct val="100000"/>
              </a:lnSpc>
              <a:spcBef>
                <a:spcPts val="0"/>
              </a:spcBef>
              <a:spcAft>
                <a:spcPts val="0"/>
              </a:spcAft>
              <a:buClr>
                <a:schemeClr val="dk1"/>
              </a:buClr>
              <a:buSzPts val="1300"/>
              <a:buFont typeface="Hanken Grotesk"/>
              <a:buNone/>
              <a:defRPr sz="1300">
                <a:latin typeface="Hanken Grotesk"/>
                <a:ea typeface="Hanken Grotesk"/>
                <a:cs typeface="Hanken Grotesk"/>
                <a:sym typeface="Hanken Grotesk"/>
              </a:defRPr>
            </a:lvl3pPr>
            <a:lvl4pPr lvl="3">
              <a:lnSpc>
                <a:spcPct val="100000"/>
              </a:lnSpc>
              <a:spcBef>
                <a:spcPts val="0"/>
              </a:spcBef>
              <a:spcAft>
                <a:spcPts val="0"/>
              </a:spcAft>
              <a:buClr>
                <a:schemeClr val="dk1"/>
              </a:buClr>
              <a:buSzPts val="1300"/>
              <a:buFont typeface="Hanken Grotesk"/>
              <a:buNone/>
              <a:defRPr sz="1300">
                <a:latin typeface="Hanken Grotesk"/>
                <a:ea typeface="Hanken Grotesk"/>
                <a:cs typeface="Hanken Grotesk"/>
                <a:sym typeface="Hanken Grotesk"/>
              </a:defRPr>
            </a:lvl4pPr>
            <a:lvl5pPr lvl="4">
              <a:lnSpc>
                <a:spcPct val="100000"/>
              </a:lnSpc>
              <a:spcBef>
                <a:spcPts val="0"/>
              </a:spcBef>
              <a:spcAft>
                <a:spcPts val="0"/>
              </a:spcAft>
              <a:buSzPts val="1300"/>
              <a:buFont typeface="Hanken Grotesk"/>
              <a:buNone/>
              <a:defRPr sz="1300">
                <a:latin typeface="Hanken Grotesk"/>
                <a:ea typeface="Hanken Grotesk"/>
                <a:cs typeface="Hanken Grotesk"/>
                <a:sym typeface="Hanken Grotesk"/>
              </a:defRPr>
            </a:lvl5pPr>
            <a:lvl6pPr lvl="5">
              <a:lnSpc>
                <a:spcPct val="100000"/>
              </a:lnSpc>
              <a:spcBef>
                <a:spcPts val="0"/>
              </a:spcBef>
              <a:spcAft>
                <a:spcPts val="0"/>
              </a:spcAft>
              <a:buSzPts val="1300"/>
              <a:buFont typeface="Hanken Grotesk"/>
              <a:buNone/>
              <a:defRPr sz="1300">
                <a:latin typeface="Hanken Grotesk"/>
                <a:ea typeface="Hanken Grotesk"/>
                <a:cs typeface="Hanken Grotesk"/>
                <a:sym typeface="Hanken Grotesk"/>
              </a:defRPr>
            </a:lvl6pPr>
            <a:lvl7pPr lvl="6">
              <a:lnSpc>
                <a:spcPct val="100000"/>
              </a:lnSpc>
              <a:spcBef>
                <a:spcPts val="0"/>
              </a:spcBef>
              <a:spcAft>
                <a:spcPts val="0"/>
              </a:spcAft>
              <a:buSzPts val="1300"/>
              <a:buFont typeface="Hanken Grotesk"/>
              <a:buNone/>
              <a:defRPr sz="1300">
                <a:latin typeface="Hanken Grotesk"/>
                <a:ea typeface="Hanken Grotesk"/>
                <a:cs typeface="Hanken Grotesk"/>
                <a:sym typeface="Hanken Grotesk"/>
              </a:defRPr>
            </a:lvl7pPr>
            <a:lvl8pPr lvl="7">
              <a:lnSpc>
                <a:spcPct val="100000"/>
              </a:lnSpc>
              <a:spcBef>
                <a:spcPts val="0"/>
              </a:spcBef>
              <a:spcAft>
                <a:spcPts val="0"/>
              </a:spcAft>
              <a:buSzPts val="1300"/>
              <a:buFont typeface="Hanken Grotesk"/>
              <a:buNone/>
              <a:defRPr sz="1300">
                <a:latin typeface="Hanken Grotesk"/>
                <a:ea typeface="Hanken Grotesk"/>
                <a:cs typeface="Hanken Grotesk"/>
                <a:sym typeface="Hanken Grotesk"/>
              </a:defRPr>
            </a:lvl8pPr>
            <a:lvl9pPr lvl="8">
              <a:lnSpc>
                <a:spcPct val="100000"/>
              </a:lnSpc>
              <a:spcBef>
                <a:spcPts val="0"/>
              </a:spcBef>
              <a:spcAft>
                <a:spcPts val="0"/>
              </a:spcAft>
              <a:buSzPts val="1300"/>
              <a:buFont typeface="Hanken Grotesk"/>
              <a:buNone/>
              <a:defRPr sz="1300">
                <a:latin typeface="Hanken Grotesk"/>
                <a:ea typeface="Hanken Grotesk"/>
                <a:cs typeface="Hanken Grotesk"/>
                <a:sym typeface="Hanken Grotesk"/>
              </a:defRPr>
            </a:lvl9pPr>
          </a:lstStyle>
          <a:p/>
        </p:txBody>
      </p:sp>
      <p:sp>
        <p:nvSpPr>
          <p:cNvPr id="57" name="Google Shape;57;p14"/>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
        <p:nvSpPr>
          <p:cNvPr id="58" name="Google Shape;58;p14"/>
          <p:cNvSpPr txBox="1"/>
          <p:nvPr>
            <p:ph type="subTitle" idx="2"/>
          </p:nvPr>
        </p:nvSpPr>
        <p:spPr>
          <a:xfrm>
            <a:off x="914400" y="3278275"/>
            <a:ext cx="4680900" cy="451800"/>
          </a:xfrm>
          <a:prstGeom prst="rect">
            <a:avLst/>
          </a:prstGeom>
        </p:spPr>
        <p:txBody>
          <a:bodyPr spcFirstLastPara="1" wrap="square" lIns="0" tIns="91425" rIns="91425" bIns="91425" anchor="b" anchorCtr="0">
            <a:normAutofit/>
          </a:bodyPr>
          <a:lstStyle>
            <a:lvl1pPr lvl="0">
              <a:lnSpc>
                <a:spcPct val="100000"/>
              </a:lnSpc>
              <a:spcBef>
                <a:spcPts val="0"/>
              </a:spcBef>
              <a:spcAft>
                <a:spcPts val="0"/>
              </a:spcAft>
              <a:buClr>
                <a:schemeClr val="dk1"/>
              </a:buClr>
              <a:buSzPts val="1400"/>
              <a:buNone/>
              <a:defRPr/>
            </a:lvl1pPr>
            <a:lvl2pPr lvl="1">
              <a:lnSpc>
                <a:spcPct val="100000"/>
              </a:lnSpc>
              <a:spcBef>
                <a:spcPts val="0"/>
              </a:spcBef>
              <a:spcAft>
                <a:spcPts val="0"/>
              </a:spcAft>
              <a:buClr>
                <a:schemeClr val="dk1"/>
              </a:buClr>
              <a:buSzPts val="1800"/>
              <a:buNone/>
              <a:defRPr sz="1800"/>
            </a:lvl2pPr>
            <a:lvl3pPr lvl="2">
              <a:lnSpc>
                <a:spcPct val="100000"/>
              </a:lnSpc>
              <a:spcBef>
                <a:spcPts val="0"/>
              </a:spcBef>
              <a:spcAft>
                <a:spcPts val="0"/>
              </a:spcAft>
              <a:buClr>
                <a:schemeClr val="dk1"/>
              </a:buClr>
              <a:buSzPts val="1800"/>
              <a:buNone/>
              <a:defRPr sz="1800"/>
            </a:lvl3pPr>
            <a:lvl4pPr lvl="3">
              <a:lnSpc>
                <a:spcPct val="100000"/>
              </a:lnSpc>
              <a:spcBef>
                <a:spcPts val="0"/>
              </a:spcBef>
              <a:spcAft>
                <a:spcPts val="0"/>
              </a:spcAft>
              <a:buClr>
                <a:schemeClr val="dk1"/>
              </a:buClr>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59" name="Shape 59"/>
        <p:cNvGrpSpPr/>
        <p:nvPr/>
      </p:nvGrpSpPr>
      <p:grpSpPr>
        <a:xfrm>
          <a:off x="0" y="0"/>
          <a:ext cx="0" cy="0"/>
          <a:chOff x="0" y="0"/>
          <a:chExt cx="0" cy="0"/>
        </a:xfrm>
      </p:grpSpPr>
      <p:sp>
        <p:nvSpPr>
          <p:cNvPr id="60" name="Google Shape;60;p15"/>
          <p:cNvSpPr txBox="1"/>
          <p:nvPr>
            <p:ph type="title"/>
          </p:nvPr>
        </p:nvSpPr>
        <p:spPr>
          <a:xfrm>
            <a:off x="311700" y="2150850"/>
            <a:ext cx="8520600" cy="841800"/>
          </a:xfrm>
          <a:prstGeom prst="rect">
            <a:avLst/>
          </a:prstGeom>
        </p:spPr>
        <p:txBody>
          <a:bodyPr spcFirstLastPara="1" wrap="square" lIns="0" tIns="91425" rIns="0"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1" name="Google Shape;61;p15"/>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62" name="Shape 62"/>
        <p:cNvGrpSpPr/>
        <p:nvPr/>
      </p:nvGrpSpPr>
      <p:grpSpPr>
        <a:xfrm>
          <a:off x="0" y="0"/>
          <a:ext cx="0" cy="0"/>
          <a:chOff x="0" y="0"/>
          <a:chExt cx="0" cy="0"/>
        </a:xfrm>
      </p:grpSpPr>
      <p:sp>
        <p:nvSpPr>
          <p:cNvPr id="63" name="Google Shape;63;p16"/>
          <p:cNvSpPr txBox="1"/>
          <p:nvPr>
            <p:ph type="subTitle" idx="1"/>
          </p:nvPr>
        </p:nvSpPr>
        <p:spPr>
          <a:xfrm>
            <a:off x="457200" y="346600"/>
            <a:ext cx="1824900" cy="217200"/>
          </a:xfrm>
          <a:prstGeom prst="rect">
            <a:avLst/>
          </a:prstGeom>
        </p:spPr>
        <p:txBody>
          <a:bodyPr spcFirstLastPara="1" wrap="square" lIns="0" tIns="0" rIns="0" bIns="0" anchor="ctr" anchorCtr="0">
            <a:normAutofit/>
          </a:bodyPr>
          <a:lstStyle>
            <a:lvl1pPr lvl="0">
              <a:spcBef>
                <a:spcPts val="0"/>
              </a:spcBef>
              <a:spcAft>
                <a:spcPts val="0"/>
              </a:spcAft>
              <a:buSzPts val="1400"/>
              <a:buNone/>
              <a:defRPr sz="8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16"/>
          <p:cNvSpPr txBox="1"/>
          <p:nvPr>
            <p:ph type="title"/>
          </p:nvPr>
        </p:nvSpPr>
        <p:spPr>
          <a:xfrm>
            <a:off x="457200" y="342900"/>
            <a:ext cx="7782900" cy="572700"/>
          </a:xfrm>
          <a:prstGeom prst="rect">
            <a:avLst/>
          </a:prstGeom>
        </p:spPr>
        <p:txBody>
          <a:bodyPr spcFirstLastPara="1" wrap="square" lIns="0" tIns="91425" rIns="0" bIns="91425" anchor="b" anchorCtr="0">
            <a:norm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65" name="Google Shape;65;p16"/>
          <p:cNvSpPr txBox="1"/>
          <p:nvPr>
            <p:ph type="body" idx="2"/>
          </p:nvPr>
        </p:nvSpPr>
        <p:spPr>
          <a:xfrm>
            <a:off x="457200" y="915600"/>
            <a:ext cx="5709600" cy="3653400"/>
          </a:xfrm>
          <a:prstGeom prst="rect">
            <a:avLst/>
          </a:prstGeom>
        </p:spPr>
        <p:txBody>
          <a:bodyPr spcFirstLastPara="1" wrap="square" lIns="91425" tIns="91425" rIns="91425" bIns="91425" anchor="t" anchorCtr="0">
            <a:normAutofit/>
          </a:bodyPr>
          <a:lstStyle>
            <a:lvl1pPr marL="457200" lvl="0" indent="-368300">
              <a:spcBef>
                <a:spcPts val="0"/>
              </a:spcBef>
              <a:spcAft>
                <a:spcPts val="0"/>
              </a:spcAft>
              <a:buSzPts val="2200"/>
              <a:buFont typeface="Helvetica Neue" panose="02000503000000020004"/>
              <a:buChar char="•"/>
              <a:defRPr sz="2200"/>
            </a:lvl1pPr>
            <a:lvl2pPr marL="914400" lvl="1" indent="-368300">
              <a:spcBef>
                <a:spcPts val="2000"/>
              </a:spcBef>
              <a:spcAft>
                <a:spcPts val="0"/>
              </a:spcAft>
              <a:buSzPts val="2200"/>
              <a:buChar char="•"/>
              <a:defRPr sz="2200"/>
            </a:lvl2pPr>
            <a:lvl3pPr marL="1371600" lvl="2" indent="-368300">
              <a:spcBef>
                <a:spcPts val="2000"/>
              </a:spcBef>
              <a:spcAft>
                <a:spcPts val="0"/>
              </a:spcAft>
              <a:buSzPts val="2200"/>
              <a:buChar char="•"/>
              <a:defRPr sz="2200"/>
            </a:lvl3pPr>
            <a:lvl4pPr marL="1828800" lvl="3" indent="-368300">
              <a:spcBef>
                <a:spcPts val="2000"/>
              </a:spcBef>
              <a:spcAft>
                <a:spcPts val="0"/>
              </a:spcAft>
              <a:buSzPts val="2200"/>
              <a:buChar char="•"/>
              <a:defRPr sz="2200"/>
            </a:lvl4pPr>
            <a:lvl5pPr marL="2286000" lvl="4" indent="-368300">
              <a:spcBef>
                <a:spcPts val="2000"/>
              </a:spcBef>
              <a:spcAft>
                <a:spcPts val="0"/>
              </a:spcAft>
              <a:buSzPts val="2200"/>
              <a:buChar char="•"/>
              <a:defRPr sz="2200"/>
            </a:lvl5pPr>
            <a:lvl6pPr marL="2743200" lvl="5" indent="-368300">
              <a:spcBef>
                <a:spcPts val="2000"/>
              </a:spcBef>
              <a:spcAft>
                <a:spcPts val="0"/>
              </a:spcAft>
              <a:buSzPts val="2200"/>
              <a:buChar char="•"/>
              <a:defRPr sz="2200"/>
            </a:lvl6pPr>
            <a:lvl7pPr marL="3200400" lvl="6" indent="-368300">
              <a:spcBef>
                <a:spcPts val="2000"/>
              </a:spcBef>
              <a:spcAft>
                <a:spcPts val="0"/>
              </a:spcAft>
              <a:buSzPts val="2200"/>
              <a:buChar char="•"/>
              <a:defRPr sz="2200"/>
            </a:lvl7pPr>
            <a:lvl8pPr marL="3657600" lvl="7" indent="-368300">
              <a:spcBef>
                <a:spcPts val="2000"/>
              </a:spcBef>
              <a:spcAft>
                <a:spcPts val="0"/>
              </a:spcAft>
              <a:buSzPts val="2200"/>
              <a:buChar char="•"/>
              <a:defRPr sz="2200"/>
            </a:lvl8pPr>
            <a:lvl9pPr marL="4114800" lvl="8" indent="-368300">
              <a:spcBef>
                <a:spcPts val="2000"/>
              </a:spcBef>
              <a:spcAft>
                <a:spcPts val="2000"/>
              </a:spcAft>
              <a:buSzPts val="2200"/>
              <a:buChar char="•"/>
              <a:defRPr sz="2200"/>
            </a:lvl9pPr>
          </a:lstStyle>
          <a:p/>
        </p:txBody>
      </p:sp>
      <p:sp>
        <p:nvSpPr>
          <p:cNvPr id="66" name="Google Shape;66;p16"/>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sz="800" b="1">
                <a:latin typeface="Helvetica Neue" panose="02000503000000020004"/>
                <a:ea typeface="Helvetica Neue" panose="02000503000000020004"/>
                <a:cs typeface="Helvetica Neue" panose="02000503000000020004"/>
                <a:sym typeface="Helvetica Neue" panose="02000503000000020004"/>
              </a:defRPr>
            </a:lvl1pPr>
            <a:lvl2pPr lvl="1">
              <a:buNone/>
              <a:defRPr sz="800" b="1">
                <a:latin typeface="Helvetica Neue" panose="02000503000000020004"/>
                <a:ea typeface="Helvetica Neue" panose="02000503000000020004"/>
                <a:cs typeface="Helvetica Neue" panose="02000503000000020004"/>
                <a:sym typeface="Helvetica Neue" panose="02000503000000020004"/>
              </a:defRPr>
            </a:lvl2pPr>
            <a:lvl3pPr lvl="2">
              <a:buNone/>
              <a:defRPr sz="800" b="1">
                <a:latin typeface="Helvetica Neue" panose="02000503000000020004"/>
                <a:ea typeface="Helvetica Neue" panose="02000503000000020004"/>
                <a:cs typeface="Helvetica Neue" panose="02000503000000020004"/>
                <a:sym typeface="Helvetica Neue" panose="02000503000000020004"/>
              </a:defRPr>
            </a:lvl3pPr>
            <a:lvl4pPr lvl="3">
              <a:buNone/>
              <a:defRPr sz="800" b="1">
                <a:latin typeface="Helvetica Neue" panose="02000503000000020004"/>
                <a:ea typeface="Helvetica Neue" panose="02000503000000020004"/>
                <a:cs typeface="Helvetica Neue" panose="02000503000000020004"/>
                <a:sym typeface="Helvetica Neue" panose="02000503000000020004"/>
              </a:defRPr>
            </a:lvl4pPr>
            <a:lvl5pPr lvl="4">
              <a:buNone/>
              <a:defRPr sz="800" b="1">
                <a:latin typeface="Helvetica Neue" panose="02000503000000020004"/>
                <a:ea typeface="Helvetica Neue" panose="02000503000000020004"/>
                <a:cs typeface="Helvetica Neue" panose="02000503000000020004"/>
                <a:sym typeface="Helvetica Neue" panose="02000503000000020004"/>
              </a:defRPr>
            </a:lvl5pPr>
            <a:lvl6pPr lvl="5">
              <a:buNone/>
              <a:defRPr sz="800" b="1">
                <a:latin typeface="Helvetica Neue" panose="02000503000000020004"/>
                <a:ea typeface="Helvetica Neue" panose="02000503000000020004"/>
                <a:cs typeface="Helvetica Neue" panose="02000503000000020004"/>
                <a:sym typeface="Helvetica Neue" panose="02000503000000020004"/>
              </a:defRPr>
            </a:lvl6pPr>
            <a:lvl7pPr lvl="6">
              <a:buNone/>
              <a:defRPr sz="800" b="1">
                <a:latin typeface="Helvetica Neue" panose="02000503000000020004"/>
                <a:ea typeface="Helvetica Neue" panose="02000503000000020004"/>
                <a:cs typeface="Helvetica Neue" panose="02000503000000020004"/>
                <a:sym typeface="Helvetica Neue" panose="02000503000000020004"/>
              </a:defRPr>
            </a:lvl7pPr>
            <a:lvl8pPr lvl="7">
              <a:buNone/>
              <a:defRPr sz="800" b="1">
                <a:latin typeface="Helvetica Neue" panose="02000503000000020004"/>
                <a:ea typeface="Helvetica Neue" panose="02000503000000020004"/>
                <a:cs typeface="Helvetica Neue" panose="02000503000000020004"/>
                <a:sym typeface="Helvetica Neue" panose="02000503000000020004"/>
              </a:defRPr>
            </a:lvl8pPr>
            <a:lvl9pPr lvl="8">
              <a:buNone/>
              <a:defRPr sz="800" b="1">
                <a:latin typeface="Helvetica Neue" panose="02000503000000020004"/>
                <a:ea typeface="Helvetica Neue" panose="02000503000000020004"/>
                <a:cs typeface="Helvetica Neue" panose="02000503000000020004"/>
                <a:sym typeface="Helvetica Neue" panose="020005030000000200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body 2">
  <p:cSld name="TITLE_AND_BODY_3">
    <p:spTree>
      <p:nvGrpSpPr>
        <p:cNvPr id="67" name="Shape 67"/>
        <p:cNvGrpSpPr/>
        <p:nvPr/>
      </p:nvGrpSpPr>
      <p:grpSpPr>
        <a:xfrm>
          <a:off x="0" y="0"/>
          <a:ext cx="0" cy="0"/>
          <a:chOff x="0" y="0"/>
          <a:chExt cx="0" cy="0"/>
        </a:xfrm>
      </p:grpSpPr>
      <p:sp>
        <p:nvSpPr>
          <p:cNvPr id="68" name="Google Shape;68;p17"/>
          <p:cNvSpPr txBox="1"/>
          <p:nvPr>
            <p:ph type="subTitle" idx="1"/>
          </p:nvPr>
        </p:nvSpPr>
        <p:spPr>
          <a:xfrm>
            <a:off x="457200" y="346600"/>
            <a:ext cx="1824900" cy="217200"/>
          </a:xfrm>
          <a:prstGeom prst="rect">
            <a:avLst/>
          </a:prstGeom>
        </p:spPr>
        <p:txBody>
          <a:bodyPr spcFirstLastPara="1" wrap="square" lIns="0" tIns="0" rIns="0" bIns="0" anchor="ctr" anchorCtr="0">
            <a:normAutofit/>
          </a:bodyPr>
          <a:lstStyle>
            <a:lvl1pPr lvl="0">
              <a:spcBef>
                <a:spcPts val="0"/>
              </a:spcBef>
              <a:spcAft>
                <a:spcPts val="0"/>
              </a:spcAft>
              <a:buSzPts val="1400"/>
              <a:buNone/>
              <a:defRPr sz="8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17"/>
          <p:cNvSpPr txBox="1"/>
          <p:nvPr>
            <p:ph type="title"/>
          </p:nvPr>
        </p:nvSpPr>
        <p:spPr>
          <a:xfrm>
            <a:off x="457200" y="342900"/>
            <a:ext cx="7782900" cy="572700"/>
          </a:xfrm>
          <a:prstGeom prst="rect">
            <a:avLst/>
          </a:prstGeom>
        </p:spPr>
        <p:txBody>
          <a:bodyPr spcFirstLastPara="1" wrap="square" lIns="0" tIns="91425" rIns="0" bIns="91425" anchor="b" anchorCtr="0">
            <a:norm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70" name="Google Shape;70;p17"/>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sz="800" b="1">
                <a:latin typeface="Helvetica Neue" panose="02000503000000020004"/>
                <a:ea typeface="Helvetica Neue" panose="02000503000000020004"/>
                <a:cs typeface="Helvetica Neue" panose="02000503000000020004"/>
                <a:sym typeface="Helvetica Neue" panose="02000503000000020004"/>
              </a:defRPr>
            </a:lvl1pPr>
            <a:lvl2pPr lvl="1">
              <a:buNone/>
              <a:defRPr sz="800" b="1">
                <a:latin typeface="Helvetica Neue" panose="02000503000000020004"/>
                <a:ea typeface="Helvetica Neue" panose="02000503000000020004"/>
                <a:cs typeface="Helvetica Neue" panose="02000503000000020004"/>
                <a:sym typeface="Helvetica Neue" panose="02000503000000020004"/>
              </a:defRPr>
            </a:lvl2pPr>
            <a:lvl3pPr lvl="2">
              <a:buNone/>
              <a:defRPr sz="800" b="1">
                <a:latin typeface="Helvetica Neue" panose="02000503000000020004"/>
                <a:ea typeface="Helvetica Neue" panose="02000503000000020004"/>
                <a:cs typeface="Helvetica Neue" panose="02000503000000020004"/>
                <a:sym typeface="Helvetica Neue" panose="02000503000000020004"/>
              </a:defRPr>
            </a:lvl3pPr>
            <a:lvl4pPr lvl="3">
              <a:buNone/>
              <a:defRPr sz="800" b="1">
                <a:latin typeface="Helvetica Neue" panose="02000503000000020004"/>
                <a:ea typeface="Helvetica Neue" panose="02000503000000020004"/>
                <a:cs typeface="Helvetica Neue" panose="02000503000000020004"/>
                <a:sym typeface="Helvetica Neue" panose="02000503000000020004"/>
              </a:defRPr>
            </a:lvl4pPr>
            <a:lvl5pPr lvl="4">
              <a:buNone/>
              <a:defRPr sz="800" b="1">
                <a:latin typeface="Helvetica Neue" panose="02000503000000020004"/>
                <a:ea typeface="Helvetica Neue" panose="02000503000000020004"/>
                <a:cs typeface="Helvetica Neue" panose="02000503000000020004"/>
                <a:sym typeface="Helvetica Neue" panose="02000503000000020004"/>
              </a:defRPr>
            </a:lvl5pPr>
            <a:lvl6pPr lvl="5">
              <a:buNone/>
              <a:defRPr sz="800" b="1">
                <a:latin typeface="Helvetica Neue" panose="02000503000000020004"/>
                <a:ea typeface="Helvetica Neue" panose="02000503000000020004"/>
                <a:cs typeface="Helvetica Neue" panose="02000503000000020004"/>
                <a:sym typeface="Helvetica Neue" panose="02000503000000020004"/>
              </a:defRPr>
            </a:lvl6pPr>
            <a:lvl7pPr lvl="6">
              <a:buNone/>
              <a:defRPr sz="800" b="1">
                <a:latin typeface="Helvetica Neue" panose="02000503000000020004"/>
                <a:ea typeface="Helvetica Neue" panose="02000503000000020004"/>
                <a:cs typeface="Helvetica Neue" panose="02000503000000020004"/>
                <a:sym typeface="Helvetica Neue" panose="02000503000000020004"/>
              </a:defRPr>
            </a:lvl7pPr>
            <a:lvl8pPr lvl="7">
              <a:buNone/>
              <a:defRPr sz="800" b="1">
                <a:latin typeface="Helvetica Neue" panose="02000503000000020004"/>
                <a:ea typeface="Helvetica Neue" panose="02000503000000020004"/>
                <a:cs typeface="Helvetica Neue" panose="02000503000000020004"/>
                <a:sym typeface="Helvetica Neue" panose="02000503000000020004"/>
              </a:defRPr>
            </a:lvl8pPr>
            <a:lvl9pPr lvl="8">
              <a:buNone/>
              <a:defRPr sz="800" b="1">
                <a:latin typeface="Helvetica Neue" panose="02000503000000020004"/>
                <a:ea typeface="Helvetica Neue" panose="02000503000000020004"/>
                <a:cs typeface="Helvetica Neue" panose="02000503000000020004"/>
                <a:sym typeface="Helvetica Neue" panose="020005030000000200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body 1">
  <p:cSld name="TITLE_AND_BODY_2">
    <p:spTree>
      <p:nvGrpSpPr>
        <p:cNvPr id="71" name="Shape 71"/>
        <p:cNvGrpSpPr/>
        <p:nvPr/>
      </p:nvGrpSpPr>
      <p:grpSpPr>
        <a:xfrm>
          <a:off x="0" y="0"/>
          <a:ext cx="0" cy="0"/>
          <a:chOff x="0" y="0"/>
          <a:chExt cx="0" cy="0"/>
        </a:xfrm>
      </p:grpSpPr>
      <p:sp>
        <p:nvSpPr>
          <p:cNvPr id="72" name="Google Shape;72;p18"/>
          <p:cNvSpPr txBox="1"/>
          <p:nvPr>
            <p:ph type="title"/>
          </p:nvPr>
        </p:nvSpPr>
        <p:spPr>
          <a:xfrm>
            <a:off x="457200" y="356200"/>
            <a:ext cx="5259000" cy="572700"/>
          </a:xfrm>
          <a:prstGeom prst="rect">
            <a:avLst/>
          </a:prstGeom>
        </p:spPr>
        <p:txBody>
          <a:bodyPr spcFirstLastPara="1" wrap="square" lIns="0" tIns="91425" rIns="0" bIns="91425" anchor="b" anchorCtr="0">
            <a:norm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73" name="Google Shape;73;p18"/>
          <p:cNvSpPr txBox="1"/>
          <p:nvPr>
            <p:ph type="body" idx="1"/>
          </p:nvPr>
        </p:nvSpPr>
        <p:spPr>
          <a:xfrm>
            <a:off x="457200" y="928900"/>
            <a:ext cx="5259000" cy="3653400"/>
          </a:xfrm>
          <a:prstGeom prst="rect">
            <a:avLst/>
          </a:prstGeom>
        </p:spPr>
        <p:txBody>
          <a:bodyPr spcFirstLastPara="1" wrap="square" lIns="0" tIns="91425" rIns="91425" bIns="91425" anchor="ctr" anchorCtr="0">
            <a:normAutofit/>
          </a:bodyPr>
          <a:lstStyle>
            <a:lvl1pPr marL="457200" lvl="0" indent="-317500">
              <a:spcBef>
                <a:spcPts val="0"/>
              </a:spcBef>
              <a:spcAft>
                <a:spcPts val="0"/>
              </a:spcAft>
              <a:buSzPts val="1400"/>
              <a:buChar char="•"/>
              <a:defRPr sz="1400"/>
            </a:lvl1pPr>
            <a:lvl2pPr marL="914400" lvl="1" indent="-317500">
              <a:spcBef>
                <a:spcPts val="1500"/>
              </a:spcBef>
              <a:spcAft>
                <a:spcPts val="0"/>
              </a:spcAft>
              <a:buSzPts val="1400"/>
              <a:buChar char="•"/>
              <a:defRPr/>
            </a:lvl2pPr>
            <a:lvl3pPr marL="1371600" lvl="2" indent="-317500">
              <a:spcBef>
                <a:spcPts val="1500"/>
              </a:spcBef>
              <a:spcAft>
                <a:spcPts val="0"/>
              </a:spcAft>
              <a:buSzPts val="1400"/>
              <a:buChar char="•"/>
              <a:defRPr/>
            </a:lvl3pPr>
            <a:lvl4pPr marL="1828800" lvl="3" indent="-317500">
              <a:spcBef>
                <a:spcPts val="1500"/>
              </a:spcBef>
              <a:spcAft>
                <a:spcPts val="0"/>
              </a:spcAft>
              <a:buSzPts val="1400"/>
              <a:buChar char="•"/>
              <a:defRPr/>
            </a:lvl4pPr>
            <a:lvl5pPr marL="2286000" lvl="4" indent="-317500">
              <a:spcBef>
                <a:spcPts val="1500"/>
              </a:spcBef>
              <a:spcAft>
                <a:spcPts val="0"/>
              </a:spcAft>
              <a:buSzPts val="1400"/>
              <a:buChar char="•"/>
              <a:defRPr/>
            </a:lvl5pPr>
            <a:lvl6pPr marL="2743200" lvl="5" indent="-317500">
              <a:spcBef>
                <a:spcPts val="1500"/>
              </a:spcBef>
              <a:spcAft>
                <a:spcPts val="0"/>
              </a:spcAft>
              <a:buSzPts val="1400"/>
              <a:buChar char="•"/>
              <a:defRPr/>
            </a:lvl6pPr>
            <a:lvl7pPr marL="3200400" lvl="6" indent="-317500">
              <a:spcBef>
                <a:spcPts val="1500"/>
              </a:spcBef>
              <a:spcAft>
                <a:spcPts val="0"/>
              </a:spcAft>
              <a:buSzPts val="1400"/>
              <a:buChar char="•"/>
              <a:defRPr/>
            </a:lvl7pPr>
            <a:lvl8pPr marL="3657600" lvl="7" indent="-317500">
              <a:spcBef>
                <a:spcPts val="1500"/>
              </a:spcBef>
              <a:spcAft>
                <a:spcPts val="0"/>
              </a:spcAft>
              <a:buSzPts val="1400"/>
              <a:buChar char="•"/>
              <a:defRPr/>
            </a:lvl8pPr>
            <a:lvl9pPr marL="4114800" lvl="8" indent="-317500">
              <a:spcBef>
                <a:spcPts val="1500"/>
              </a:spcBef>
              <a:spcAft>
                <a:spcPts val="1500"/>
              </a:spcAft>
              <a:buSzPts val="1400"/>
              <a:buChar char="•"/>
              <a:defRPr/>
            </a:lvl9pPr>
          </a:lstStyle>
          <a:p/>
        </p:txBody>
      </p:sp>
      <p:sp>
        <p:nvSpPr>
          <p:cNvPr id="74" name="Google Shape;74;p18"/>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
        <p:nvSpPr>
          <p:cNvPr id="75" name="Google Shape;75;p18"/>
          <p:cNvSpPr/>
          <p:nvPr>
            <p:ph type="pic" idx="2"/>
          </p:nvPr>
        </p:nvSpPr>
        <p:spPr>
          <a:xfrm>
            <a:off x="6173525" y="-13300"/>
            <a:ext cx="2970600" cy="5156700"/>
          </a:xfrm>
          <a:prstGeom prst="rect">
            <a:avLst/>
          </a:prstGeom>
          <a:no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body 1 2">
  <p:cSld name="TITLE_AND_BODY_2_2">
    <p:spTree>
      <p:nvGrpSpPr>
        <p:cNvPr id="76" name="Shape 76"/>
        <p:cNvGrpSpPr/>
        <p:nvPr/>
      </p:nvGrpSpPr>
      <p:grpSpPr>
        <a:xfrm>
          <a:off x="0" y="0"/>
          <a:ext cx="0" cy="0"/>
          <a:chOff x="0" y="0"/>
          <a:chExt cx="0" cy="0"/>
        </a:xfrm>
      </p:grpSpPr>
      <p:sp>
        <p:nvSpPr>
          <p:cNvPr id="77" name="Google Shape;77;p19"/>
          <p:cNvSpPr txBox="1"/>
          <p:nvPr>
            <p:ph type="body" idx="1"/>
          </p:nvPr>
        </p:nvSpPr>
        <p:spPr>
          <a:xfrm>
            <a:off x="457200" y="1293450"/>
            <a:ext cx="5259000" cy="3288900"/>
          </a:xfrm>
          <a:prstGeom prst="rect">
            <a:avLst/>
          </a:prstGeom>
        </p:spPr>
        <p:txBody>
          <a:bodyPr spcFirstLastPara="1" wrap="square" lIns="0" tIns="91425" rIns="91425" bIns="91425" anchor="ctr" anchorCtr="0">
            <a:normAutofit/>
          </a:bodyPr>
          <a:lstStyle>
            <a:lvl1pPr marL="457200" lvl="0" indent="-317500">
              <a:spcBef>
                <a:spcPts val="0"/>
              </a:spcBef>
              <a:spcAft>
                <a:spcPts val="0"/>
              </a:spcAft>
              <a:buSzPts val="1400"/>
              <a:buChar char="•"/>
              <a:defRPr sz="1400"/>
            </a:lvl1pPr>
            <a:lvl2pPr marL="914400" lvl="1" indent="-317500">
              <a:spcBef>
                <a:spcPts val="1500"/>
              </a:spcBef>
              <a:spcAft>
                <a:spcPts val="0"/>
              </a:spcAft>
              <a:buSzPts val="1400"/>
              <a:buChar char="•"/>
              <a:defRPr/>
            </a:lvl2pPr>
            <a:lvl3pPr marL="1371600" lvl="2" indent="-317500">
              <a:spcBef>
                <a:spcPts val="1500"/>
              </a:spcBef>
              <a:spcAft>
                <a:spcPts val="0"/>
              </a:spcAft>
              <a:buSzPts val="1400"/>
              <a:buChar char="•"/>
              <a:defRPr/>
            </a:lvl3pPr>
            <a:lvl4pPr marL="1828800" lvl="3" indent="-317500">
              <a:spcBef>
                <a:spcPts val="1500"/>
              </a:spcBef>
              <a:spcAft>
                <a:spcPts val="0"/>
              </a:spcAft>
              <a:buSzPts val="1400"/>
              <a:buChar char="•"/>
              <a:defRPr/>
            </a:lvl4pPr>
            <a:lvl5pPr marL="2286000" lvl="4" indent="-317500">
              <a:spcBef>
                <a:spcPts val="1500"/>
              </a:spcBef>
              <a:spcAft>
                <a:spcPts val="0"/>
              </a:spcAft>
              <a:buSzPts val="1400"/>
              <a:buChar char="•"/>
              <a:defRPr/>
            </a:lvl5pPr>
            <a:lvl6pPr marL="2743200" lvl="5" indent="-317500">
              <a:spcBef>
                <a:spcPts val="1500"/>
              </a:spcBef>
              <a:spcAft>
                <a:spcPts val="0"/>
              </a:spcAft>
              <a:buSzPts val="1400"/>
              <a:buChar char="•"/>
              <a:defRPr/>
            </a:lvl6pPr>
            <a:lvl7pPr marL="3200400" lvl="6" indent="-317500">
              <a:spcBef>
                <a:spcPts val="1500"/>
              </a:spcBef>
              <a:spcAft>
                <a:spcPts val="0"/>
              </a:spcAft>
              <a:buSzPts val="1400"/>
              <a:buChar char="•"/>
              <a:defRPr/>
            </a:lvl7pPr>
            <a:lvl8pPr marL="3657600" lvl="7" indent="-317500">
              <a:spcBef>
                <a:spcPts val="1500"/>
              </a:spcBef>
              <a:spcAft>
                <a:spcPts val="0"/>
              </a:spcAft>
              <a:buSzPts val="1400"/>
              <a:buChar char="•"/>
              <a:defRPr/>
            </a:lvl8pPr>
            <a:lvl9pPr marL="4114800" lvl="8" indent="-317500">
              <a:spcBef>
                <a:spcPts val="1500"/>
              </a:spcBef>
              <a:spcAft>
                <a:spcPts val="1500"/>
              </a:spcAft>
              <a:buSzPts val="1400"/>
              <a:buChar char="•"/>
              <a:defRPr/>
            </a:lvl9pPr>
          </a:lstStyle>
          <a:p/>
        </p:txBody>
      </p:sp>
      <p:sp>
        <p:nvSpPr>
          <p:cNvPr id="78" name="Google Shape;78;p19"/>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
        <p:nvSpPr>
          <p:cNvPr id="79" name="Google Shape;79;p19"/>
          <p:cNvSpPr/>
          <p:nvPr>
            <p:ph type="pic" idx="2"/>
          </p:nvPr>
        </p:nvSpPr>
        <p:spPr>
          <a:xfrm>
            <a:off x="6173525" y="-13300"/>
            <a:ext cx="2970600" cy="5156700"/>
          </a:xfrm>
          <a:prstGeom prst="rect">
            <a:avLst/>
          </a:prstGeom>
          <a:noFill/>
          <a:ln>
            <a:noFill/>
          </a:ln>
        </p:spPr>
      </p:sp>
      <p:sp>
        <p:nvSpPr>
          <p:cNvPr id="80" name="Google Shape;80;p19"/>
          <p:cNvSpPr txBox="1"/>
          <p:nvPr>
            <p:ph type="title"/>
          </p:nvPr>
        </p:nvSpPr>
        <p:spPr>
          <a:xfrm>
            <a:off x="457200" y="537750"/>
            <a:ext cx="5603400" cy="755700"/>
          </a:xfrm>
          <a:prstGeom prst="rect">
            <a:avLst/>
          </a:prstGeom>
        </p:spPr>
        <p:txBody>
          <a:bodyPr spcFirstLastPara="1" wrap="square" lIns="0" tIns="91425" rIns="0" bIns="91425" anchor="ctr"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body 1 1">
  <p:cSld name="TITLE_AND_BODY_2_1">
    <p:spTree>
      <p:nvGrpSpPr>
        <p:cNvPr id="81" name="Shape 81"/>
        <p:cNvGrpSpPr/>
        <p:nvPr/>
      </p:nvGrpSpPr>
      <p:grpSpPr>
        <a:xfrm>
          <a:off x="0" y="0"/>
          <a:ext cx="0" cy="0"/>
          <a:chOff x="0" y="0"/>
          <a:chExt cx="0" cy="0"/>
        </a:xfrm>
      </p:grpSpPr>
      <p:sp>
        <p:nvSpPr>
          <p:cNvPr id="82" name="Google Shape;82;p20"/>
          <p:cNvSpPr txBox="1"/>
          <p:nvPr>
            <p:ph type="body" idx="1"/>
          </p:nvPr>
        </p:nvSpPr>
        <p:spPr>
          <a:xfrm>
            <a:off x="457200" y="1827475"/>
            <a:ext cx="2280600" cy="2754900"/>
          </a:xfrm>
          <a:prstGeom prst="rect">
            <a:avLst/>
          </a:prstGeom>
        </p:spPr>
        <p:txBody>
          <a:bodyPr spcFirstLastPara="1" wrap="square" lIns="0" tIns="91425" rIns="91425" bIns="91425" anchor="t" anchorCtr="0">
            <a:normAutofit/>
          </a:bodyPr>
          <a:lstStyle>
            <a:lvl1pPr marL="457200" lvl="0" indent="-304800">
              <a:lnSpc>
                <a:spcPct val="115000"/>
              </a:lnSpc>
              <a:spcBef>
                <a:spcPts val="0"/>
              </a:spcBef>
              <a:spcAft>
                <a:spcPts val="0"/>
              </a:spcAft>
              <a:buSzPts val="1200"/>
              <a:buChar char="•"/>
              <a:defRPr sz="1200"/>
            </a:lvl1pPr>
            <a:lvl2pPr marL="914400" lvl="1" indent="-304800">
              <a:lnSpc>
                <a:spcPct val="115000"/>
              </a:lnSpc>
              <a:spcBef>
                <a:spcPts val="800"/>
              </a:spcBef>
              <a:spcAft>
                <a:spcPts val="0"/>
              </a:spcAft>
              <a:buSzPts val="1200"/>
              <a:buChar char="•"/>
              <a:defRPr sz="1200"/>
            </a:lvl2pPr>
            <a:lvl3pPr marL="1371600" lvl="2" indent="-304800">
              <a:lnSpc>
                <a:spcPct val="115000"/>
              </a:lnSpc>
              <a:spcBef>
                <a:spcPts val="800"/>
              </a:spcBef>
              <a:spcAft>
                <a:spcPts val="0"/>
              </a:spcAft>
              <a:buSzPts val="1200"/>
              <a:buChar char="•"/>
              <a:defRPr sz="1200"/>
            </a:lvl3pPr>
            <a:lvl4pPr marL="1828800" lvl="3" indent="-304800">
              <a:lnSpc>
                <a:spcPct val="115000"/>
              </a:lnSpc>
              <a:spcBef>
                <a:spcPts val="800"/>
              </a:spcBef>
              <a:spcAft>
                <a:spcPts val="0"/>
              </a:spcAft>
              <a:buSzPts val="1200"/>
              <a:buChar char="•"/>
              <a:defRPr sz="1200"/>
            </a:lvl4pPr>
            <a:lvl5pPr marL="2286000" lvl="4" indent="-304800">
              <a:lnSpc>
                <a:spcPct val="115000"/>
              </a:lnSpc>
              <a:spcBef>
                <a:spcPts val="800"/>
              </a:spcBef>
              <a:spcAft>
                <a:spcPts val="0"/>
              </a:spcAft>
              <a:buSzPts val="1200"/>
              <a:buChar char="•"/>
              <a:defRPr sz="1200"/>
            </a:lvl5pPr>
            <a:lvl6pPr marL="2743200" lvl="5" indent="-304800">
              <a:lnSpc>
                <a:spcPct val="115000"/>
              </a:lnSpc>
              <a:spcBef>
                <a:spcPts val="800"/>
              </a:spcBef>
              <a:spcAft>
                <a:spcPts val="0"/>
              </a:spcAft>
              <a:buSzPts val="1200"/>
              <a:buChar char="•"/>
              <a:defRPr sz="1200"/>
            </a:lvl6pPr>
            <a:lvl7pPr marL="3200400" lvl="6" indent="-304800">
              <a:lnSpc>
                <a:spcPct val="115000"/>
              </a:lnSpc>
              <a:spcBef>
                <a:spcPts val="800"/>
              </a:spcBef>
              <a:spcAft>
                <a:spcPts val="0"/>
              </a:spcAft>
              <a:buSzPts val="1200"/>
              <a:buChar char="•"/>
              <a:defRPr sz="1200"/>
            </a:lvl7pPr>
            <a:lvl8pPr marL="3657600" lvl="7" indent="-304800">
              <a:lnSpc>
                <a:spcPct val="115000"/>
              </a:lnSpc>
              <a:spcBef>
                <a:spcPts val="800"/>
              </a:spcBef>
              <a:spcAft>
                <a:spcPts val="0"/>
              </a:spcAft>
              <a:buSzPts val="1200"/>
              <a:buChar char="•"/>
              <a:defRPr sz="1200"/>
            </a:lvl8pPr>
            <a:lvl9pPr marL="4114800" lvl="8" indent="-304800">
              <a:lnSpc>
                <a:spcPct val="115000"/>
              </a:lnSpc>
              <a:spcBef>
                <a:spcPts val="800"/>
              </a:spcBef>
              <a:spcAft>
                <a:spcPts val="800"/>
              </a:spcAft>
              <a:buSzPts val="1200"/>
              <a:buChar char="•"/>
              <a:defRPr sz="1200"/>
            </a:lvl9pPr>
          </a:lstStyle>
          <a:p/>
        </p:txBody>
      </p:sp>
      <p:sp>
        <p:nvSpPr>
          <p:cNvPr id="83" name="Google Shape;83;p20"/>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
        <p:nvSpPr>
          <p:cNvPr id="84" name="Google Shape;84;p20"/>
          <p:cNvSpPr txBox="1"/>
          <p:nvPr>
            <p:ph type="title"/>
          </p:nvPr>
        </p:nvSpPr>
        <p:spPr>
          <a:xfrm>
            <a:off x="457200" y="537750"/>
            <a:ext cx="5603400" cy="755700"/>
          </a:xfrm>
          <a:prstGeom prst="rect">
            <a:avLst/>
          </a:prstGeom>
        </p:spPr>
        <p:txBody>
          <a:bodyPr spcFirstLastPara="1" wrap="square" lIns="0" tIns="91425" rIns="0" bIns="91425" anchor="ctr"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85" name="Google Shape;85;p20"/>
          <p:cNvSpPr txBox="1"/>
          <p:nvPr>
            <p:ph type="body" idx="2"/>
          </p:nvPr>
        </p:nvSpPr>
        <p:spPr>
          <a:xfrm>
            <a:off x="3195100" y="1827475"/>
            <a:ext cx="2280600" cy="2754900"/>
          </a:xfrm>
          <a:prstGeom prst="rect">
            <a:avLst/>
          </a:prstGeom>
        </p:spPr>
        <p:txBody>
          <a:bodyPr spcFirstLastPara="1" wrap="square" lIns="0" tIns="91425" rIns="91425" bIns="91425" anchor="t" anchorCtr="0">
            <a:normAutofit/>
          </a:bodyPr>
          <a:lstStyle>
            <a:lvl1pPr marL="457200" lvl="0" indent="-304800">
              <a:lnSpc>
                <a:spcPct val="115000"/>
              </a:lnSpc>
              <a:spcBef>
                <a:spcPts val="0"/>
              </a:spcBef>
              <a:spcAft>
                <a:spcPts val="0"/>
              </a:spcAft>
              <a:buSzPts val="1200"/>
              <a:buChar char="•"/>
              <a:defRPr sz="1200"/>
            </a:lvl1pPr>
            <a:lvl2pPr marL="914400" lvl="1" indent="-304800">
              <a:lnSpc>
                <a:spcPct val="115000"/>
              </a:lnSpc>
              <a:spcBef>
                <a:spcPts val="800"/>
              </a:spcBef>
              <a:spcAft>
                <a:spcPts val="0"/>
              </a:spcAft>
              <a:buSzPts val="1200"/>
              <a:buChar char="•"/>
              <a:defRPr sz="1200"/>
            </a:lvl2pPr>
            <a:lvl3pPr marL="1371600" lvl="2" indent="-304800">
              <a:lnSpc>
                <a:spcPct val="115000"/>
              </a:lnSpc>
              <a:spcBef>
                <a:spcPts val="800"/>
              </a:spcBef>
              <a:spcAft>
                <a:spcPts val="0"/>
              </a:spcAft>
              <a:buSzPts val="1200"/>
              <a:buChar char="•"/>
              <a:defRPr sz="1200"/>
            </a:lvl3pPr>
            <a:lvl4pPr marL="1828800" lvl="3" indent="-304800">
              <a:lnSpc>
                <a:spcPct val="115000"/>
              </a:lnSpc>
              <a:spcBef>
                <a:spcPts val="800"/>
              </a:spcBef>
              <a:spcAft>
                <a:spcPts val="0"/>
              </a:spcAft>
              <a:buSzPts val="1200"/>
              <a:buChar char="•"/>
              <a:defRPr sz="1200"/>
            </a:lvl4pPr>
            <a:lvl5pPr marL="2286000" lvl="4" indent="-304800">
              <a:lnSpc>
                <a:spcPct val="115000"/>
              </a:lnSpc>
              <a:spcBef>
                <a:spcPts val="800"/>
              </a:spcBef>
              <a:spcAft>
                <a:spcPts val="0"/>
              </a:spcAft>
              <a:buSzPts val="1200"/>
              <a:buChar char="•"/>
              <a:defRPr sz="1200"/>
            </a:lvl5pPr>
            <a:lvl6pPr marL="2743200" lvl="5" indent="-304800">
              <a:lnSpc>
                <a:spcPct val="115000"/>
              </a:lnSpc>
              <a:spcBef>
                <a:spcPts val="800"/>
              </a:spcBef>
              <a:spcAft>
                <a:spcPts val="0"/>
              </a:spcAft>
              <a:buSzPts val="1200"/>
              <a:buChar char="•"/>
              <a:defRPr sz="1200"/>
            </a:lvl6pPr>
            <a:lvl7pPr marL="3200400" lvl="6" indent="-304800">
              <a:lnSpc>
                <a:spcPct val="115000"/>
              </a:lnSpc>
              <a:spcBef>
                <a:spcPts val="800"/>
              </a:spcBef>
              <a:spcAft>
                <a:spcPts val="0"/>
              </a:spcAft>
              <a:buSzPts val="1200"/>
              <a:buChar char="•"/>
              <a:defRPr sz="1200"/>
            </a:lvl7pPr>
            <a:lvl8pPr marL="3657600" lvl="7" indent="-304800">
              <a:lnSpc>
                <a:spcPct val="115000"/>
              </a:lnSpc>
              <a:spcBef>
                <a:spcPts val="800"/>
              </a:spcBef>
              <a:spcAft>
                <a:spcPts val="0"/>
              </a:spcAft>
              <a:buSzPts val="1200"/>
              <a:buChar char="•"/>
              <a:defRPr sz="1200"/>
            </a:lvl8pPr>
            <a:lvl9pPr marL="4114800" lvl="8" indent="-304800">
              <a:lnSpc>
                <a:spcPct val="115000"/>
              </a:lnSpc>
              <a:spcBef>
                <a:spcPts val="800"/>
              </a:spcBef>
              <a:spcAft>
                <a:spcPts val="800"/>
              </a:spcAft>
              <a:buSzPts val="1200"/>
              <a:buChar char="•"/>
              <a:defRPr sz="1200"/>
            </a:lvl9pPr>
          </a:lstStyle>
          <a:p/>
        </p:txBody>
      </p:sp>
      <p:sp>
        <p:nvSpPr>
          <p:cNvPr id="86" name="Google Shape;86;p20"/>
          <p:cNvSpPr txBox="1"/>
          <p:nvPr>
            <p:ph type="body" idx="3"/>
          </p:nvPr>
        </p:nvSpPr>
        <p:spPr>
          <a:xfrm>
            <a:off x="5933000" y="1827475"/>
            <a:ext cx="2280600" cy="2754900"/>
          </a:xfrm>
          <a:prstGeom prst="rect">
            <a:avLst/>
          </a:prstGeom>
        </p:spPr>
        <p:txBody>
          <a:bodyPr spcFirstLastPara="1" wrap="square" lIns="0" tIns="91425" rIns="91425" bIns="91425" anchor="t" anchorCtr="0">
            <a:normAutofit/>
          </a:bodyPr>
          <a:lstStyle>
            <a:lvl1pPr marL="457200" lvl="0" indent="-304800">
              <a:lnSpc>
                <a:spcPct val="115000"/>
              </a:lnSpc>
              <a:spcBef>
                <a:spcPts val="0"/>
              </a:spcBef>
              <a:spcAft>
                <a:spcPts val="0"/>
              </a:spcAft>
              <a:buSzPts val="1200"/>
              <a:buChar char="•"/>
              <a:defRPr sz="1200"/>
            </a:lvl1pPr>
            <a:lvl2pPr marL="914400" lvl="1" indent="-304800">
              <a:lnSpc>
                <a:spcPct val="115000"/>
              </a:lnSpc>
              <a:spcBef>
                <a:spcPts val="800"/>
              </a:spcBef>
              <a:spcAft>
                <a:spcPts val="0"/>
              </a:spcAft>
              <a:buSzPts val="1200"/>
              <a:buChar char="•"/>
              <a:defRPr sz="1200"/>
            </a:lvl2pPr>
            <a:lvl3pPr marL="1371600" lvl="2" indent="-304800">
              <a:lnSpc>
                <a:spcPct val="115000"/>
              </a:lnSpc>
              <a:spcBef>
                <a:spcPts val="800"/>
              </a:spcBef>
              <a:spcAft>
                <a:spcPts val="0"/>
              </a:spcAft>
              <a:buSzPts val="1200"/>
              <a:buChar char="•"/>
              <a:defRPr sz="1200"/>
            </a:lvl3pPr>
            <a:lvl4pPr marL="1828800" lvl="3" indent="-304800">
              <a:lnSpc>
                <a:spcPct val="115000"/>
              </a:lnSpc>
              <a:spcBef>
                <a:spcPts val="800"/>
              </a:spcBef>
              <a:spcAft>
                <a:spcPts val="0"/>
              </a:spcAft>
              <a:buSzPts val="1200"/>
              <a:buChar char="•"/>
              <a:defRPr sz="1200"/>
            </a:lvl4pPr>
            <a:lvl5pPr marL="2286000" lvl="4" indent="-304800">
              <a:lnSpc>
                <a:spcPct val="115000"/>
              </a:lnSpc>
              <a:spcBef>
                <a:spcPts val="800"/>
              </a:spcBef>
              <a:spcAft>
                <a:spcPts val="0"/>
              </a:spcAft>
              <a:buSzPts val="1200"/>
              <a:buChar char="•"/>
              <a:defRPr sz="1200"/>
            </a:lvl5pPr>
            <a:lvl6pPr marL="2743200" lvl="5" indent="-304800">
              <a:lnSpc>
                <a:spcPct val="115000"/>
              </a:lnSpc>
              <a:spcBef>
                <a:spcPts val="800"/>
              </a:spcBef>
              <a:spcAft>
                <a:spcPts val="0"/>
              </a:spcAft>
              <a:buSzPts val="1200"/>
              <a:buChar char="•"/>
              <a:defRPr sz="1200"/>
            </a:lvl6pPr>
            <a:lvl7pPr marL="3200400" lvl="6" indent="-304800">
              <a:lnSpc>
                <a:spcPct val="115000"/>
              </a:lnSpc>
              <a:spcBef>
                <a:spcPts val="800"/>
              </a:spcBef>
              <a:spcAft>
                <a:spcPts val="0"/>
              </a:spcAft>
              <a:buSzPts val="1200"/>
              <a:buChar char="•"/>
              <a:defRPr sz="1200"/>
            </a:lvl7pPr>
            <a:lvl8pPr marL="3657600" lvl="7" indent="-304800">
              <a:lnSpc>
                <a:spcPct val="115000"/>
              </a:lnSpc>
              <a:spcBef>
                <a:spcPts val="800"/>
              </a:spcBef>
              <a:spcAft>
                <a:spcPts val="0"/>
              </a:spcAft>
              <a:buSzPts val="1200"/>
              <a:buChar char="•"/>
              <a:defRPr sz="1200"/>
            </a:lvl8pPr>
            <a:lvl9pPr marL="4114800" lvl="8" indent="-304800">
              <a:lnSpc>
                <a:spcPct val="115000"/>
              </a:lnSpc>
              <a:spcBef>
                <a:spcPts val="800"/>
              </a:spcBef>
              <a:spcAft>
                <a:spcPts val="800"/>
              </a:spcAft>
              <a:buSzPts val="1200"/>
              <a:buChar char="•"/>
              <a:defRPr sz="1200"/>
            </a:lvl9pPr>
          </a:lstStyle>
          <a:p/>
        </p:txBody>
      </p:sp>
      <p:sp>
        <p:nvSpPr>
          <p:cNvPr id="87" name="Google Shape;87;p20"/>
          <p:cNvSpPr txBox="1"/>
          <p:nvPr>
            <p:ph type="subTitle" idx="4"/>
          </p:nvPr>
        </p:nvSpPr>
        <p:spPr>
          <a:xfrm>
            <a:off x="458525" y="1375575"/>
            <a:ext cx="2280600" cy="425400"/>
          </a:xfrm>
          <a:prstGeom prst="rect">
            <a:avLst/>
          </a:prstGeom>
        </p:spPr>
        <p:txBody>
          <a:bodyPr spcFirstLastPara="1" wrap="square" lIns="0" tIns="91425" rIns="91425" bIns="91425" anchor="t" anchorCtr="0">
            <a:normAutofit/>
          </a:bodyPr>
          <a:lstStyle>
            <a:lvl1pPr lvl="0">
              <a:spcBef>
                <a:spcPts val="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1pPr>
            <a:lvl2pPr lvl="1">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2pPr>
            <a:lvl3pPr lvl="2">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3pPr>
            <a:lvl4pPr lvl="3">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4pPr>
            <a:lvl5pPr lvl="4">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5pPr>
            <a:lvl6pPr lvl="5">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6pPr>
            <a:lvl7pPr lvl="6">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7pPr>
            <a:lvl8pPr lvl="7">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8pPr>
            <a:lvl9pPr lvl="8">
              <a:spcBef>
                <a:spcPts val="800"/>
              </a:spcBef>
              <a:spcAft>
                <a:spcPts val="80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9pPr>
          </a:lstStyle>
          <a:p/>
        </p:txBody>
      </p:sp>
      <p:sp>
        <p:nvSpPr>
          <p:cNvPr id="88" name="Google Shape;88;p20"/>
          <p:cNvSpPr txBox="1"/>
          <p:nvPr>
            <p:ph type="subTitle" idx="5"/>
          </p:nvPr>
        </p:nvSpPr>
        <p:spPr>
          <a:xfrm>
            <a:off x="3195100" y="1375575"/>
            <a:ext cx="2280600" cy="425400"/>
          </a:xfrm>
          <a:prstGeom prst="rect">
            <a:avLst/>
          </a:prstGeom>
        </p:spPr>
        <p:txBody>
          <a:bodyPr spcFirstLastPara="1" wrap="square" lIns="0" tIns="91425" rIns="91425" bIns="91425" anchor="t" anchorCtr="0">
            <a:normAutofit/>
          </a:bodyPr>
          <a:lstStyle>
            <a:lvl1pPr lvl="0">
              <a:spcBef>
                <a:spcPts val="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1pPr>
            <a:lvl2pPr lvl="1">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2pPr>
            <a:lvl3pPr lvl="2">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3pPr>
            <a:lvl4pPr lvl="3">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4pPr>
            <a:lvl5pPr lvl="4">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5pPr>
            <a:lvl6pPr lvl="5">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6pPr>
            <a:lvl7pPr lvl="6">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7pPr>
            <a:lvl8pPr lvl="7">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8pPr>
            <a:lvl9pPr lvl="8">
              <a:spcBef>
                <a:spcPts val="800"/>
              </a:spcBef>
              <a:spcAft>
                <a:spcPts val="80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9pPr>
          </a:lstStyle>
          <a:p/>
        </p:txBody>
      </p:sp>
      <p:sp>
        <p:nvSpPr>
          <p:cNvPr id="89" name="Google Shape;89;p20"/>
          <p:cNvSpPr txBox="1"/>
          <p:nvPr>
            <p:ph type="subTitle" idx="6"/>
          </p:nvPr>
        </p:nvSpPr>
        <p:spPr>
          <a:xfrm>
            <a:off x="5931675" y="1375575"/>
            <a:ext cx="2280600" cy="425400"/>
          </a:xfrm>
          <a:prstGeom prst="rect">
            <a:avLst/>
          </a:prstGeom>
        </p:spPr>
        <p:txBody>
          <a:bodyPr spcFirstLastPara="1" wrap="square" lIns="0" tIns="91425" rIns="91425" bIns="91425" anchor="t" anchorCtr="0">
            <a:normAutofit/>
          </a:bodyPr>
          <a:lstStyle>
            <a:lvl1pPr lvl="0">
              <a:spcBef>
                <a:spcPts val="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1pPr>
            <a:lvl2pPr lvl="1">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2pPr>
            <a:lvl3pPr lvl="2">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3pPr>
            <a:lvl4pPr lvl="3">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4pPr>
            <a:lvl5pPr lvl="4">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5pPr>
            <a:lvl6pPr lvl="5">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6pPr>
            <a:lvl7pPr lvl="6">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7pPr>
            <a:lvl8pPr lvl="7">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8pPr>
            <a:lvl9pPr lvl="8">
              <a:spcBef>
                <a:spcPts val="800"/>
              </a:spcBef>
              <a:spcAft>
                <a:spcPts val="80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Agenda">
  <p:cSld name="TITLE_AND_BODY_1">
    <p:bg>
      <p:bgPr>
        <a:solidFill>
          <a:schemeClr val="lt2"/>
        </a:solidFill>
        <a:effectLst/>
      </p:bgPr>
    </p:bg>
    <p:spTree>
      <p:nvGrpSpPr>
        <p:cNvPr id="90" name="Shape 90"/>
        <p:cNvGrpSpPr/>
        <p:nvPr/>
      </p:nvGrpSpPr>
      <p:grpSpPr>
        <a:xfrm>
          <a:off x="0" y="0"/>
          <a:ext cx="0" cy="0"/>
          <a:chOff x="0" y="0"/>
          <a:chExt cx="0" cy="0"/>
        </a:xfrm>
      </p:grpSpPr>
      <p:sp>
        <p:nvSpPr>
          <p:cNvPr id="91" name="Google Shape;91;p21"/>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
        <p:nvSpPr>
          <p:cNvPr id="92" name="Google Shape;92;p21"/>
          <p:cNvSpPr txBox="1"/>
          <p:nvPr>
            <p:ph type="ctrTitle"/>
          </p:nvPr>
        </p:nvSpPr>
        <p:spPr>
          <a:xfrm>
            <a:off x="914400" y="1545450"/>
            <a:ext cx="5257800" cy="2052600"/>
          </a:xfrm>
          <a:prstGeom prst="rect">
            <a:avLst/>
          </a:prstGeom>
        </p:spPr>
        <p:txBody>
          <a:bodyPr spcFirstLastPara="1" wrap="square" lIns="0" tIns="91425" rIns="91425" bIns="91425" anchor="ctr" anchorCtr="0">
            <a:normAutofit/>
          </a:bodyPr>
          <a:lstStyle>
            <a:lvl1pPr lvl="0">
              <a:lnSpc>
                <a:spcPct val="75000"/>
              </a:lnSpc>
              <a:spcBef>
                <a:spcPts val="0"/>
              </a:spcBef>
              <a:spcAft>
                <a:spcPts val="0"/>
              </a:spcAft>
              <a:buClr>
                <a:schemeClr val="dk1"/>
              </a:buClr>
              <a:buSzPts val="2200"/>
              <a:buNone/>
              <a:defRPr sz="2200">
                <a:solidFill>
                  <a:schemeClr val="dk1"/>
                </a:solidFill>
              </a:defRPr>
            </a:lvl1pPr>
            <a:lvl2pPr lvl="1">
              <a:lnSpc>
                <a:spcPct val="75000"/>
              </a:lnSpc>
              <a:spcBef>
                <a:spcPts val="0"/>
              </a:spcBef>
              <a:spcAft>
                <a:spcPts val="0"/>
              </a:spcAft>
              <a:buClr>
                <a:schemeClr val="dk1"/>
              </a:buClr>
              <a:buSzPts val="2200"/>
              <a:buNone/>
              <a:defRPr sz="2200">
                <a:solidFill>
                  <a:schemeClr val="dk1"/>
                </a:solidFill>
              </a:defRPr>
            </a:lvl2pPr>
            <a:lvl3pPr lvl="2">
              <a:lnSpc>
                <a:spcPct val="75000"/>
              </a:lnSpc>
              <a:spcBef>
                <a:spcPts val="0"/>
              </a:spcBef>
              <a:spcAft>
                <a:spcPts val="0"/>
              </a:spcAft>
              <a:buClr>
                <a:schemeClr val="dk1"/>
              </a:buClr>
              <a:buSzPts val="2200"/>
              <a:buNone/>
              <a:defRPr sz="2200">
                <a:solidFill>
                  <a:schemeClr val="dk1"/>
                </a:solidFill>
              </a:defRPr>
            </a:lvl3pPr>
            <a:lvl4pPr lvl="3">
              <a:lnSpc>
                <a:spcPct val="75000"/>
              </a:lnSpc>
              <a:spcBef>
                <a:spcPts val="0"/>
              </a:spcBef>
              <a:spcAft>
                <a:spcPts val="0"/>
              </a:spcAft>
              <a:buClr>
                <a:schemeClr val="dk1"/>
              </a:buClr>
              <a:buSzPts val="2200"/>
              <a:buNone/>
              <a:defRPr sz="2200">
                <a:solidFill>
                  <a:schemeClr val="dk1"/>
                </a:solidFill>
              </a:defRPr>
            </a:lvl4pPr>
            <a:lvl5pPr lvl="4">
              <a:lnSpc>
                <a:spcPct val="75000"/>
              </a:lnSpc>
              <a:spcBef>
                <a:spcPts val="0"/>
              </a:spcBef>
              <a:spcAft>
                <a:spcPts val="0"/>
              </a:spcAft>
              <a:buClr>
                <a:schemeClr val="dk1"/>
              </a:buClr>
              <a:buSzPts val="2200"/>
              <a:buNone/>
              <a:defRPr sz="2200">
                <a:solidFill>
                  <a:schemeClr val="dk1"/>
                </a:solidFill>
              </a:defRPr>
            </a:lvl5pPr>
            <a:lvl6pPr lvl="5">
              <a:lnSpc>
                <a:spcPct val="75000"/>
              </a:lnSpc>
              <a:spcBef>
                <a:spcPts val="0"/>
              </a:spcBef>
              <a:spcAft>
                <a:spcPts val="0"/>
              </a:spcAft>
              <a:buClr>
                <a:schemeClr val="dk1"/>
              </a:buClr>
              <a:buSzPts val="2200"/>
              <a:buNone/>
              <a:defRPr sz="2200">
                <a:solidFill>
                  <a:schemeClr val="dk1"/>
                </a:solidFill>
              </a:defRPr>
            </a:lvl6pPr>
            <a:lvl7pPr lvl="6">
              <a:lnSpc>
                <a:spcPct val="75000"/>
              </a:lnSpc>
              <a:spcBef>
                <a:spcPts val="0"/>
              </a:spcBef>
              <a:spcAft>
                <a:spcPts val="0"/>
              </a:spcAft>
              <a:buClr>
                <a:schemeClr val="dk1"/>
              </a:buClr>
              <a:buSzPts val="2200"/>
              <a:buNone/>
              <a:defRPr sz="2200">
                <a:solidFill>
                  <a:schemeClr val="dk1"/>
                </a:solidFill>
              </a:defRPr>
            </a:lvl7pPr>
            <a:lvl8pPr lvl="7">
              <a:lnSpc>
                <a:spcPct val="75000"/>
              </a:lnSpc>
              <a:spcBef>
                <a:spcPts val="0"/>
              </a:spcBef>
              <a:spcAft>
                <a:spcPts val="0"/>
              </a:spcAft>
              <a:buClr>
                <a:schemeClr val="dk1"/>
              </a:buClr>
              <a:buSzPts val="2200"/>
              <a:buNone/>
              <a:defRPr sz="2200">
                <a:solidFill>
                  <a:schemeClr val="dk1"/>
                </a:solidFill>
              </a:defRPr>
            </a:lvl8pPr>
            <a:lvl9pPr lvl="8">
              <a:lnSpc>
                <a:spcPct val="75000"/>
              </a:lnSpc>
              <a:spcBef>
                <a:spcPts val="0"/>
              </a:spcBef>
              <a:spcAft>
                <a:spcPts val="0"/>
              </a:spcAft>
              <a:buClr>
                <a:schemeClr val="dk1"/>
              </a:buClr>
              <a:buSzPts val="2200"/>
              <a:buNone/>
              <a:defRPr sz="2200">
                <a:solidFill>
                  <a:schemeClr val="dk1"/>
                </a:solidFil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93" name="Shape 93"/>
        <p:cNvGrpSpPr/>
        <p:nvPr/>
      </p:nvGrpSpPr>
      <p:grpSpPr>
        <a:xfrm>
          <a:off x="0" y="0"/>
          <a:ext cx="0" cy="0"/>
          <a:chOff x="0" y="0"/>
          <a:chExt cx="0" cy="0"/>
        </a:xfrm>
      </p:grpSpPr>
      <p:sp>
        <p:nvSpPr>
          <p:cNvPr id="94" name="Google Shape;94;p22"/>
          <p:cNvSpPr txBox="1"/>
          <p:nvPr>
            <p:ph type="title"/>
          </p:nvPr>
        </p:nvSpPr>
        <p:spPr>
          <a:xfrm>
            <a:off x="457200" y="342900"/>
            <a:ext cx="7782900" cy="572700"/>
          </a:xfrm>
          <a:prstGeom prst="rect">
            <a:avLst/>
          </a:prstGeom>
        </p:spPr>
        <p:txBody>
          <a:bodyPr spcFirstLastPara="1" wrap="square" lIns="0" tIns="91425" rIns="0" bIns="91425" anchor="b" anchorCtr="0">
            <a:norm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95" name="Google Shape;95;p22"/>
          <p:cNvSpPr txBox="1"/>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800"/>
              </a:spcBef>
              <a:spcAft>
                <a:spcPts val="0"/>
              </a:spcAft>
              <a:buSzPts val="1200"/>
              <a:buChar char="•"/>
              <a:defRPr sz="1200"/>
            </a:lvl2pPr>
            <a:lvl3pPr marL="1371600" lvl="2" indent="-304800">
              <a:spcBef>
                <a:spcPts val="800"/>
              </a:spcBef>
              <a:spcAft>
                <a:spcPts val="0"/>
              </a:spcAft>
              <a:buSzPts val="1200"/>
              <a:buChar char="•"/>
              <a:defRPr sz="1200"/>
            </a:lvl3pPr>
            <a:lvl4pPr marL="1828800" lvl="3" indent="-304800">
              <a:spcBef>
                <a:spcPts val="800"/>
              </a:spcBef>
              <a:spcAft>
                <a:spcPts val="0"/>
              </a:spcAft>
              <a:buSzPts val="1200"/>
              <a:buChar char="•"/>
              <a:defRPr sz="1200"/>
            </a:lvl4pPr>
            <a:lvl5pPr marL="2286000" lvl="4" indent="-304800">
              <a:spcBef>
                <a:spcPts val="800"/>
              </a:spcBef>
              <a:spcAft>
                <a:spcPts val="0"/>
              </a:spcAft>
              <a:buSzPts val="1200"/>
              <a:buChar char="•"/>
              <a:defRPr sz="1200"/>
            </a:lvl5pPr>
            <a:lvl6pPr marL="2743200" lvl="5" indent="-304800">
              <a:spcBef>
                <a:spcPts val="800"/>
              </a:spcBef>
              <a:spcAft>
                <a:spcPts val="0"/>
              </a:spcAft>
              <a:buSzPts val="1200"/>
              <a:buChar char="•"/>
              <a:defRPr sz="1200"/>
            </a:lvl6pPr>
            <a:lvl7pPr marL="3200400" lvl="6" indent="-304800">
              <a:spcBef>
                <a:spcPts val="800"/>
              </a:spcBef>
              <a:spcAft>
                <a:spcPts val="0"/>
              </a:spcAft>
              <a:buSzPts val="1200"/>
              <a:buChar char="•"/>
              <a:defRPr sz="1200"/>
            </a:lvl7pPr>
            <a:lvl8pPr marL="3657600" lvl="7" indent="-304800">
              <a:spcBef>
                <a:spcPts val="800"/>
              </a:spcBef>
              <a:spcAft>
                <a:spcPts val="0"/>
              </a:spcAft>
              <a:buSzPts val="1200"/>
              <a:buChar char="•"/>
              <a:defRPr sz="1200"/>
            </a:lvl8pPr>
            <a:lvl9pPr marL="4114800" lvl="8" indent="-304800">
              <a:spcBef>
                <a:spcPts val="800"/>
              </a:spcBef>
              <a:spcAft>
                <a:spcPts val="800"/>
              </a:spcAft>
              <a:buSzPts val="1200"/>
              <a:buChar char="•"/>
              <a:defRPr sz="1200"/>
            </a:lvl9pPr>
          </a:lstStyle>
          <a:p/>
        </p:txBody>
      </p:sp>
      <p:sp>
        <p:nvSpPr>
          <p:cNvPr id="96" name="Google Shape;96;p22"/>
          <p:cNvSpPr txBox="1"/>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800"/>
              </a:spcBef>
              <a:spcAft>
                <a:spcPts val="0"/>
              </a:spcAft>
              <a:buSzPts val="1200"/>
              <a:buChar char="•"/>
              <a:defRPr sz="1200"/>
            </a:lvl2pPr>
            <a:lvl3pPr marL="1371600" lvl="2" indent="-304800">
              <a:spcBef>
                <a:spcPts val="800"/>
              </a:spcBef>
              <a:spcAft>
                <a:spcPts val="0"/>
              </a:spcAft>
              <a:buSzPts val="1200"/>
              <a:buChar char="•"/>
              <a:defRPr sz="1200"/>
            </a:lvl3pPr>
            <a:lvl4pPr marL="1828800" lvl="3" indent="-304800">
              <a:spcBef>
                <a:spcPts val="800"/>
              </a:spcBef>
              <a:spcAft>
                <a:spcPts val="0"/>
              </a:spcAft>
              <a:buSzPts val="1200"/>
              <a:buChar char="•"/>
              <a:defRPr sz="1200"/>
            </a:lvl4pPr>
            <a:lvl5pPr marL="2286000" lvl="4" indent="-304800">
              <a:spcBef>
                <a:spcPts val="800"/>
              </a:spcBef>
              <a:spcAft>
                <a:spcPts val="0"/>
              </a:spcAft>
              <a:buSzPts val="1200"/>
              <a:buChar char="•"/>
              <a:defRPr sz="1200"/>
            </a:lvl5pPr>
            <a:lvl6pPr marL="2743200" lvl="5" indent="-304800">
              <a:spcBef>
                <a:spcPts val="800"/>
              </a:spcBef>
              <a:spcAft>
                <a:spcPts val="0"/>
              </a:spcAft>
              <a:buSzPts val="1200"/>
              <a:buChar char="•"/>
              <a:defRPr sz="1200"/>
            </a:lvl6pPr>
            <a:lvl7pPr marL="3200400" lvl="6" indent="-304800">
              <a:spcBef>
                <a:spcPts val="800"/>
              </a:spcBef>
              <a:spcAft>
                <a:spcPts val="0"/>
              </a:spcAft>
              <a:buSzPts val="1200"/>
              <a:buChar char="•"/>
              <a:defRPr sz="1200"/>
            </a:lvl7pPr>
            <a:lvl8pPr marL="3657600" lvl="7" indent="-304800">
              <a:spcBef>
                <a:spcPts val="800"/>
              </a:spcBef>
              <a:spcAft>
                <a:spcPts val="0"/>
              </a:spcAft>
              <a:buSzPts val="1200"/>
              <a:buChar char="•"/>
              <a:defRPr sz="1200"/>
            </a:lvl8pPr>
            <a:lvl9pPr marL="4114800" lvl="8" indent="-304800">
              <a:spcBef>
                <a:spcPts val="800"/>
              </a:spcBef>
              <a:spcAft>
                <a:spcPts val="800"/>
              </a:spcAft>
              <a:buSzPts val="1200"/>
              <a:buChar char="•"/>
              <a:defRPr sz="1200"/>
            </a:lvl9pPr>
          </a:lstStyle>
          <a:p/>
        </p:txBody>
      </p:sp>
      <p:sp>
        <p:nvSpPr>
          <p:cNvPr id="97" name="Google Shape;97;p22"/>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98" name="Shape 98"/>
        <p:cNvGrpSpPr/>
        <p:nvPr/>
      </p:nvGrpSpPr>
      <p:grpSpPr>
        <a:xfrm>
          <a:off x="0" y="0"/>
          <a:ext cx="0" cy="0"/>
          <a:chOff x="0" y="0"/>
          <a:chExt cx="0" cy="0"/>
        </a:xfrm>
      </p:grpSpPr>
      <p:sp>
        <p:nvSpPr>
          <p:cNvPr id="99" name="Google Shape;99;p23"/>
          <p:cNvSpPr txBox="1"/>
          <p:nvPr>
            <p:ph type="title"/>
          </p:nvPr>
        </p:nvSpPr>
        <p:spPr>
          <a:xfrm>
            <a:off x="457200" y="342900"/>
            <a:ext cx="7782900" cy="572700"/>
          </a:xfrm>
          <a:prstGeom prst="rect">
            <a:avLst/>
          </a:prstGeom>
        </p:spPr>
        <p:txBody>
          <a:bodyPr spcFirstLastPara="1" wrap="square" lIns="0" tIns="91425" rIns="0" bIns="91425" anchor="b" anchorCtr="0">
            <a:norm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100" name="Google Shape;100;p23"/>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01" name="Shape 101"/>
        <p:cNvGrpSpPr/>
        <p:nvPr/>
      </p:nvGrpSpPr>
      <p:grpSpPr>
        <a:xfrm>
          <a:off x="0" y="0"/>
          <a:ext cx="0" cy="0"/>
          <a:chOff x="0" y="0"/>
          <a:chExt cx="0" cy="0"/>
        </a:xfrm>
      </p:grpSpPr>
      <p:sp>
        <p:nvSpPr>
          <p:cNvPr id="102" name="Google Shape;102;p24"/>
          <p:cNvSpPr txBox="1"/>
          <p:nvPr>
            <p:ph type="title"/>
          </p:nvPr>
        </p:nvSpPr>
        <p:spPr>
          <a:xfrm>
            <a:off x="457200" y="537750"/>
            <a:ext cx="5603400" cy="755700"/>
          </a:xfrm>
          <a:prstGeom prst="rect">
            <a:avLst/>
          </a:prstGeom>
        </p:spPr>
        <p:txBody>
          <a:bodyPr spcFirstLastPara="1" wrap="square" lIns="0" tIns="91425" rIns="0" bIns="91425" anchor="ctr"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03" name="Google Shape;103;p24"/>
          <p:cNvSpPr txBox="1"/>
          <p:nvPr>
            <p:ph type="body" idx="1"/>
          </p:nvPr>
        </p:nvSpPr>
        <p:spPr>
          <a:xfrm>
            <a:off x="457200" y="1389600"/>
            <a:ext cx="56034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1pPr>
            <a:lvl2pPr marL="914400" lvl="1"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2pPr>
            <a:lvl3pPr marL="1371600" lvl="2"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3pPr>
            <a:lvl4pPr marL="1828800" lvl="3"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4pPr>
            <a:lvl5pPr marL="2286000" lvl="4"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5pPr>
            <a:lvl6pPr marL="2743200" lvl="5"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6pPr>
            <a:lvl7pPr marL="3200400" lvl="6"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7pPr>
            <a:lvl8pPr marL="3657600" lvl="7"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8pPr>
            <a:lvl9pPr marL="4114800" lvl="8" indent="-304800">
              <a:spcBef>
                <a:spcPts val="800"/>
              </a:spcBef>
              <a:spcAft>
                <a:spcPts val="80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9pPr>
          </a:lstStyle>
          <a:p/>
        </p:txBody>
      </p:sp>
      <p:sp>
        <p:nvSpPr>
          <p:cNvPr id="104" name="Google Shape;104;p24"/>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One column text 1">
  <p:cSld name="ONE_COLUMN_TEXT_1">
    <p:spTree>
      <p:nvGrpSpPr>
        <p:cNvPr id="105" name="Shape 105"/>
        <p:cNvGrpSpPr/>
        <p:nvPr/>
      </p:nvGrpSpPr>
      <p:grpSpPr>
        <a:xfrm>
          <a:off x="0" y="0"/>
          <a:ext cx="0" cy="0"/>
          <a:chOff x="0" y="0"/>
          <a:chExt cx="0" cy="0"/>
        </a:xfrm>
      </p:grpSpPr>
      <p:sp>
        <p:nvSpPr>
          <p:cNvPr id="106" name="Google Shape;106;p25"/>
          <p:cNvSpPr txBox="1"/>
          <p:nvPr>
            <p:ph type="title"/>
          </p:nvPr>
        </p:nvSpPr>
        <p:spPr>
          <a:xfrm>
            <a:off x="457200" y="2193900"/>
            <a:ext cx="5603400" cy="755700"/>
          </a:xfrm>
          <a:prstGeom prst="rect">
            <a:avLst/>
          </a:prstGeom>
        </p:spPr>
        <p:txBody>
          <a:bodyPr spcFirstLastPara="1" wrap="square" lIns="0" tIns="91425" rIns="0" bIns="91425" anchor="ctr"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07" name="Google Shape;107;p25"/>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dk1"/>
        </a:solidFill>
        <a:effectLst/>
      </p:bgPr>
    </p:bg>
    <p:spTree>
      <p:nvGrpSpPr>
        <p:cNvPr id="108" name="Shape 108"/>
        <p:cNvGrpSpPr/>
        <p:nvPr/>
      </p:nvGrpSpPr>
      <p:grpSpPr>
        <a:xfrm>
          <a:off x="0" y="0"/>
          <a:ext cx="0" cy="0"/>
          <a:chOff x="0" y="0"/>
          <a:chExt cx="0" cy="0"/>
        </a:xfrm>
      </p:grpSpPr>
      <p:sp>
        <p:nvSpPr>
          <p:cNvPr id="109" name="Google Shape;109;p26"/>
          <p:cNvSpPr txBox="1"/>
          <p:nvPr>
            <p:ph type="title"/>
          </p:nvPr>
        </p:nvSpPr>
        <p:spPr>
          <a:xfrm>
            <a:off x="917050" y="450150"/>
            <a:ext cx="5249700" cy="4090800"/>
          </a:xfrm>
          <a:prstGeom prst="rect">
            <a:avLst/>
          </a:prstGeom>
        </p:spPr>
        <p:txBody>
          <a:bodyPr spcFirstLastPara="1" wrap="square" lIns="0" tIns="91425" rIns="91425" bIns="91425" anchor="ctr" anchorCtr="0">
            <a:normAutofit/>
          </a:bodyPr>
          <a:lstStyle>
            <a:lvl1pPr lvl="0">
              <a:spcBef>
                <a:spcPts val="0"/>
              </a:spcBef>
              <a:spcAft>
                <a:spcPts val="0"/>
              </a:spcAft>
              <a:buClr>
                <a:schemeClr val="accent6"/>
              </a:buClr>
              <a:buSzPts val="4800"/>
              <a:buNone/>
              <a:defRPr sz="4800">
                <a:solidFill>
                  <a:schemeClr val="accent6"/>
                </a:solidFill>
              </a:defRPr>
            </a:lvl1pPr>
            <a:lvl2pPr lvl="1">
              <a:spcBef>
                <a:spcPts val="0"/>
              </a:spcBef>
              <a:spcAft>
                <a:spcPts val="0"/>
              </a:spcAft>
              <a:buClr>
                <a:schemeClr val="accent6"/>
              </a:buClr>
              <a:buSzPts val="4800"/>
              <a:buNone/>
              <a:defRPr sz="4800">
                <a:solidFill>
                  <a:schemeClr val="accent6"/>
                </a:solidFill>
              </a:defRPr>
            </a:lvl2pPr>
            <a:lvl3pPr lvl="2">
              <a:spcBef>
                <a:spcPts val="0"/>
              </a:spcBef>
              <a:spcAft>
                <a:spcPts val="0"/>
              </a:spcAft>
              <a:buClr>
                <a:schemeClr val="accent6"/>
              </a:buClr>
              <a:buSzPts val="4800"/>
              <a:buNone/>
              <a:defRPr sz="4800">
                <a:solidFill>
                  <a:schemeClr val="accent6"/>
                </a:solidFill>
              </a:defRPr>
            </a:lvl3pPr>
            <a:lvl4pPr lvl="3">
              <a:spcBef>
                <a:spcPts val="0"/>
              </a:spcBef>
              <a:spcAft>
                <a:spcPts val="0"/>
              </a:spcAft>
              <a:buClr>
                <a:schemeClr val="accent6"/>
              </a:buClr>
              <a:buSzPts val="4800"/>
              <a:buNone/>
              <a:defRPr sz="4800">
                <a:solidFill>
                  <a:schemeClr val="accent6"/>
                </a:solidFill>
              </a:defRPr>
            </a:lvl4pPr>
            <a:lvl5pPr lvl="4">
              <a:spcBef>
                <a:spcPts val="0"/>
              </a:spcBef>
              <a:spcAft>
                <a:spcPts val="0"/>
              </a:spcAft>
              <a:buClr>
                <a:schemeClr val="accent6"/>
              </a:buClr>
              <a:buSzPts val="4800"/>
              <a:buNone/>
              <a:defRPr sz="4800">
                <a:solidFill>
                  <a:schemeClr val="accent6"/>
                </a:solidFill>
              </a:defRPr>
            </a:lvl5pPr>
            <a:lvl6pPr lvl="5">
              <a:spcBef>
                <a:spcPts val="0"/>
              </a:spcBef>
              <a:spcAft>
                <a:spcPts val="0"/>
              </a:spcAft>
              <a:buClr>
                <a:schemeClr val="accent6"/>
              </a:buClr>
              <a:buSzPts val="4800"/>
              <a:buNone/>
              <a:defRPr sz="4800">
                <a:solidFill>
                  <a:schemeClr val="accent6"/>
                </a:solidFill>
              </a:defRPr>
            </a:lvl6pPr>
            <a:lvl7pPr lvl="6">
              <a:spcBef>
                <a:spcPts val="0"/>
              </a:spcBef>
              <a:spcAft>
                <a:spcPts val="0"/>
              </a:spcAft>
              <a:buClr>
                <a:schemeClr val="accent6"/>
              </a:buClr>
              <a:buSzPts val="4800"/>
              <a:buNone/>
              <a:defRPr sz="4800">
                <a:solidFill>
                  <a:schemeClr val="accent6"/>
                </a:solidFill>
              </a:defRPr>
            </a:lvl7pPr>
            <a:lvl8pPr lvl="7">
              <a:spcBef>
                <a:spcPts val="0"/>
              </a:spcBef>
              <a:spcAft>
                <a:spcPts val="0"/>
              </a:spcAft>
              <a:buClr>
                <a:schemeClr val="accent6"/>
              </a:buClr>
              <a:buSzPts val="4800"/>
              <a:buNone/>
              <a:defRPr sz="4800">
                <a:solidFill>
                  <a:schemeClr val="accent6"/>
                </a:solidFill>
              </a:defRPr>
            </a:lvl8pPr>
            <a:lvl9pPr lvl="8">
              <a:spcBef>
                <a:spcPts val="0"/>
              </a:spcBef>
              <a:spcAft>
                <a:spcPts val="0"/>
              </a:spcAft>
              <a:buClr>
                <a:schemeClr val="accent6"/>
              </a:buClr>
              <a:buSzPts val="4800"/>
              <a:buNone/>
              <a:defRPr sz="4800">
                <a:solidFill>
                  <a:schemeClr val="accent6"/>
                </a:solidFill>
              </a:defRPr>
            </a:lvl9pPr>
          </a:lstStyle>
          <a:p/>
        </p:txBody>
      </p:sp>
      <p:sp>
        <p:nvSpPr>
          <p:cNvPr id="110" name="Google Shape;110;p26"/>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
        <p:nvSpPr>
          <p:cNvPr id="111" name="Google Shape;111;p26"/>
          <p:cNvSpPr txBox="1"/>
          <p:nvPr>
            <p:ph type="subTitle" idx="1"/>
          </p:nvPr>
        </p:nvSpPr>
        <p:spPr>
          <a:xfrm>
            <a:off x="917050" y="3196425"/>
            <a:ext cx="4714200" cy="451800"/>
          </a:xfrm>
          <a:prstGeom prst="rect">
            <a:avLst/>
          </a:prstGeom>
        </p:spPr>
        <p:txBody>
          <a:bodyPr spcFirstLastPara="1" wrap="square" lIns="0" tIns="91425" rIns="91425" bIns="91425" anchor="t" anchorCtr="0">
            <a:normAutofit/>
          </a:bodyPr>
          <a:lstStyle>
            <a:lvl1pPr lvl="0">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1pPr>
            <a:lvl2pPr lvl="1">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2pPr>
            <a:lvl3pPr lvl="2">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3pPr>
            <a:lvl4pPr lvl="3">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4pPr>
            <a:lvl5pPr lvl="4">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5pPr>
            <a:lvl6pPr lvl="5">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6pPr>
            <a:lvl7pPr lvl="6">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7pPr>
            <a:lvl8pPr lvl="7">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8pPr>
            <a:lvl9pPr lvl="8">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12" name="Shape 112"/>
        <p:cNvGrpSpPr/>
        <p:nvPr/>
      </p:nvGrpSpPr>
      <p:grpSpPr>
        <a:xfrm>
          <a:off x="0" y="0"/>
          <a:ext cx="0" cy="0"/>
          <a:chOff x="0" y="0"/>
          <a:chExt cx="0" cy="0"/>
        </a:xfrm>
      </p:grpSpPr>
      <p:sp>
        <p:nvSpPr>
          <p:cNvPr id="113" name="Google Shape;113;p27"/>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4" name="Google Shape;114;p27"/>
          <p:cNvSpPr txBox="1"/>
          <p:nvPr>
            <p:ph type="title"/>
          </p:nvPr>
        </p:nvSpPr>
        <p:spPr>
          <a:xfrm>
            <a:off x="265500" y="1233175"/>
            <a:ext cx="4045200" cy="1482300"/>
          </a:xfrm>
          <a:prstGeom prst="rect">
            <a:avLst/>
          </a:prstGeom>
        </p:spPr>
        <p:txBody>
          <a:bodyPr spcFirstLastPara="1" wrap="square" lIns="0" tIns="91425" rIns="0"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15" name="Google Shape;115;p27"/>
          <p:cNvSpPr txBox="1"/>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16" name="Google Shape;116;p27"/>
          <p:cNvSpPr txBox="1"/>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17500">
              <a:spcBef>
                <a:spcPts val="0"/>
              </a:spcBef>
              <a:spcAft>
                <a:spcPts val="0"/>
              </a:spcAft>
              <a:buSzPts val="1400"/>
              <a:buChar char="•"/>
              <a:defRPr/>
            </a:lvl1pPr>
            <a:lvl2pPr marL="914400" lvl="1" indent="-317500">
              <a:spcBef>
                <a:spcPts val="800"/>
              </a:spcBef>
              <a:spcAft>
                <a:spcPts val="0"/>
              </a:spcAft>
              <a:buSzPts val="1400"/>
              <a:buChar char="•"/>
              <a:defRPr/>
            </a:lvl2pPr>
            <a:lvl3pPr marL="1371600" lvl="2" indent="-317500">
              <a:spcBef>
                <a:spcPts val="800"/>
              </a:spcBef>
              <a:spcAft>
                <a:spcPts val="0"/>
              </a:spcAft>
              <a:buSzPts val="1400"/>
              <a:buChar char="•"/>
              <a:defRPr/>
            </a:lvl3pPr>
            <a:lvl4pPr marL="1828800" lvl="3" indent="-317500">
              <a:spcBef>
                <a:spcPts val="800"/>
              </a:spcBef>
              <a:spcAft>
                <a:spcPts val="0"/>
              </a:spcAft>
              <a:buSzPts val="1400"/>
              <a:buChar char="•"/>
              <a:defRPr/>
            </a:lvl4pPr>
            <a:lvl5pPr marL="2286000" lvl="4" indent="-317500">
              <a:spcBef>
                <a:spcPts val="800"/>
              </a:spcBef>
              <a:spcAft>
                <a:spcPts val="0"/>
              </a:spcAft>
              <a:buSzPts val="1400"/>
              <a:buChar char="•"/>
              <a:defRPr/>
            </a:lvl5pPr>
            <a:lvl6pPr marL="2743200" lvl="5" indent="-317500">
              <a:spcBef>
                <a:spcPts val="800"/>
              </a:spcBef>
              <a:spcAft>
                <a:spcPts val="0"/>
              </a:spcAft>
              <a:buSzPts val="1400"/>
              <a:buChar char="•"/>
              <a:defRPr/>
            </a:lvl6pPr>
            <a:lvl7pPr marL="3200400" lvl="6" indent="-317500">
              <a:spcBef>
                <a:spcPts val="800"/>
              </a:spcBef>
              <a:spcAft>
                <a:spcPts val="0"/>
              </a:spcAft>
              <a:buSzPts val="1400"/>
              <a:buChar char="•"/>
              <a:defRPr/>
            </a:lvl7pPr>
            <a:lvl8pPr marL="3657600" lvl="7" indent="-317500">
              <a:spcBef>
                <a:spcPts val="800"/>
              </a:spcBef>
              <a:spcAft>
                <a:spcPts val="0"/>
              </a:spcAft>
              <a:buSzPts val="1400"/>
              <a:buChar char="•"/>
              <a:defRPr/>
            </a:lvl8pPr>
            <a:lvl9pPr marL="4114800" lvl="8" indent="-317500">
              <a:spcBef>
                <a:spcPts val="800"/>
              </a:spcBef>
              <a:spcAft>
                <a:spcPts val="800"/>
              </a:spcAft>
              <a:buSzPts val="1400"/>
              <a:buChar char="•"/>
              <a:defRPr/>
            </a:lvl9pPr>
          </a:lstStyle>
          <a:p/>
        </p:txBody>
      </p:sp>
      <p:sp>
        <p:nvSpPr>
          <p:cNvPr id="117" name="Google Shape;117;p27"/>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18" name="Shape 118"/>
        <p:cNvGrpSpPr/>
        <p:nvPr/>
      </p:nvGrpSpPr>
      <p:grpSpPr>
        <a:xfrm>
          <a:off x="0" y="0"/>
          <a:ext cx="0" cy="0"/>
          <a:chOff x="0" y="0"/>
          <a:chExt cx="0" cy="0"/>
        </a:xfrm>
      </p:grpSpPr>
      <p:sp>
        <p:nvSpPr>
          <p:cNvPr id="119" name="Google Shape;119;p28"/>
          <p:cNvSpPr txBox="1"/>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400"/>
              <a:buNone/>
              <a:defRPr/>
            </a:lvl1pPr>
          </a:lstStyle>
          <a:p/>
        </p:txBody>
      </p:sp>
      <p:sp>
        <p:nvSpPr>
          <p:cNvPr id="120" name="Google Shape;120;p28"/>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21" name="Shape 121"/>
        <p:cNvGrpSpPr/>
        <p:nvPr/>
      </p:nvGrpSpPr>
      <p:grpSpPr>
        <a:xfrm>
          <a:off x="0" y="0"/>
          <a:ext cx="0" cy="0"/>
          <a:chOff x="0" y="0"/>
          <a:chExt cx="0" cy="0"/>
        </a:xfrm>
      </p:grpSpPr>
      <p:sp>
        <p:nvSpPr>
          <p:cNvPr id="122" name="Google Shape;122;p29"/>
          <p:cNvSpPr txBox="1"/>
          <p:nvPr>
            <p:ph type="title" hasCustomPrompt="1"/>
          </p:nvPr>
        </p:nvSpPr>
        <p:spPr>
          <a:xfrm>
            <a:off x="311700" y="1106125"/>
            <a:ext cx="8520600" cy="1963500"/>
          </a:xfrm>
          <a:prstGeom prst="rect">
            <a:avLst/>
          </a:prstGeom>
        </p:spPr>
        <p:txBody>
          <a:bodyPr spcFirstLastPara="1" wrap="square" lIns="0" tIns="91425" rIns="0"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23" name="Google Shape;123;p29"/>
          <p:cNvSpPr txBox="1"/>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17500" algn="ctr">
              <a:spcBef>
                <a:spcPts val="0"/>
              </a:spcBef>
              <a:spcAft>
                <a:spcPts val="0"/>
              </a:spcAft>
              <a:buSzPts val="1400"/>
              <a:buChar char="•"/>
              <a:defRPr/>
            </a:lvl1pPr>
            <a:lvl2pPr marL="914400" lvl="1" indent="-317500" algn="ctr">
              <a:spcBef>
                <a:spcPts val="800"/>
              </a:spcBef>
              <a:spcAft>
                <a:spcPts val="0"/>
              </a:spcAft>
              <a:buSzPts val="1400"/>
              <a:buChar char="•"/>
              <a:defRPr/>
            </a:lvl2pPr>
            <a:lvl3pPr marL="1371600" lvl="2" indent="-317500" algn="ctr">
              <a:spcBef>
                <a:spcPts val="800"/>
              </a:spcBef>
              <a:spcAft>
                <a:spcPts val="0"/>
              </a:spcAft>
              <a:buSzPts val="1400"/>
              <a:buChar char="•"/>
              <a:defRPr/>
            </a:lvl3pPr>
            <a:lvl4pPr marL="1828800" lvl="3" indent="-317500" algn="ctr">
              <a:spcBef>
                <a:spcPts val="800"/>
              </a:spcBef>
              <a:spcAft>
                <a:spcPts val="0"/>
              </a:spcAft>
              <a:buSzPts val="1400"/>
              <a:buChar char="•"/>
              <a:defRPr/>
            </a:lvl4pPr>
            <a:lvl5pPr marL="2286000" lvl="4" indent="-317500" algn="ctr">
              <a:spcBef>
                <a:spcPts val="800"/>
              </a:spcBef>
              <a:spcAft>
                <a:spcPts val="0"/>
              </a:spcAft>
              <a:buSzPts val="1400"/>
              <a:buChar char="•"/>
              <a:defRPr/>
            </a:lvl5pPr>
            <a:lvl6pPr marL="2743200" lvl="5" indent="-317500" algn="ctr">
              <a:spcBef>
                <a:spcPts val="800"/>
              </a:spcBef>
              <a:spcAft>
                <a:spcPts val="0"/>
              </a:spcAft>
              <a:buSzPts val="1400"/>
              <a:buChar char="•"/>
              <a:defRPr/>
            </a:lvl6pPr>
            <a:lvl7pPr marL="3200400" lvl="6" indent="-317500" algn="ctr">
              <a:spcBef>
                <a:spcPts val="800"/>
              </a:spcBef>
              <a:spcAft>
                <a:spcPts val="0"/>
              </a:spcAft>
              <a:buSzPts val="1400"/>
              <a:buChar char="•"/>
              <a:defRPr/>
            </a:lvl7pPr>
            <a:lvl8pPr marL="3657600" lvl="7" indent="-317500" algn="ctr">
              <a:spcBef>
                <a:spcPts val="800"/>
              </a:spcBef>
              <a:spcAft>
                <a:spcPts val="0"/>
              </a:spcAft>
              <a:buSzPts val="1400"/>
              <a:buChar char="•"/>
              <a:defRPr/>
            </a:lvl8pPr>
            <a:lvl9pPr marL="4114800" lvl="8" indent="-317500" algn="ctr">
              <a:spcBef>
                <a:spcPts val="800"/>
              </a:spcBef>
              <a:spcAft>
                <a:spcPts val="800"/>
              </a:spcAft>
              <a:buSzPts val="1400"/>
              <a:buChar char="•"/>
              <a:defRPr/>
            </a:lvl9pPr>
          </a:lstStyle>
          <a:p/>
        </p:txBody>
      </p:sp>
      <p:sp>
        <p:nvSpPr>
          <p:cNvPr id="124" name="Google Shape;124;p29"/>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25" name="Shape 125"/>
        <p:cNvGrpSpPr/>
        <p:nvPr/>
      </p:nvGrpSpPr>
      <p:grpSpPr>
        <a:xfrm>
          <a:off x="0" y="0"/>
          <a:ext cx="0" cy="0"/>
          <a:chOff x="0" y="0"/>
          <a:chExt cx="0" cy="0"/>
        </a:xfrm>
      </p:grpSpPr>
      <p:sp>
        <p:nvSpPr>
          <p:cNvPr id="126" name="Google Shape;126;p30"/>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Custom Layout 2">
  <p:cSld name="CUSTOM_3">
    <p:spTree>
      <p:nvGrpSpPr>
        <p:cNvPr id="127" name="Shape 127"/>
        <p:cNvGrpSpPr/>
        <p:nvPr/>
      </p:nvGrpSpPr>
      <p:grpSpPr>
        <a:xfrm>
          <a:off x="0" y="0"/>
          <a:ext cx="0" cy="0"/>
          <a:chOff x="0" y="0"/>
          <a:chExt cx="0" cy="0"/>
        </a:xfrm>
      </p:grpSpPr>
      <p:sp>
        <p:nvSpPr>
          <p:cNvPr id="128" name="Google Shape;128;p31"/>
          <p:cNvSpPr txBox="1"/>
          <p:nvPr>
            <p:ph type="body" idx="1"/>
          </p:nvPr>
        </p:nvSpPr>
        <p:spPr>
          <a:xfrm>
            <a:off x="457200" y="1293450"/>
            <a:ext cx="8229600" cy="3275700"/>
          </a:xfrm>
          <a:prstGeom prst="rect">
            <a:avLst/>
          </a:prstGeom>
        </p:spPr>
        <p:txBody>
          <a:bodyPr spcFirstLastPara="1" wrap="square" lIns="91425" tIns="91425" rIns="91425" bIns="91425" anchor="t" anchorCtr="0">
            <a:normAutofit/>
          </a:bodyPr>
          <a:lstStyle>
            <a:lvl1pPr marL="457200" lvl="0" indent="-330200">
              <a:spcBef>
                <a:spcPts val="0"/>
              </a:spcBef>
              <a:spcAft>
                <a:spcPts val="0"/>
              </a:spcAft>
              <a:buClr>
                <a:schemeClr val="dk1"/>
              </a:buClr>
              <a:buSzPts val="1600"/>
              <a:buChar char="•"/>
              <a:defRPr sz="1600">
                <a:solidFill>
                  <a:schemeClr val="dk1"/>
                </a:solidFill>
              </a:defRPr>
            </a:lvl1pPr>
            <a:lvl2pPr marL="914400" lvl="1" indent="-330200">
              <a:spcBef>
                <a:spcPts val="1000"/>
              </a:spcBef>
              <a:spcAft>
                <a:spcPts val="0"/>
              </a:spcAft>
              <a:buClr>
                <a:schemeClr val="dk1"/>
              </a:buClr>
              <a:buSzPts val="1600"/>
              <a:buChar char="•"/>
              <a:defRPr sz="1600">
                <a:solidFill>
                  <a:schemeClr val="dk1"/>
                </a:solidFill>
              </a:defRPr>
            </a:lvl2pPr>
            <a:lvl3pPr marL="1371600" lvl="2" indent="-330200">
              <a:spcBef>
                <a:spcPts val="1000"/>
              </a:spcBef>
              <a:spcAft>
                <a:spcPts val="0"/>
              </a:spcAft>
              <a:buClr>
                <a:schemeClr val="dk1"/>
              </a:buClr>
              <a:buSzPts val="1600"/>
              <a:buChar char="•"/>
              <a:defRPr sz="1600">
                <a:solidFill>
                  <a:schemeClr val="dk1"/>
                </a:solidFill>
              </a:defRPr>
            </a:lvl3pPr>
            <a:lvl4pPr marL="1828800" lvl="3" indent="-330200">
              <a:spcBef>
                <a:spcPts val="1000"/>
              </a:spcBef>
              <a:spcAft>
                <a:spcPts val="0"/>
              </a:spcAft>
              <a:buClr>
                <a:schemeClr val="dk1"/>
              </a:buClr>
              <a:buSzPts val="1600"/>
              <a:buChar char="•"/>
              <a:defRPr sz="1600">
                <a:solidFill>
                  <a:schemeClr val="dk1"/>
                </a:solidFill>
              </a:defRPr>
            </a:lvl4pPr>
            <a:lvl5pPr marL="2286000" lvl="4" indent="-330200">
              <a:spcBef>
                <a:spcPts val="1000"/>
              </a:spcBef>
              <a:spcAft>
                <a:spcPts val="0"/>
              </a:spcAft>
              <a:buClr>
                <a:schemeClr val="dk1"/>
              </a:buClr>
              <a:buSzPts val="1600"/>
              <a:buChar char="•"/>
              <a:defRPr sz="1600">
                <a:solidFill>
                  <a:schemeClr val="dk1"/>
                </a:solidFill>
              </a:defRPr>
            </a:lvl5pPr>
            <a:lvl6pPr marL="2743200" lvl="5" indent="-330200">
              <a:spcBef>
                <a:spcPts val="1000"/>
              </a:spcBef>
              <a:spcAft>
                <a:spcPts val="0"/>
              </a:spcAft>
              <a:buClr>
                <a:schemeClr val="dk1"/>
              </a:buClr>
              <a:buSzPts val="1600"/>
              <a:buChar char="•"/>
              <a:defRPr sz="1600">
                <a:solidFill>
                  <a:schemeClr val="dk1"/>
                </a:solidFill>
              </a:defRPr>
            </a:lvl6pPr>
            <a:lvl7pPr marL="3200400" lvl="6" indent="-330200">
              <a:spcBef>
                <a:spcPts val="1000"/>
              </a:spcBef>
              <a:spcAft>
                <a:spcPts val="0"/>
              </a:spcAft>
              <a:buClr>
                <a:schemeClr val="dk1"/>
              </a:buClr>
              <a:buSzPts val="1600"/>
              <a:buChar char="•"/>
              <a:defRPr sz="1600">
                <a:solidFill>
                  <a:schemeClr val="dk1"/>
                </a:solidFill>
              </a:defRPr>
            </a:lvl7pPr>
            <a:lvl8pPr marL="3657600" lvl="7" indent="-330200">
              <a:spcBef>
                <a:spcPts val="1000"/>
              </a:spcBef>
              <a:spcAft>
                <a:spcPts val="0"/>
              </a:spcAft>
              <a:buClr>
                <a:schemeClr val="dk1"/>
              </a:buClr>
              <a:buSzPts val="1600"/>
              <a:buChar char="•"/>
              <a:defRPr sz="1600">
                <a:solidFill>
                  <a:schemeClr val="dk1"/>
                </a:solidFill>
              </a:defRPr>
            </a:lvl8pPr>
            <a:lvl9pPr marL="4114800" lvl="8" indent="-330200">
              <a:spcBef>
                <a:spcPts val="1000"/>
              </a:spcBef>
              <a:spcAft>
                <a:spcPts val="1000"/>
              </a:spcAft>
              <a:buClr>
                <a:schemeClr val="dk1"/>
              </a:buClr>
              <a:buSzPts val="1600"/>
              <a:buChar char="•"/>
              <a:defRPr sz="1600">
                <a:solidFill>
                  <a:schemeClr val="dk1"/>
                </a:solidFill>
              </a:defRPr>
            </a:lvl9pPr>
          </a:lstStyle>
          <a:p/>
        </p:txBody>
      </p:sp>
      <p:sp>
        <p:nvSpPr>
          <p:cNvPr id="129" name="Google Shape;129;p31"/>
          <p:cNvSpPr txBox="1"/>
          <p:nvPr>
            <p:ph type="title"/>
          </p:nvPr>
        </p:nvSpPr>
        <p:spPr>
          <a:xfrm>
            <a:off x="457200" y="537750"/>
            <a:ext cx="5603400" cy="755700"/>
          </a:xfrm>
          <a:prstGeom prst="rect">
            <a:avLst/>
          </a:prstGeom>
        </p:spPr>
        <p:txBody>
          <a:bodyPr spcFirstLastPara="1" wrap="square" lIns="0" tIns="91425" rIns="0" bIns="91425" anchor="ctr"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3-section-3">
  <p:cSld name="CUSTOM_3_2_1_1_1_1_1_1">
    <p:bg>
      <p:bgPr>
        <a:solidFill>
          <a:schemeClr val="lt1"/>
        </a:solidFill>
        <a:effectLst/>
      </p:bgPr>
    </p:bg>
    <p:spTree>
      <p:nvGrpSpPr>
        <p:cNvPr id="130" name="Shape 130"/>
        <p:cNvGrpSpPr/>
        <p:nvPr/>
      </p:nvGrpSpPr>
      <p:grpSpPr>
        <a:xfrm>
          <a:off x="0" y="0"/>
          <a:ext cx="0" cy="0"/>
          <a:chOff x="0" y="0"/>
          <a:chExt cx="0" cy="0"/>
        </a:xfrm>
      </p:grpSpPr>
      <p:sp>
        <p:nvSpPr>
          <p:cNvPr id="131" name="Google Shape;131;p32"/>
          <p:cNvSpPr txBox="1"/>
          <p:nvPr>
            <p:ph type="body" idx="1"/>
          </p:nvPr>
        </p:nvSpPr>
        <p:spPr>
          <a:xfrm>
            <a:off x="2064350" y="1140000"/>
            <a:ext cx="5252100" cy="986100"/>
          </a:xfrm>
          <a:prstGeom prst="rect">
            <a:avLst/>
          </a:prstGeom>
          <a:noFill/>
          <a:ln>
            <a:noFill/>
          </a:ln>
        </p:spPr>
        <p:txBody>
          <a:bodyPr spcFirstLastPara="1" wrap="square" lIns="91425" tIns="91425" rIns="91425" bIns="91425" anchor="ctr" anchorCtr="0">
            <a:normAutofit/>
          </a:bodyPr>
          <a:lstStyle>
            <a:lvl1pPr marL="457200" lvl="0" indent="-304800">
              <a:spcBef>
                <a:spcPts val="0"/>
              </a:spcBef>
              <a:spcAft>
                <a:spcPts val="0"/>
              </a:spcAft>
              <a:buClr>
                <a:schemeClr val="dk1"/>
              </a:buClr>
              <a:buSzPts val="1200"/>
              <a:buChar char="•"/>
              <a:defRPr sz="1200">
                <a:solidFill>
                  <a:schemeClr val="dk1"/>
                </a:solidFill>
              </a:defRPr>
            </a:lvl1pPr>
            <a:lvl2pPr marL="914400" lvl="1" indent="-304800">
              <a:spcBef>
                <a:spcPts val="1000"/>
              </a:spcBef>
              <a:spcAft>
                <a:spcPts val="0"/>
              </a:spcAft>
              <a:buClr>
                <a:schemeClr val="dk1"/>
              </a:buClr>
              <a:buSzPts val="1200"/>
              <a:buChar char="•"/>
              <a:defRPr sz="1200">
                <a:solidFill>
                  <a:schemeClr val="dk1"/>
                </a:solidFill>
              </a:defRPr>
            </a:lvl2pPr>
            <a:lvl3pPr marL="1371600" lvl="2" indent="-304800">
              <a:spcBef>
                <a:spcPts val="1000"/>
              </a:spcBef>
              <a:spcAft>
                <a:spcPts val="0"/>
              </a:spcAft>
              <a:buClr>
                <a:schemeClr val="dk1"/>
              </a:buClr>
              <a:buSzPts val="1200"/>
              <a:buChar char="•"/>
              <a:defRPr sz="1200">
                <a:solidFill>
                  <a:schemeClr val="dk1"/>
                </a:solidFill>
              </a:defRPr>
            </a:lvl3pPr>
            <a:lvl4pPr marL="1828800" lvl="3" indent="-304800">
              <a:spcBef>
                <a:spcPts val="1000"/>
              </a:spcBef>
              <a:spcAft>
                <a:spcPts val="0"/>
              </a:spcAft>
              <a:buClr>
                <a:schemeClr val="dk1"/>
              </a:buClr>
              <a:buSzPts val="1200"/>
              <a:buChar char="•"/>
              <a:defRPr sz="1200">
                <a:solidFill>
                  <a:schemeClr val="dk1"/>
                </a:solidFill>
              </a:defRPr>
            </a:lvl4pPr>
            <a:lvl5pPr marL="2286000" lvl="4" indent="-304800">
              <a:spcBef>
                <a:spcPts val="1000"/>
              </a:spcBef>
              <a:spcAft>
                <a:spcPts val="0"/>
              </a:spcAft>
              <a:buClr>
                <a:schemeClr val="dk1"/>
              </a:buClr>
              <a:buSzPts val="1200"/>
              <a:buChar char="•"/>
              <a:defRPr sz="1200">
                <a:solidFill>
                  <a:schemeClr val="dk1"/>
                </a:solidFill>
              </a:defRPr>
            </a:lvl5pPr>
            <a:lvl6pPr marL="2743200" lvl="5" indent="-304800">
              <a:spcBef>
                <a:spcPts val="1000"/>
              </a:spcBef>
              <a:spcAft>
                <a:spcPts val="0"/>
              </a:spcAft>
              <a:buClr>
                <a:schemeClr val="dk1"/>
              </a:buClr>
              <a:buSzPts val="1200"/>
              <a:buChar char="•"/>
              <a:defRPr sz="1200">
                <a:solidFill>
                  <a:schemeClr val="dk1"/>
                </a:solidFill>
              </a:defRPr>
            </a:lvl6pPr>
            <a:lvl7pPr marL="3200400" lvl="6" indent="-304800">
              <a:spcBef>
                <a:spcPts val="1000"/>
              </a:spcBef>
              <a:spcAft>
                <a:spcPts val="0"/>
              </a:spcAft>
              <a:buClr>
                <a:schemeClr val="dk1"/>
              </a:buClr>
              <a:buSzPts val="1200"/>
              <a:buChar char="•"/>
              <a:defRPr sz="1200">
                <a:solidFill>
                  <a:schemeClr val="dk1"/>
                </a:solidFill>
              </a:defRPr>
            </a:lvl7pPr>
            <a:lvl8pPr marL="3657600" lvl="7" indent="-304800">
              <a:spcBef>
                <a:spcPts val="1000"/>
              </a:spcBef>
              <a:spcAft>
                <a:spcPts val="0"/>
              </a:spcAft>
              <a:buClr>
                <a:schemeClr val="dk1"/>
              </a:buClr>
              <a:buSzPts val="1200"/>
              <a:buChar char="•"/>
              <a:defRPr sz="1200">
                <a:solidFill>
                  <a:schemeClr val="dk1"/>
                </a:solidFill>
              </a:defRPr>
            </a:lvl8pPr>
            <a:lvl9pPr marL="4114800" lvl="8" indent="-304800">
              <a:spcBef>
                <a:spcPts val="1000"/>
              </a:spcBef>
              <a:spcAft>
                <a:spcPts val="1000"/>
              </a:spcAft>
              <a:buClr>
                <a:schemeClr val="dk1"/>
              </a:buClr>
              <a:buSzPts val="1200"/>
              <a:buChar char="•"/>
              <a:defRPr sz="1200">
                <a:solidFill>
                  <a:schemeClr val="dk1"/>
                </a:solidFill>
              </a:defRPr>
            </a:lvl9pPr>
          </a:lstStyle>
          <a:p/>
        </p:txBody>
      </p:sp>
      <p:sp>
        <p:nvSpPr>
          <p:cNvPr id="132" name="Google Shape;132;p32"/>
          <p:cNvSpPr txBox="1"/>
          <p:nvPr>
            <p:ph type="body" idx="2"/>
          </p:nvPr>
        </p:nvSpPr>
        <p:spPr>
          <a:xfrm>
            <a:off x="2064350" y="2361288"/>
            <a:ext cx="5252100" cy="986100"/>
          </a:xfrm>
          <a:prstGeom prst="rect">
            <a:avLst/>
          </a:prstGeom>
          <a:noFill/>
          <a:ln>
            <a:noFill/>
          </a:ln>
        </p:spPr>
        <p:txBody>
          <a:bodyPr spcFirstLastPara="1" wrap="square" lIns="91425" tIns="91425" rIns="91425" bIns="91425" anchor="ctr" anchorCtr="0">
            <a:normAutofit/>
          </a:bodyPr>
          <a:lstStyle>
            <a:lvl1pPr marL="457200" lvl="0" indent="-304800">
              <a:spcBef>
                <a:spcPts val="0"/>
              </a:spcBef>
              <a:spcAft>
                <a:spcPts val="0"/>
              </a:spcAft>
              <a:buClr>
                <a:schemeClr val="dk1"/>
              </a:buClr>
              <a:buSzPts val="1200"/>
              <a:buChar char="•"/>
              <a:defRPr sz="1200">
                <a:solidFill>
                  <a:schemeClr val="dk1"/>
                </a:solidFill>
              </a:defRPr>
            </a:lvl1pPr>
            <a:lvl2pPr marL="914400" lvl="1" indent="-304800">
              <a:spcBef>
                <a:spcPts val="1000"/>
              </a:spcBef>
              <a:spcAft>
                <a:spcPts val="0"/>
              </a:spcAft>
              <a:buClr>
                <a:schemeClr val="dk1"/>
              </a:buClr>
              <a:buSzPts val="1200"/>
              <a:buChar char="•"/>
              <a:defRPr sz="1200">
                <a:solidFill>
                  <a:schemeClr val="dk1"/>
                </a:solidFill>
              </a:defRPr>
            </a:lvl2pPr>
            <a:lvl3pPr marL="1371600" lvl="2" indent="-304800">
              <a:spcBef>
                <a:spcPts val="1000"/>
              </a:spcBef>
              <a:spcAft>
                <a:spcPts val="0"/>
              </a:spcAft>
              <a:buClr>
                <a:schemeClr val="dk1"/>
              </a:buClr>
              <a:buSzPts val="1200"/>
              <a:buChar char="•"/>
              <a:defRPr sz="1200">
                <a:solidFill>
                  <a:schemeClr val="dk1"/>
                </a:solidFill>
              </a:defRPr>
            </a:lvl3pPr>
            <a:lvl4pPr marL="1828800" lvl="3" indent="-304800">
              <a:spcBef>
                <a:spcPts val="1000"/>
              </a:spcBef>
              <a:spcAft>
                <a:spcPts val="0"/>
              </a:spcAft>
              <a:buClr>
                <a:schemeClr val="dk1"/>
              </a:buClr>
              <a:buSzPts val="1200"/>
              <a:buChar char="•"/>
              <a:defRPr sz="1200">
                <a:solidFill>
                  <a:schemeClr val="dk1"/>
                </a:solidFill>
              </a:defRPr>
            </a:lvl4pPr>
            <a:lvl5pPr marL="2286000" lvl="4" indent="-304800">
              <a:spcBef>
                <a:spcPts val="1000"/>
              </a:spcBef>
              <a:spcAft>
                <a:spcPts val="0"/>
              </a:spcAft>
              <a:buClr>
                <a:schemeClr val="dk1"/>
              </a:buClr>
              <a:buSzPts val="1200"/>
              <a:buChar char="•"/>
              <a:defRPr sz="1200">
                <a:solidFill>
                  <a:schemeClr val="dk1"/>
                </a:solidFill>
              </a:defRPr>
            </a:lvl5pPr>
            <a:lvl6pPr marL="2743200" lvl="5" indent="-304800">
              <a:spcBef>
                <a:spcPts val="1000"/>
              </a:spcBef>
              <a:spcAft>
                <a:spcPts val="0"/>
              </a:spcAft>
              <a:buClr>
                <a:schemeClr val="dk1"/>
              </a:buClr>
              <a:buSzPts val="1200"/>
              <a:buChar char="•"/>
              <a:defRPr sz="1200">
                <a:solidFill>
                  <a:schemeClr val="dk1"/>
                </a:solidFill>
              </a:defRPr>
            </a:lvl6pPr>
            <a:lvl7pPr marL="3200400" lvl="6" indent="-304800">
              <a:spcBef>
                <a:spcPts val="1000"/>
              </a:spcBef>
              <a:spcAft>
                <a:spcPts val="0"/>
              </a:spcAft>
              <a:buClr>
                <a:schemeClr val="dk1"/>
              </a:buClr>
              <a:buSzPts val="1200"/>
              <a:buChar char="•"/>
              <a:defRPr sz="1200">
                <a:solidFill>
                  <a:schemeClr val="dk1"/>
                </a:solidFill>
              </a:defRPr>
            </a:lvl7pPr>
            <a:lvl8pPr marL="3657600" lvl="7" indent="-304800">
              <a:spcBef>
                <a:spcPts val="1000"/>
              </a:spcBef>
              <a:spcAft>
                <a:spcPts val="0"/>
              </a:spcAft>
              <a:buClr>
                <a:schemeClr val="dk1"/>
              </a:buClr>
              <a:buSzPts val="1200"/>
              <a:buChar char="•"/>
              <a:defRPr sz="1200">
                <a:solidFill>
                  <a:schemeClr val="dk1"/>
                </a:solidFill>
              </a:defRPr>
            </a:lvl8pPr>
            <a:lvl9pPr marL="4114800" lvl="8" indent="-304800">
              <a:spcBef>
                <a:spcPts val="1000"/>
              </a:spcBef>
              <a:spcAft>
                <a:spcPts val="1000"/>
              </a:spcAft>
              <a:buClr>
                <a:schemeClr val="dk1"/>
              </a:buClr>
              <a:buSzPts val="1200"/>
              <a:buChar char="•"/>
              <a:defRPr sz="1200">
                <a:solidFill>
                  <a:schemeClr val="dk1"/>
                </a:solidFill>
              </a:defRPr>
            </a:lvl9pPr>
          </a:lstStyle>
          <a:p/>
        </p:txBody>
      </p:sp>
      <p:sp>
        <p:nvSpPr>
          <p:cNvPr id="133" name="Google Shape;133;p32"/>
          <p:cNvSpPr txBox="1"/>
          <p:nvPr>
            <p:ph type="subTitle" idx="3"/>
          </p:nvPr>
        </p:nvSpPr>
        <p:spPr>
          <a:xfrm>
            <a:off x="457200" y="1140100"/>
            <a:ext cx="1404000" cy="986100"/>
          </a:xfrm>
          <a:prstGeom prst="rect">
            <a:avLst/>
          </a:prstGeom>
        </p:spPr>
        <p:txBody>
          <a:bodyPr spcFirstLastPara="1" wrap="square" lIns="91425" tIns="91425" rIns="91425" bIns="91425" anchor="ctr" anchorCtr="0">
            <a:normAutofit/>
          </a:bodyPr>
          <a:lstStyle>
            <a:lvl1pPr marL="0" marR="0" lvl="0" indent="0" algn="l">
              <a:lnSpc>
                <a:spcPct val="105000"/>
              </a:lnSpc>
              <a:spcBef>
                <a:spcPts val="0"/>
              </a:spcBef>
              <a:spcAft>
                <a:spcPts val="0"/>
              </a:spcAft>
              <a:buNone/>
              <a:defRPr sz="14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400"/>
              <a:buNone/>
              <a:defRPr/>
            </a:lvl2pPr>
            <a:lvl3pPr lvl="2">
              <a:spcBef>
                <a:spcPts val="800"/>
              </a:spcBef>
              <a:spcAft>
                <a:spcPts val="0"/>
              </a:spcAft>
              <a:buSzPts val="1400"/>
              <a:buNone/>
              <a:defRPr/>
            </a:lvl3pPr>
            <a:lvl4pPr lvl="3">
              <a:spcBef>
                <a:spcPts val="800"/>
              </a:spcBef>
              <a:spcAft>
                <a:spcPts val="0"/>
              </a:spcAft>
              <a:buSzPts val="1400"/>
              <a:buNone/>
              <a:defRPr/>
            </a:lvl4pPr>
            <a:lvl5pPr lvl="4">
              <a:spcBef>
                <a:spcPts val="800"/>
              </a:spcBef>
              <a:spcAft>
                <a:spcPts val="0"/>
              </a:spcAft>
              <a:buSzPts val="1400"/>
              <a:buNone/>
              <a:defRPr/>
            </a:lvl5pPr>
            <a:lvl6pPr lvl="5">
              <a:spcBef>
                <a:spcPts val="800"/>
              </a:spcBef>
              <a:spcAft>
                <a:spcPts val="0"/>
              </a:spcAft>
              <a:buSzPts val="1400"/>
              <a:buNone/>
              <a:defRPr/>
            </a:lvl6pPr>
            <a:lvl7pPr lvl="6">
              <a:spcBef>
                <a:spcPts val="800"/>
              </a:spcBef>
              <a:spcAft>
                <a:spcPts val="0"/>
              </a:spcAft>
              <a:buSzPts val="1400"/>
              <a:buNone/>
              <a:defRPr/>
            </a:lvl7pPr>
            <a:lvl8pPr lvl="7">
              <a:spcBef>
                <a:spcPts val="800"/>
              </a:spcBef>
              <a:spcAft>
                <a:spcPts val="0"/>
              </a:spcAft>
              <a:buSzPts val="1400"/>
              <a:buNone/>
              <a:defRPr/>
            </a:lvl8pPr>
            <a:lvl9pPr lvl="8">
              <a:spcBef>
                <a:spcPts val="800"/>
              </a:spcBef>
              <a:spcAft>
                <a:spcPts val="800"/>
              </a:spcAft>
              <a:buSzPts val="1400"/>
              <a:buNone/>
              <a:defRPr/>
            </a:lvl9pPr>
          </a:lstStyle>
          <a:p/>
        </p:txBody>
      </p:sp>
      <p:sp>
        <p:nvSpPr>
          <p:cNvPr id="134" name="Google Shape;134;p32"/>
          <p:cNvSpPr txBox="1"/>
          <p:nvPr>
            <p:ph type="subTitle" idx="4"/>
          </p:nvPr>
        </p:nvSpPr>
        <p:spPr>
          <a:xfrm>
            <a:off x="457200" y="2361338"/>
            <a:ext cx="1404000" cy="986100"/>
          </a:xfrm>
          <a:prstGeom prst="rect">
            <a:avLst/>
          </a:prstGeom>
        </p:spPr>
        <p:txBody>
          <a:bodyPr spcFirstLastPara="1" wrap="square" lIns="91425" tIns="91425" rIns="91425" bIns="91425" anchor="ctr" anchorCtr="0">
            <a:normAutofit/>
          </a:bodyPr>
          <a:lstStyle>
            <a:lvl1pPr marL="0" marR="0" lvl="0" indent="0" algn="l">
              <a:lnSpc>
                <a:spcPct val="105000"/>
              </a:lnSpc>
              <a:spcBef>
                <a:spcPts val="0"/>
              </a:spcBef>
              <a:spcAft>
                <a:spcPts val="0"/>
              </a:spcAft>
              <a:buNone/>
              <a:defRPr sz="14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400"/>
              <a:buNone/>
              <a:defRPr/>
            </a:lvl2pPr>
            <a:lvl3pPr lvl="2">
              <a:spcBef>
                <a:spcPts val="800"/>
              </a:spcBef>
              <a:spcAft>
                <a:spcPts val="0"/>
              </a:spcAft>
              <a:buSzPts val="1400"/>
              <a:buNone/>
              <a:defRPr/>
            </a:lvl3pPr>
            <a:lvl4pPr lvl="3">
              <a:spcBef>
                <a:spcPts val="800"/>
              </a:spcBef>
              <a:spcAft>
                <a:spcPts val="0"/>
              </a:spcAft>
              <a:buSzPts val="1400"/>
              <a:buNone/>
              <a:defRPr/>
            </a:lvl4pPr>
            <a:lvl5pPr lvl="4">
              <a:spcBef>
                <a:spcPts val="800"/>
              </a:spcBef>
              <a:spcAft>
                <a:spcPts val="0"/>
              </a:spcAft>
              <a:buSzPts val="1400"/>
              <a:buNone/>
              <a:defRPr/>
            </a:lvl5pPr>
            <a:lvl6pPr lvl="5">
              <a:spcBef>
                <a:spcPts val="800"/>
              </a:spcBef>
              <a:spcAft>
                <a:spcPts val="0"/>
              </a:spcAft>
              <a:buSzPts val="1400"/>
              <a:buNone/>
              <a:defRPr/>
            </a:lvl6pPr>
            <a:lvl7pPr lvl="6">
              <a:spcBef>
                <a:spcPts val="800"/>
              </a:spcBef>
              <a:spcAft>
                <a:spcPts val="0"/>
              </a:spcAft>
              <a:buSzPts val="1400"/>
              <a:buNone/>
              <a:defRPr/>
            </a:lvl7pPr>
            <a:lvl8pPr lvl="7">
              <a:spcBef>
                <a:spcPts val="800"/>
              </a:spcBef>
              <a:spcAft>
                <a:spcPts val="0"/>
              </a:spcAft>
              <a:buSzPts val="1400"/>
              <a:buNone/>
              <a:defRPr/>
            </a:lvl8pPr>
            <a:lvl9pPr lvl="8">
              <a:spcBef>
                <a:spcPts val="800"/>
              </a:spcBef>
              <a:spcAft>
                <a:spcPts val="800"/>
              </a:spcAft>
              <a:buSzPts val="1400"/>
              <a:buNone/>
              <a:defRPr/>
            </a:lvl9pPr>
          </a:lstStyle>
          <a:p/>
        </p:txBody>
      </p:sp>
      <p:sp>
        <p:nvSpPr>
          <p:cNvPr id="135" name="Google Shape;135;p32"/>
          <p:cNvSpPr txBox="1"/>
          <p:nvPr>
            <p:ph type="subTitle" idx="5"/>
          </p:nvPr>
        </p:nvSpPr>
        <p:spPr>
          <a:xfrm>
            <a:off x="457200" y="3582600"/>
            <a:ext cx="1404000" cy="986100"/>
          </a:xfrm>
          <a:prstGeom prst="rect">
            <a:avLst/>
          </a:prstGeom>
        </p:spPr>
        <p:txBody>
          <a:bodyPr spcFirstLastPara="1" wrap="square" lIns="91425" tIns="91425" rIns="91425" bIns="91425" anchor="ctr" anchorCtr="0">
            <a:normAutofit/>
          </a:bodyPr>
          <a:lstStyle>
            <a:lvl1pPr marL="0" marR="0" lvl="0" indent="0" algn="l">
              <a:lnSpc>
                <a:spcPct val="105000"/>
              </a:lnSpc>
              <a:spcBef>
                <a:spcPts val="0"/>
              </a:spcBef>
              <a:spcAft>
                <a:spcPts val="0"/>
              </a:spcAft>
              <a:buNone/>
              <a:defRPr sz="14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400"/>
              <a:buNone/>
              <a:defRPr/>
            </a:lvl2pPr>
            <a:lvl3pPr lvl="2">
              <a:spcBef>
                <a:spcPts val="800"/>
              </a:spcBef>
              <a:spcAft>
                <a:spcPts val="0"/>
              </a:spcAft>
              <a:buSzPts val="1400"/>
              <a:buNone/>
              <a:defRPr/>
            </a:lvl3pPr>
            <a:lvl4pPr lvl="3">
              <a:spcBef>
                <a:spcPts val="800"/>
              </a:spcBef>
              <a:spcAft>
                <a:spcPts val="0"/>
              </a:spcAft>
              <a:buSzPts val="1400"/>
              <a:buNone/>
              <a:defRPr/>
            </a:lvl4pPr>
            <a:lvl5pPr lvl="4">
              <a:spcBef>
                <a:spcPts val="800"/>
              </a:spcBef>
              <a:spcAft>
                <a:spcPts val="0"/>
              </a:spcAft>
              <a:buSzPts val="1400"/>
              <a:buNone/>
              <a:defRPr/>
            </a:lvl5pPr>
            <a:lvl6pPr lvl="5">
              <a:spcBef>
                <a:spcPts val="800"/>
              </a:spcBef>
              <a:spcAft>
                <a:spcPts val="0"/>
              </a:spcAft>
              <a:buSzPts val="1400"/>
              <a:buNone/>
              <a:defRPr/>
            </a:lvl6pPr>
            <a:lvl7pPr lvl="6">
              <a:spcBef>
                <a:spcPts val="800"/>
              </a:spcBef>
              <a:spcAft>
                <a:spcPts val="0"/>
              </a:spcAft>
              <a:buSzPts val="1400"/>
              <a:buNone/>
              <a:defRPr/>
            </a:lvl7pPr>
            <a:lvl8pPr lvl="7">
              <a:spcBef>
                <a:spcPts val="800"/>
              </a:spcBef>
              <a:spcAft>
                <a:spcPts val="0"/>
              </a:spcAft>
              <a:buSzPts val="1400"/>
              <a:buNone/>
              <a:defRPr/>
            </a:lvl8pPr>
            <a:lvl9pPr lvl="8">
              <a:spcBef>
                <a:spcPts val="800"/>
              </a:spcBef>
              <a:spcAft>
                <a:spcPts val="800"/>
              </a:spcAft>
              <a:buSzPts val="1400"/>
              <a:buNone/>
              <a:defRPr/>
            </a:lvl9pPr>
          </a:lstStyle>
          <a:p/>
        </p:txBody>
      </p:sp>
      <p:sp>
        <p:nvSpPr>
          <p:cNvPr id="136" name="Google Shape;136;p32"/>
          <p:cNvSpPr txBox="1"/>
          <p:nvPr>
            <p:ph type="title"/>
          </p:nvPr>
        </p:nvSpPr>
        <p:spPr>
          <a:xfrm>
            <a:off x="457200" y="445025"/>
            <a:ext cx="8229600" cy="572700"/>
          </a:xfrm>
          <a:prstGeom prst="rect">
            <a:avLst/>
          </a:prstGeom>
        </p:spPr>
        <p:txBody>
          <a:bodyPr spcFirstLastPara="1" wrap="square" lIns="0" tIns="91425" rIns="0" bIns="91425" anchor="ctr" anchorCtr="0">
            <a:normAutofit/>
          </a:bodyPr>
          <a:lstStyle>
            <a:lvl1pPr lvl="0">
              <a:spcBef>
                <a:spcPts val="0"/>
              </a:spcBef>
              <a:spcAft>
                <a:spcPts val="0"/>
              </a:spcAft>
              <a:buSzPts val="2400"/>
              <a:buFont typeface="Hanken Grotesk"/>
              <a:buNone/>
              <a:defRPr b="1">
                <a:latin typeface="Hanken Grotesk"/>
                <a:ea typeface="Hanken Grotesk"/>
                <a:cs typeface="Hanken Grotesk"/>
                <a:sym typeface="Hanken Grotesk"/>
              </a:defRPr>
            </a:lvl1pPr>
            <a:lvl2pPr lvl="1">
              <a:spcBef>
                <a:spcPts val="0"/>
              </a:spcBef>
              <a:spcAft>
                <a:spcPts val="0"/>
              </a:spcAft>
              <a:buSzPts val="2400"/>
              <a:buFont typeface="Hanken Grotesk"/>
              <a:buNone/>
              <a:defRPr b="1">
                <a:latin typeface="Hanken Grotesk"/>
                <a:ea typeface="Hanken Grotesk"/>
                <a:cs typeface="Hanken Grotesk"/>
                <a:sym typeface="Hanken Grotesk"/>
              </a:defRPr>
            </a:lvl2pPr>
            <a:lvl3pPr lvl="2">
              <a:spcBef>
                <a:spcPts val="0"/>
              </a:spcBef>
              <a:spcAft>
                <a:spcPts val="0"/>
              </a:spcAft>
              <a:buSzPts val="2400"/>
              <a:buFont typeface="Hanken Grotesk"/>
              <a:buNone/>
              <a:defRPr b="1">
                <a:latin typeface="Hanken Grotesk"/>
                <a:ea typeface="Hanken Grotesk"/>
                <a:cs typeface="Hanken Grotesk"/>
                <a:sym typeface="Hanken Grotesk"/>
              </a:defRPr>
            </a:lvl3pPr>
            <a:lvl4pPr lvl="3">
              <a:spcBef>
                <a:spcPts val="0"/>
              </a:spcBef>
              <a:spcAft>
                <a:spcPts val="0"/>
              </a:spcAft>
              <a:buSzPts val="2400"/>
              <a:buFont typeface="Hanken Grotesk"/>
              <a:buNone/>
              <a:defRPr b="1">
                <a:latin typeface="Hanken Grotesk"/>
                <a:ea typeface="Hanken Grotesk"/>
                <a:cs typeface="Hanken Grotesk"/>
                <a:sym typeface="Hanken Grotesk"/>
              </a:defRPr>
            </a:lvl4pPr>
            <a:lvl5pPr lvl="4">
              <a:spcBef>
                <a:spcPts val="0"/>
              </a:spcBef>
              <a:spcAft>
                <a:spcPts val="0"/>
              </a:spcAft>
              <a:buSzPts val="2400"/>
              <a:buFont typeface="Hanken Grotesk"/>
              <a:buNone/>
              <a:defRPr b="1">
                <a:latin typeface="Hanken Grotesk"/>
                <a:ea typeface="Hanken Grotesk"/>
                <a:cs typeface="Hanken Grotesk"/>
                <a:sym typeface="Hanken Grotesk"/>
              </a:defRPr>
            </a:lvl5pPr>
            <a:lvl6pPr lvl="5">
              <a:spcBef>
                <a:spcPts val="0"/>
              </a:spcBef>
              <a:spcAft>
                <a:spcPts val="0"/>
              </a:spcAft>
              <a:buSzPts val="2400"/>
              <a:buFont typeface="Hanken Grotesk"/>
              <a:buNone/>
              <a:defRPr b="1">
                <a:latin typeface="Hanken Grotesk"/>
                <a:ea typeface="Hanken Grotesk"/>
                <a:cs typeface="Hanken Grotesk"/>
                <a:sym typeface="Hanken Grotesk"/>
              </a:defRPr>
            </a:lvl6pPr>
            <a:lvl7pPr lvl="6">
              <a:spcBef>
                <a:spcPts val="0"/>
              </a:spcBef>
              <a:spcAft>
                <a:spcPts val="0"/>
              </a:spcAft>
              <a:buSzPts val="2400"/>
              <a:buFont typeface="Hanken Grotesk"/>
              <a:buNone/>
              <a:defRPr b="1">
                <a:latin typeface="Hanken Grotesk"/>
                <a:ea typeface="Hanken Grotesk"/>
                <a:cs typeface="Hanken Grotesk"/>
                <a:sym typeface="Hanken Grotesk"/>
              </a:defRPr>
            </a:lvl7pPr>
            <a:lvl8pPr lvl="7">
              <a:spcBef>
                <a:spcPts val="0"/>
              </a:spcBef>
              <a:spcAft>
                <a:spcPts val="0"/>
              </a:spcAft>
              <a:buSzPts val="2400"/>
              <a:buFont typeface="Hanken Grotesk"/>
              <a:buNone/>
              <a:defRPr b="1">
                <a:latin typeface="Hanken Grotesk"/>
                <a:ea typeface="Hanken Grotesk"/>
                <a:cs typeface="Hanken Grotesk"/>
                <a:sym typeface="Hanken Grotesk"/>
              </a:defRPr>
            </a:lvl8pPr>
            <a:lvl9pPr lvl="8">
              <a:spcBef>
                <a:spcPts val="0"/>
              </a:spcBef>
              <a:spcAft>
                <a:spcPts val="0"/>
              </a:spcAft>
              <a:buSzPts val="2400"/>
              <a:buFont typeface="Hanken Grotesk"/>
              <a:buNone/>
              <a:defRPr b="1">
                <a:latin typeface="Hanken Grotesk"/>
                <a:ea typeface="Hanken Grotesk"/>
                <a:cs typeface="Hanken Grotesk"/>
                <a:sym typeface="Hanken Grotesk"/>
              </a:defRPr>
            </a:lvl9pPr>
          </a:lstStyle>
          <a:p/>
        </p:txBody>
      </p:sp>
      <p:sp>
        <p:nvSpPr>
          <p:cNvPr id="137" name="Google Shape;137;p32"/>
          <p:cNvSpPr txBox="1"/>
          <p:nvPr>
            <p:ph type="body" idx="6"/>
          </p:nvPr>
        </p:nvSpPr>
        <p:spPr>
          <a:xfrm>
            <a:off x="2064350" y="3582588"/>
            <a:ext cx="5252100" cy="986100"/>
          </a:xfrm>
          <a:prstGeom prst="rect">
            <a:avLst/>
          </a:prstGeom>
          <a:noFill/>
          <a:ln>
            <a:noFill/>
          </a:ln>
        </p:spPr>
        <p:txBody>
          <a:bodyPr spcFirstLastPara="1" wrap="square" lIns="91425" tIns="91425" rIns="91425" bIns="91425" anchor="ctr" anchorCtr="0">
            <a:normAutofit/>
          </a:bodyPr>
          <a:lstStyle>
            <a:lvl1pPr marL="457200" lvl="0" indent="-304800">
              <a:spcBef>
                <a:spcPts val="0"/>
              </a:spcBef>
              <a:spcAft>
                <a:spcPts val="0"/>
              </a:spcAft>
              <a:buClr>
                <a:schemeClr val="dk1"/>
              </a:buClr>
              <a:buSzPts val="1200"/>
              <a:buChar char="•"/>
              <a:defRPr sz="1200">
                <a:solidFill>
                  <a:schemeClr val="dk1"/>
                </a:solidFill>
              </a:defRPr>
            </a:lvl1pPr>
            <a:lvl2pPr marL="914400" lvl="1" indent="-304800">
              <a:spcBef>
                <a:spcPts val="1000"/>
              </a:spcBef>
              <a:spcAft>
                <a:spcPts val="0"/>
              </a:spcAft>
              <a:buClr>
                <a:schemeClr val="dk1"/>
              </a:buClr>
              <a:buSzPts val="1200"/>
              <a:buChar char="•"/>
              <a:defRPr sz="1200">
                <a:solidFill>
                  <a:schemeClr val="dk1"/>
                </a:solidFill>
              </a:defRPr>
            </a:lvl2pPr>
            <a:lvl3pPr marL="1371600" lvl="2" indent="-304800">
              <a:spcBef>
                <a:spcPts val="1000"/>
              </a:spcBef>
              <a:spcAft>
                <a:spcPts val="0"/>
              </a:spcAft>
              <a:buClr>
                <a:schemeClr val="dk1"/>
              </a:buClr>
              <a:buSzPts val="1200"/>
              <a:buChar char="•"/>
              <a:defRPr sz="1200">
                <a:solidFill>
                  <a:schemeClr val="dk1"/>
                </a:solidFill>
              </a:defRPr>
            </a:lvl3pPr>
            <a:lvl4pPr marL="1828800" lvl="3" indent="-304800">
              <a:spcBef>
                <a:spcPts val="1000"/>
              </a:spcBef>
              <a:spcAft>
                <a:spcPts val="0"/>
              </a:spcAft>
              <a:buClr>
                <a:schemeClr val="dk1"/>
              </a:buClr>
              <a:buSzPts val="1200"/>
              <a:buChar char="•"/>
              <a:defRPr sz="1200">
                <a:solidFill>
                  <a:schemeClr val="dk1"/>
                </a:solidFill>
              </a:defRPr>
            </a:lvl4pPr>
            <a:lvl5pPr marL="2286000" lvl="4" indent="-304800">
              <a:spcBef>
                <a:spcPts val="1000"/>
              </a:spcBef>
              <a:spcAft>
                <a:spcPts val="0"/>
              </a:spcAft>
              <a:buClr>
                <a:schemeClr val="dk1"/>
              </a:buClr>
              <a:buSzPts val="1200"/>
              <a:buChar char="•"/>
              <a:defRPr sz="1200">
                <a:solidFill>
                  <a:schemeClr val="dk1"/>
                </a:solidFill>
              </a:defRPr>
            </a:lvl5pPr>
            <a:lvl6pPr marL="2743200" lvl="5" indent="-304800">
              <a:spcBef>
                <a:spcPts val="1000"/>
              </a:spcBef>
              <a:spcAft>
                <a:spcPts val="0"/>
              </a:spcAft>
              <a:buClr>
                <a:schemeClr val="dk1"/>
              </a:buClr>
              <a:buSzPts val="1200"/>
              <a:buChar char="•"/>
              <a:defRPr sz="1200">
                <a:solidFill>
                  <a:schemeClr val="dk1"/>
                </a:solidFill>
              </a:defRPr>
            </a:lvl6pPr>
            <a:lvl7pPr marL="3200400" lvl="6" indent="-304800">
              <a:spcBef>
                <a:spcPts val="1000"/>
              </a:spcBef>
              <a:spcAft>
                <a:spcPts val="0"/>
              </a:spcAft>
              <a:buClr>
                <a:schemeClr val="dk1"/>
              </a:buClr>
              <a:buSzPts val="1200"/>
              <a:buChar char="•"/>
              <a:defRPr sz="1200">
                <a:solidFill>
                  <a:schemeClr val="dk1"/>
                </a:solidFill>
              </a:defRPr>
            </a:lvl7pPr>
            <a:lvl8pPr marL="3657600" lvl="7" indent="-304800">
              <a:spcBef>
                <a:spcPts val="1000"/>
              </a:spcBef>
              <a:spcAft>
                <a:spcPts val="0"/>
              </a:spcAft>
              <a:buClr>
                <a:schemeClr val="dk1"/>
              </a:buClr>
              <a:buSzPts val="1200"/>
              <a:buChar char="•"/>
              <a:defRPr sz="1200">
                <a:solidFill>
                  <a:schemeClr val="dk1"/>
                </a:solidFill>
              </a:defRPr>
            </a:lvl8pPr>
            <a:lvl9pPr marL="4114800" lvl="8" indent="-304800">
              <a:spcBef>
                <a:spcPts val="1000"/>
              </a:spcBef>
              <a:spcAft>
                <a:spcPts val="1000"/>
              </a:spcAft>
              <a:buClr>
                <a:schemeClr val="dk1"/>
              </a:buClr>
              <a:buSzPts val="1200"/>
              <a:buChar char="•"/>
              <a:defRPr sz="1200">
                <a:solidFill>
                  <a:schemeClr val="dk1"/>
                </a:solidFill>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body 3">
  <p:cSld name="TITLE_AND_BODY_4">
    <p:spTree>
      <p:nvGrpSpPr>
        <p:cNvPr id="138" name="Shape 138"/>
        <p:cNvGrpSpPr/>
        <p:nvPr/>
      </p:nvGrpSpPr>
      <p:grpSpPr>
        <a:xfrm>
          <a:off x="0" y="0"/>
          <a:ext cx="0" cy="0"/>
          <a:chOff x="0" y="0"/>
          <a:chExt cx="0" cy="0"/>
        </a:xfrm>
      </p:grpSpPr>
      <p:sp>
        <p:nvSpPr>
          <p:cNvPr id="139" name="Google Shape;139;p33"/>
          <p:cNvSpPr txBox="1"/>
          <p:nvPr>
            <p:ph type="subTitle" idx="1"/>
          </p:nvPr>
        </p:nvSpPr>
        <p:spPr>
          <a:xfrm>
            <a:off x="457200" y="346600"/>
            <a:ext cx="1824900" cy="217200"/>
          </a:xfrm>
          <a:prstGeom prst="rect">
            <a:avLst/>
          </a:prstGeom>
        </p:spPr>
        <p:txBody>
          <a:bodyPr spcFirstLastPara="1" wrap="square" lIns="0" tIns="0" rIns="0" bIns="0" anchor="ctr" anchorCtr="0">
            <a:normAutofit/>
          </a:bodyPr>
          <a:lstStyle>
            <a:lvl1pPr lvl="0">
              <a:spcBef>
                <a:spcPts val="0"/>
              </a:spcBef>
              <a:spcAft>
                <a:spcPts val="0"/>
              </a:spcAft>
              <a:buClr>
                <a:schemeClr val="dk1"/>
              </a:buClr>
              <a:buSzPts val="1400"/>
              <a:buNone/>
              <a:defRPr sz="800"/>
            </a:lvl1pPr>
            <a:lvl2pPr lvl="1">
              <a:spcBef>
                <a:spcPts val="0"/>
              </a:spcBef>
              <a:spcAft>
                <a:spcPts val="0"/>
              </a:spcAft>
              <a:buClr>
                <a:schemeClr val="dk1"/>
              </a:buClr>
              <a:buSzPts val="1400"/>
              <a:buNone/>
              <a:defRPr/>
            </a:lvl2pPr>
            <a:lvl3pPr lvl="2">
              <a:spcBef>
                <a:spcPts val="0"/>
              </a:spcBef>
              <a:spcAft>
                <a:spcPts val="0"/>
              </a:spcAft>
              <a:buClr>
                <a:schemeClr val="dk1"/>
              </a:buClr>
              <a:buSzPts val="1400"/>
              <a:buNone/>
              <a:defRPr/>
            </a:lvl3pPr>
            <a:lvl4pPr lvl="3">
              <a:spcBef>
                <a:spcPts val="0"/>
              </a:spcBef>
              <a:spcAft>
                <a:spcPts val="0"/>
              </a:spcAft>
              <a:buClr>
                <a:schemeClr val="dk1"/>
              </a:buClr>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0" name="Google Shape;140;p33"/>
          <p:cNvSpPr txBox="1"/>
          <p:nvPr>
            <p:ph type="title"/>
          </p:nvPr>
        </p:nvSpPr>
        <p:spPr>
          <a:xfrm>
            <a:off x="457200" y="342900"/>
            <a:ext cx="7782900" cy="572700"/>
          </a:xfrm>
          <a:prstGeom prst="rect">
            <a:avLst/>
          </a:prstGeom>
        </p:spPr>
        <p:txBody>
          <a:bodyPr spcFirstLastPara="1" wrap="square" lIns="0" tIns="91425" rIns="0" bIns="91425" anchor="b" anchorCtr="0">
            <a:normAutofit/>
          </a:bodyPr>
          <a:lstStyle>
            <a:lvl1pPr lvl="0">
              <a:spcBef>
                <a:spcPts val="0"/>
              </a:spcBef>
              <a:spcAft>
                <a:spcPts val="0"/>
              </a:spcAft>
              <a:buClr>
                <a:schemeClr val="dk1"/>
              </a:buClr>
              <a:buSzPts val="2400"/>
              <a:buNone/>
              <a:defRPr>
                <a:solidFill>
                  <a:schemeClr val="dk1"/>
                </a:solidFill>
              </a:defRPr>
            </a:lvl1pPr>
            <a:lvl2pPr lvl="1">
              <a:spcBef>
                <a:spcPts val="0"/>
              </a:spcBef>
              <a:spcAft>
                <a:spcPts val="0"/>
              </a:spcAft>
              <a:buClr>
                <a:schemeClr val="dk1"/>
              </a:buClr>
              <a:buSzPts val="2400"/>
              <a:buNone/>
              <a:defRPr>
                <a:solidFill>
                  <a:schemeClr val="dk1"/>
                </a:solidFill>
              </a:defRPr>
            </a:lvl2pPr>
            <a:lvl3pPr lvl="2">
              <a:spcBef>
                <a:spcPts val="0"/>
              </a:spcBef>
              <a:spcAft>
                <a:spcPts val="0"/>
              </a:spcAft>
              <a:buClr>
                <a:schemeClr val="dk1"/>
              </a:buClr>
              <a:buSzPts val="2400"/>
              <a:buNone/>
              <a:defRPr>
                <a:solidFill>
                  <a:schemeClr val="dk1"/>
                </a:solidFill>
              </a:defRPr>
            </a:lvl3pPr>
            <a:lvl4pPr lvl="3">
              <a:spcBef>
                <a:spcPts val="0"/>
              </a:spcBef>
              <a:spcAft>
                <a:spcPts val="0"/>
              </a:spcAft>
              <a:buClr>
                <a:schemeClr val="dk1"/>
              </a:buClr>
              <a:buSzPts val="2400"/>
              <a:buNone/>
              <a:defRPr>
                <a:solidFill>
                  <a:schemeClr val="dk1"/>
                </a:solidFill>
              </a:defRPr>
            </a:lvl4pPr>
            <a:lvl5pPr lvl="4">
              <a:spcBef>
                <a:spcPts val="0"/>
              </a:spcBef>
              <a:spcAft>
                <a:spcPts val="0"/>
              </a:spcAft>
              <a:buClr>
                <a:schemeClr val="dk1"/>
              </a:buClr>
              <a:buSzPts val="2400"/>
              <a:buNone/>
              <a:defRPr>
                <a:solidFill>
                  <a:schemeClr val="dk1"/>
                </a:solidFill>
              </a:defRPr>
            </a:lvl5pPr>
            <a:lvl6pPr lvl="5">
              <a:spcBef>
                <a:spcPts val="0"/>
              </a:spcBef>
              <a:spcAft>
                <a:spcPts val="0"/>
              </a:spcAft>
              <a:buClr>
                <a:schemeClr val="dk1"/>
              </a:buClr>
              <a:buSzPts val="2400"/>
              <a:buNone/>
              <a:defRPr>
                <a:solidFill>
                  <a:schemeClr val="dk1"/>
                </a:solidFill>
              </a:defRPr>
            </a:lvl6pPr>
            <a:lvl7pPr lvl="6">
              <a:spcBef>
                <a:spcPts val="0"/>
              </a:spcBef>
              <a:spcAft>
                <a:spcPts val="0"/>
              </a:spcAft>
              <a:buClr>
                <a:schemeClr val="dk1"/>
              </a:buClr>
              <a:buSzPts val="2400"/>
              <a:buNone/>
              <a:defRPr>
                <a:solidFill>
                  <a:schemeClr val="dk1"/>
                </a:solidFill>
              </a:defRPr>
            </a:lvl7pPr>
            <a:lvl8pPr lvl="7">
              <a:spcBef>
                <a:spcPts val="0"/>
              </a:spcBef>
              <a:spcAft>
                <a:spcPts val="0"/>
              </a:spcAft>
              <a:buClr>
                <a:schemeClr val="dk1"/>
              </a:buClr>
              <a:buSzPts val="2400"/>
              <a:buNone/>
              <a:defRPr>
                <a:solidFill>
                  <a:schemeClr val="dk1"/>
                </a:solidFill>
              </a:defRPr>
            </a:lvl8pPr>
            <a:lvl9pPr lvl="8">
              <a:spcBef>
                <a:spcPts val="0"/>
              </a:spcBef>
              <a:spcAft>
                <a:spcPts val="0"/>
              </a:spcAft>
              <a:buClr>
                <a:schemeClr val="dk1"/>
              </a:buClr>
              <a:buSzPts val="2400"/>
              <a:buNone/>
              <a:defRPr>
                <a:solidFill>
                  <a:schemeClr val="dk1"/>
                </a:solidFill>
              </a:defRPr>
            </a:lvl9pPr>
          </a:lstStyle>
          <a:p/>
        </p:txBody>
      </p:sp>
      <p:sp>
        <p:nvSpPr>
          <p:cNvPr id="141" name="Google Shape;141;p33"/>
          <p:cNvSpPr txBox="1"/>
          <p:nvPr>
            <p:ph type="body" idx="2"/>
          </p:nvPr>
        </p:nvSpPr>
        <p:spPr>
          <a:xfrm>
            <a:off x="457200" y="915600"/>
            <a:ext cx="5709600" cy="3653400"/>
          </a:xfrm>
          <a:prstGeom prst="rect">
            <a:avLst/>
          </a:prstGeom>
        </p:spPr>
        <p:txBody>
          <a:bodyPr spcFirstLastPara="1" wrap="square" lIns="91425" tIns="91425" rIns="91425" bIns="91425" anchor="t" anchorCtr="0">
            <a:normAutofit/>
          </a:bodyPr>
          <a:lstStyle>
            <a:lvl1pPr marL="457200" lvl="0" indent="-368300">
              <a:spcBef>
                <a:spcPts val="0"/>
              </a:spcBef>
              <a:spcAft>
                <a:spcPts val="0"/>
              </a:spcAft>
              <a:buSzPts val="2200"/>
              <a:buFont typeface="Helvetica Neue" panose="02000503000000020004"/>
              <a:buChar char="•"/>
              <a:defRPr sz="2200"/>
            </a:lvl1pPr>
            <a:lvl2pPr marL="914400" lvl="1" indent="-368300">
              <a:spcBef>
                <a:spcPts val="2000"/>
              </a:spcBef>
              <a:spcAft>
                <a:spcPts val="0"/>
              </a:spcAft>
              <a:buSzPts val="2200"/>
              <a:buChar char="•"/>
              <a:defRPr sz="2200"/>
            </a:lvl2pPr>
            <a:lvl3pPr marL="1371600" lvl="2" indent="-368300">
              <a:spcBef>
                <a:spcPts val="2000"/>
              </a:spcBef>
              <a:spcAft>
                <a:spcPts val="0"/>
              </a:spcAft>
              <a:buSzPts val="2200"/>
              <a:buChar char="•"/>
              <a:defRPr sz="2200"/>
            </a:lvl3pPr>
            <a:lvl4pPr marL="1828800" lvl="3" indent="-368300">
              <a:spcBef>
                <a:spcPts val="2000"/>
              </a:spcBef>
              <a:spcAft>
                <a:spcPts val="0"/>
              </a:spcAft>
              <a:buSzPts val="2200"/>
              <a:buChar char="•"/>
              <a:defRPr sz="2200"/>
            </a:lvl4pPr>
            <a:lvl5pPr marL="2286000" lvl="4" indent="-368300">
              <a:spcBef>
                <a:spcPts val="2000"/>
              </a:spcBef>
              <a:spcAft>
                <a:spcPts val="0"/>
              </a:spcAft>
              <a:buSzPts val="2200"/>
              <a:buChar char="•"/>
              <a:defRPr sz="2200"/>
            </a:lvl5pPr>
            <a:lvl6pPr marL="2743200" lvl="5" indent="-368300">
              <a:spcBef>
                <a:spcPts val="2000"/>
              </a:spcBef>
              <a:spcAft>
                <a:spcPts val="0"/>
              </a:spcAft>
              <a:buSzPts val="2200"/>
              <a:buChar char="•"/>
              <a:defRPr sz="2200"/>
            </a:lvl6pPr>
            <a:lvl7pPr marL="3200400" lvl="6" indent="-368300">
              <a:spcBef>
                <a:spcPts val="2000"/>
              </a:spcBef>
              <a:spcAft>
                <a:spcPts val="0"/>
              </a:spcAft>
              <a:buSzPts val="2200"/>
              <a:buChar char="•"/>
              <a:defRPr sz="2200"/>
            </a:lvl7pPr>
            <a:lvl8pPr marL="3657600" lvl="7" indent="-368300">
              <a:spcBef>
                <a:spcPts val="2000"/>
              </a:spcBef>
              <a:spcAft>
                <a:spcPts val="0"/>
              </a:spcAft>
              <a:buSzPts val="2200"/>
              <a:buChar char="•"/>
              <a:defRPr sz="2200"/>
            </a:lvl8pPr>
            <a:lvl9pPr marL="4114800" lvl="8" indent="-368300">
              <a:spcBef>
                <a:spcPts val="2000"/>
              </a:spcBef>
              <a:spcAft>
                <a:spcPts val="2000"/>
              </a:spcAft>
              <a:buSzPts val="2200"/>
              <a:buChar char="•"/>
              <a:defRPr sz="2200"/>
            </a:lvl9pPr>
          </a:lstStyle>
          <a:p/>
        </p:txBody>
      </p:sp>
      <p:sp>
        <p:nvSpPr>
          <p:cNvPr id="142" name="Google Shape;142;p33"/>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sz="800" b="1">
                <a:latin typeface="Helvetica Neue" panose="02000503000000020004"/>
                <a:ea typeface="Helvetica Neue" panose="02000503000000020004"/>
                <a:cs typeface="Helvetica Neue" panose="02000503000000020004"/>
                <a:sym typeface="Helvetica Neue" panose="02000503000000020004"/>
              </a:defRPr>
            </a:lvl1pPr>
            <a:lvl2pPr lvl="1">
              <a:buNone/>
              <a:defRPr sz="800" b="1">
                <a:latin typeface="Helvetica Neue" panose="02000503000000020004"/>
                <a:ea typeface="Helvetica Neue" panose="02000503000000020004"/>
                <a:cs typeface="Helvetica Neue" panose="02000503000000020004"/>
                <a:sym typeface="Helvetica Neue" panose="02000503000000020004"/>
              </a:defRPr>
            </a:lvl2pPr>
            <a:lvl3pPr lvl="2">
              <a:buNone/>
              <a:defRPr sz="800" b="1">
                <a:latin typeface="Helvetica Neue" panose="02000503000000020004"/>
                <a:ea typeface="Helvetica Neue" panose="02000503000000020004"/>
                <a:cs typeface="Helvetica Neue" panose="02000503000000020004"/>
                <a:sym typeface="Helvetica Neue" panose="02000503000000020004"/>
              </a:defRPr>
            </a:lvl3pPr>
            <a:lvl4pPr lvl="3">
              <a:buNone/>
              <a:defRPr sz="800" b="1">
                <a:latin typeface="Helvetica Neue" panose="02000503000000020004"/>
                <a:ea typeface="Helvetica Neue" panose="02000503000000020004"/>
                <a:cs typeface="Helvetica Neue" panose="02000503000000020004"/>
                <a:sym typeface="Helvetica Neue" panose="02000503000000020004"/>
              </a:defRPr>
            </a:lvl4pPr>
            <a:lvl5pPr lvl="4">
              <a:buNone/>
              <a:defRPr sz="800" b="1">
                <a:latin typeface="Helvetica Neue" panose="02000503000000020004"/>
                <a:ea typeface="Helvetica Neue" panose="02000503000000020004"/>
                <a:cs typeface="Helvetica Neue" panose="02000503000000020004"/>
                <a:sym typeface="Helvetica Neue" panose="02000503000000020004"/>
              </a:defRPr>
            </a:lvl5pPr>
            <a:lvl6pPr lvl="5">
              <a:buNone/>
              <a:defRPr sz="800" b="1">
                <a:latin typeface="Helvetica Neue" panose="02000503000000020004"/>
                <a:ea typeface="Helvetica Neue" panose="02000503000000020004"/>
                <a:cs typeface="Helvetica Neue" panose="02000503000000020004"/>
                <a:sym typeface="Helvetica Neue" panose="02000503000000020004"/>
              </a:defRPr>
            </a:lvl6pPr>
            <a:lvl7pPr lvl="6">
              <a:buNone/>
              <a:defRPr sz="800" b="1">
                <a:latin typeface="Helvetica Neue" panose="02000503000000020004"/>
                <a:ea typeface="Helvetica Neue" panose="02000503000000020004"/>
                <a:cs typeface="Helvetica Neue" panose="02000503000000020004"/>
                <a:sym typeface="Helvetica Neue" panose="02000503000000020004"/>
              </a:defRPr>
            </a:lvl7pPr>
            <a:lvl8pPr lvl="7">
              <a:buNone/>
              <a:defRPr sz="800" b="1">
                <a:latin typeface="Helvetica Neue" panose="02000503000000020004"/>
                <a:ea typeface="Helvetica Neue" panose="02000503000000020004"/>
                <a:cs typeface="Helvetica Neue" panose="02000503000000020004"/>
                <a:sym typeface="Helvetica Neue" panose="02000503000000020004"/>
              </a:defRPr>
            </a:lvl8pPr>
            <a:lvl9pPr lvl="8">
              <a:buNone/>
              <a:defRPr sz="800" b="1">
                <a:latin typeface="Helvetica Neue" panose="02000503000000020004"/>
                <a:ea typeface="Helvetica Neue" panose="02000503000000020004"/>
                <a:cs typeface="Helvetica Neue" panose="02000503000000020004"/>
                <a:sym typeface="Helvetica Neue" panose="020005030000000200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a:xfrm>
            <a:off x="628650" y="4767263"/>
            <a:ext cx="2057400" cy="273844"/>
          </a:xfrm>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a:xfrm>
            <a:off x="3028950" y="4767263"/>
            <a:ext cx="3086100" cy="273844"/>
          </a:xfrm>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2" Type="http://schemas.openxmlformats.org/officeDocument/2006/relationships/theme" Target="../theme/theme2.xml"/><Relationship Id="rId21" Type="http://schemas.openxmlformats.org/officeDocument/2006/relationships/slideLayout" Target="../slideLayouts/slideLayout32.xml"/><Relationship Id="rId20" Type="http://schemas.openxmlformats.org/officeDocument/2006/relationships/slideLayout" Target="../slideLayouts/slideLayout31.xml"/><Relationship Id="rId2" Type="http://schemas.openxmlformats.org/officeDocument/2006/relationships/slideLayout" Target="../slideLayouts/slideLayout13.xml"/><Relationship Id="rId19" Type="http://schemas.openxmlformats.org/officeDocument/2006/relationships/slideLayout" Target="../slideLayouts/slideLayout30.xml"/><Relationship Id="rId18" Type="http://schemas.openxmlformats.org/officeDocument/2006/relationships/slideLayout" Target="../slideLayouts/slideLayout29.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457200" y="342900"/>
            <a:ext cx="7782900" cy="572700"/>
          </a:xfrm>
          <a:prstGeom prst="rect">
            <a:avLst/>
          </a:prstGeom>
          <a:noFill/>
          <a:ln>
            <a:noFill/>
          </a:ln>
        </p:spPr>
        <p:txBody>
          <a:bodyPr spcFirstLastPara="1" wrap="square" lIns="0" tIns="91425" rIns="0" bIns="91425" anchor="b" anchorCtr="0">
            <a:normAutofit/>
          </a:bodyPr>
          <a:lstStyle>
            <a:lvl1pPr lvl="0">
              <a:lnSpc>
                <a:spcPct val="75000"/>
              </a:lnSpc>
              <a:spcBef>
                <a:spcPts val="0"/>
              </a:spcBef>
              <a:spcAft>
                <a:spcPts val="0"/>
              </a:spcAft>
              <a:buClr>
                <a:schemeClr val="dk1"/>
              </a:buClr>
              <a:buSzPts val="2400"/>
              <a:buFont typeface="Cabin"/>
              <a:buNone/>
              <a:defRPr sz="2400" b="1">
                <a:solidFill>
                  <a:schemeClr val="dk1"/>
                </a:solidFill>
                <a:latin typeface="Cabin"/>
                <a:ea typeface="Cabin"/>
                <a:cs typeface="Cabin"/>
                <a:sym typeface="Cabin"/>
              </a:defRPr>
            </a:lvl1pPr>
            <a:lvl2pPr lvl="1">
              <a:lnSpc>
                <a:spcPct val="75000"/>
              </a:lnSpc>
              <a:spcBef>
                <a:spcPts val="0"/>
              </a:spcBef>
              <a:spcAft>
                <a:spcPts val="0"/>
              </a:spcAft>
              <a:buClr>
                <a:schemeClr val="dk1"/>
              </a:buClr>
              <a:buSzPts val="2400"/>
              <a:buFont typeface="Cabin"/>
              <a:buNone/>
              <a:defRPr sz="2400" b="1">
                <a:solidFill>
                  <a:schemeClr val="dk1"/>
                </a:solidFill>
                <a:latin typeface="Cabin"/>
                <a:ea typeface="Cabin"/>
                <a:cs typeface="Cabin"/>
                <a:sym typeface="Cabin"/>
              </a:defRPr>
            </a:lvl2pPr>
            <a:lvl3pPr lvl="2">
              <a:lnSpc>
                <a:spcPct val="75000"/>
              </a:lnSpc>
              <a:spcBef>
                <a:spcPts val="0"/>
              </a:spcBef>
              <a:spcAft>
                <a:spcPts val="0"/>
              </a:spcAft>
              <a:buClr>
                <a:schemeClr val="dk1"/>
              </a:buClr>
              <a:buSzPts val="2400"/>
              <a:buFont typeface="Cabin"/>
              <a:buNone/>
              <a:defRPr sz="2400" b="1">
                <a:solidFill>
                  <a:schemeClr val="dk1"/>
                </a:solidFill>
                <a:latin typeface="Cabin"/>
                <a:ea typeface="Cabin"/>
                <a:cs typeface="Cabin"/>
                <a:sym typeface="Cabin"/>
              </a:defRPr>
            </a:lvl3pPr>
            <a:lvl4pPr lvl="3">
              <a:lnSpc>
                <a:spcPct val="75000"/>
              </a:lnSpc>
              <a:spcBef>
                <a:spcPts val="0"/>
              </a:spcBef>
              <a:spcAft>
                <a:spcPts val="0"/>
              </a:spcAft>
              <a:buClr>
                <a:schemeClr val="dk1"/>
              </a:buClr>
              <a:buSzPts val="2400"/>
              <a:buFont typeface="Cabin"/>
              <a:buNone/>
              <a:defRPr sz="2400" b="1">
                <a:solidFill>
                  <a:schemeClr val="dk1"/>
                </a:solidFill>
                <a:latin typeface="Cabin"/>
                <a:ea typeface="Cabin"/>
                <a:cs typeface="Cabin"/>
                <a:sym typeface="Cabin"/>
              </a:defRPr>
            </a:lvl4pPr>
            <a:lvl5pPr lvl="4">
              <a:lnSpc>
                <a:spcPct val="75000"/>
              </a:lnSpc>
              <a:spcBef>
                <a:spcPts val="0"/>
              </a:spcBef>
              <a:spcAft>
                <a:spcPts val="0"/>
              </a:spcAft>
              <a:buClr>
                <a:schemeClr val="dk1"/>
              </a:buClr>
              <a:buSzPts val="2400"/>
              <a:buFont typeface="Cabin"/>
              <a:buNone/>
              <a:defRPr sz="2400" b="1">
                <a:solidFill>
                  <a:schemeClr val="dk1"/>
                </a:solidFill>
                <a:latin typeface="Cabin"/>
                <a:ea typeface="Cabin"/>
                <a:cs typeface="Cabin"/>
                <a:sym typeface="Cabin"/>
              </a:defRPr>
            </a:lvl5pPr>
            <a:lvl6pPr lvl="5">
              <a:lnSpc>
                <a:spcPct val="75000"/>
              </a:lnSpc>
              <a:spcBef>
                <a:spcPts val="0"/>
              </a:spcBef>
              <a:spcAft>
                <a:spcPts val="0"/>
              </a:spcAft>
              <a:buClr>
                <a:schemeClr val="dk1"/>
              </a:buClr>
              <a:buSzPts val="2400"/>
              <a:buFont typeface="Cabin"/>
              <a:buNone/>
              <a:defRPr sz="2400" b="1">
                <a:solidFill>
                  <a:schemeClr val="dk1"/>
                </a:solidFill>
                <a:latin typeface="Cabin"/>
                <a:ea typeface="Cabin"/>
                <a:cs typeface="Cabin"/>
                <a:sym typeface="Cabin"/>
              </a:defRPr>
            </a:lvl6pPr>
            <a:lvl7pPr lvl="6">
              <a:lnSpc>
                <a:spcPct val="75000"/>
              </a:lnSpc>
              <a:spcBef>
                <a:spcPts val="0"/>
              </a:spcBef>
              <a:spcAft>
                <a:spcPts val="0"/>
              </a:spcAft>
              <a:buClr>
                <a:schemeClr val="dk1"/>
              </a:buClr>
              <a:buSzPts val="2400"/>
              <a:buFont typeface="Cabin"/>
              <a:buNone/>
              <a:defRPr sz="2400" b="1">
                <a:solidFill>
                  <a:schemeClr val="dk1"/>
                </a:solidFill>
                <a:latin typeface="Cabin"/>
                <a:ea typeface="Cabin"/>
                <a:cs typeface="Cabin"/>
                <a:sym typeface="Cabin"/>
              </a:defRPr>
            </a:lvl7pPr>
            <a:lvl8pPr lvl="7">
              <a:lnSpc>
                <a:spcPct val="75000"/>
              </a:lnSpc>
              <a:spcBef>
                <a:spcPts val="0"/>
              </a:spcBef>
              <a:spcAft>
                <a:spcPts val="0"/>
              </a:spcAft>
              <a:buClr>
                <a:schemeClr val="dk1"/>
              </a:buClr>
              <a:buSzPts val="2400"/>
              <a:buFont typeface="Cabin"/>
              <a:buNone/>
              <a:defRPr sz="2400" b="1">
                <a:solidFill>
                  <a:schemeClr val="dk1"/>
                </a:solidFill>
                <a:latin typeface="Cabin"/>
                <a:ea typeface="Cabin"/>
                <a:cs typeface="Cabin"/>
                <a:sym typeface="Cabin"/>
              </a:defRPr>
            </a:lvl8pPr>
            <a:lvl9pPr lvl="8">
              <a:lnSpc>
                <a:spcPct val="75000"/>
              </a:lnSpc>
              <a:spcBef>
                <a:spcPts val="0"/>
              </a:spcBef>
              <a:spcAft>
                <a:spcPts val="0"/>
              </a:spcAft>
              <a:buClr>
                <a:schemeClr val="dk1"/>
              </a:buClr>
              <a:buSzPts val="2400"/>
              <a:buFont typeface="Cabin"/>
              <a:buNone/>
              <a:defRPr sz="2400" b="1">
                <a:solidFill>
                  <a:schemeClr val="dk1"/>
                </a:solidFill>
                <a:latin typeface="Cabin"/>
                <a:ea typeface="Cabin"/>
                <a:cs typeface="Cabin"/>
                <a:sym typeface="Cabin"/>
              </a:defRPr>
            </a:lvl9pPr>
          </a:lstStyle>
          <a:p/>
        </p:txBody>
      </p:sp>
      <p:sp>
        <p:nvSpPr>
          <p:cNvPr id="52" name="Google Shape;52;p13"/>
          <p:cNvSpPr txBox="1"/>
          <p:nvPr>
            <p:ph type="body" idx="1"/>
          </p:nvPr>
        </p:nvSpPr>
        <p:spPr>
          <a:xfrm>
            <a:off x="457200" y="915600"/>
            <a:ext cx="5709600" cy="3653400"/>
          </a:xfrm>
          <a:prstGeom prst="rect">
            <a:avLst/>
          </a:prstGeom>
          <a:noFill/>
          <a:ln>
            <a:noFill/>
          </a:ln>
        </p:spPr>
        <p:txBody>
          <a:bodyPr spcFirstLastPara="1" wrap="square" lIns="91425" tIns="91425" rIns="91425" bIns="91425" anchor="t" anchorCtr="0">
            <a:normAutofit/>
          </a:bodyPr>
          <a:lstStyle>
            <a:lvl1pPr marL="457200" lvl="0" indent="-317500">
              <a:lnSpc>
                <a:spcPct val="100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1pPr>
            <a:lvl2pPr marL="914400" lvl="1" indent="-317500">
              <a:lnSpc>
                <a:spcPct val="100000"/>
              </a:lnSpc>
              <a:spcBef>
                <a:spcPts val="800"/>
              </a:spcBef>
              <a:spcAft>
                <a:spcPts val="0"/>
              </a:spcAft>
              <a:buClr>
                <a:schemeClr val="dk1"/>
              </a:buClr>
              <a:buSzPts val="1400"/>
              <a:buFont typeface="Cabin"/>
              <a:buChar char="•"/>
              <a:defRPr>
                <a:solidFill>
                  <a:schemeClr val="dk1"/>
                </a:solidFill>
                <a:latin typeface="Cabin"/>
                <a:ea typeface="Cabin"/>
                <a:cs typeface="Cabin"/>
                <a:sym typeface="Cabin"/>
              </a:defRPr>
            </a:lvl2pPr>
            <a:lvl3pPr marL="1371600" lvl="2" indent="-317500">
              <a:lnSpc>
                <a:spcPct val="100000"/>
              </a:lnSpc>
              <a:spcBef>
                <a:spcPts val="800"/>
              </a:spcBef>
              <a:spcAft>
                <a:spcPts val="0"/>
              </a:spcAft>
              <a:buClr>
                <a:schemeClr val="dk1"/>
              </a:buClr>
              <a:buSzPts val="1400"/>
              <a:buFont typeface="Cabin"/>
              <a:buChar char="•"/>
              <a:defRPr>
                <a:solidFill>
                  <a:schemeClr val="dk1"/>
                </a:solidFill>
                <a:latin typeface="Cabin"/>
                <a:ea typeface="Cabin"/>
                <a:cs typeface="Cabin"/>
                <a:sym typeface="Cabin"/>
              </a:defRPr>
            </a:lvl3pPr>
            <a:lvl4pPr marL="1828800" lvl="3" indent="-317500">
              <a:lnSpc>
                <a:spcPct val="100000"/>
              </a:lnSpc>
              <a:spcBef>
                <a:spcPts val="800"/>
              </a:spcBef>
              <a:spcAft>
                <a:spcPts val="0"/>
              </a:spcAft>
              <a:buClr>
                <a:schemeClr val="dk1"/>
              </a:buClr>
              <a:buSzPts val="1400"/>
              <a:buFont typeface="Cabin"/>
              <a:buChar char="•"/>
              <a:defRPr>
                <a:solidFill>
                  <a:schemeClr val="dk1"/>
                </a:solidFill>
                <a:latin typeface="Cabin"/>
                <a:ea typeface="Cabin"/>
                <a:cs typeface="Cabin"/>
                <a:sym typeface="Cabin"/>
              </a:defRPr>
            </a:lvl4pPr>
            <a:lvl5pPr marL="2286000" lvl="4" indent="-317500">
              <a:lnSpc>
                <a:spcPct val="100000"/>
              </a:lnSpc>
              <a:spcBef>
                <a:spcPts val="800"/>
              </a:spcBef>
              <a:spcAft>
                <a:spcPts val="0"/>
              </a:spcAft>
              <a:buClr>
                <a:schemeClr val="dk1"/>
              </a:buClr>
              <a:buSzPts val="1400"/>
              <a:buFont typeface="Cabin"/>
              <a:buChar char="•"/>
              <a:defRPr>
                <a:solidFill>
                  <a:schemeClr val="dk1"/>
                </a:solidFill>
                <a:latin typeface="Cabin"/>
                <a:ea typeface="Cabin"/>
                <a:cs typeface="Cabin"/>
                <a:sym typeface="Cabin"/>
              </a:defRPr>
            </a:lvl5pPr>
            <a:lvl6pPr marL="2743200" lvl="5" indent="-317500">
              <a:lnSpc>
                <a:spcPct val="100000"/>
              </a:lnSpc>
              <a:spcBef>
                <a:spcPts val="800"/>
              </a:spcBef>
              <a:spcAft>
                <a:spcPts val="0"/>
              </a:spcAft>
              <a:buClr>
                <a:schemeClr val="dk1"/>
              </a:buClr>
              <a:buSzPts val="1400"/>
              <a:buFont typeface="Cabin"/>
              <a:buChar char="•"/>
              <a:defRPr>
                <a:solidFill>
                  <a:schemeClr val="dk1"/>
                </a:solidFill>
                <a:latin typeface="Cabin"/>
                <a:ea typeface="Cabin"/>
                <a:cs typeface="Cabin"/>
                <a:sym typeface="Cabin"/>
              </a:defRPr>
            </a:lvl6pPr>
            <a:lvl7pPr marL="3200400" lvl="6" indent="-317500">
              <a:lnSpc>
                <a:spcPct val="100000"/>
              </a:lnSpc>
              <a:spcBef>
                <a:spcPts val="800"/>
              </a:spcBef>
              <a:spcAft>
                <a:spcPts val="0"/>
              </a:spcAft>
              <a:buClr>
                <a:schemeClr val="dk1"/>
              </a:buClr>
              <a:buSzPts val="1400"/>
              <a:buFont typeface="Cabin"/>
              <a:buChar char="•"/>
              <a:defRPr>
                <a:solidFill>
                  <a:schemeClr val="dk1"/>
                </a:solidFill>
                <a:latin typeface="Cabin"/>
                <a:ea typeface="Cabin"/>
                <a:cs typeface="Cabin"/>
                <a:sym typeface="Cabin"/>
              </a:defRPr>
            </a:lvl7pPr>
            <a:lvl8pPr marL="3657600" lvl="7" indent="-317500">
              <a:lnSpc>
                <a:spcPct val="100000"/>
              </a:lnSpc>
              <a:spcBef>
                <a:spcPts val="800"/>
              </a:spcBef>
              <a:spcAft>
                <a:spcPts val="0"/>
              </a:spcAft>
              <a:buClr>
                <a:schemeClr val="dk1"/>
              </a:buClr>
              <a:buSzPts val="1400"/>
              <a:buFont typeface="Cabin"/>
              <a:buChar char="•"/>
              <a:defRPr>
                <a:solidFill>
                  <a:schemeClr val="dk1"/>
                </a:solidFill>
                <a:latin typeface="Cabin"/>
                <a:ea typeface="Cabin"/>
                <a:cs typeface="Cabin"/>
                <a:sym typeface="Cabin"/>
              </a:defRPr>
            </a:lvl8pPr>
            <a:lvl9pPr marL="4114800" lvl="8" indent="-317500">
              <a:lnSpc>
                <a:spcPct val="100000"/>
              </a:lnSpc>
              <a:spcBef>
                <a:spcPts val="800"/>
              </a:spcBef>
              <a:spcAft>
                <a:spcPts val="800"/>
              </a:spcAft>
              <a:buClr>
                <a:schemeClr val="dk1"/>
              </a:buClr>
              <a:buSzPts val="1400"/>
              <a:buFont typeface="Cabin"/>
              <a:buChar char="•"/>
              <a:defRPr>
                <a:solidFill>
                  <a:schemeClr val="dk1"/>
                </a:solidFill>
                <a:latin typeface="Cabin"/>
                <a:ea typeface="Cabin"/>
                <a:cs typeface="Cabin"/>
                <a:sym typeface="Cabin"/>
              </a:defRPr>
            </a:lvl9pPr>
          </a:lstStyle>
          <a:p/>
        </p:txBody>
      </p:sp>
      <p:sp>
        <p:nvSpPr>
          <p:cNvPr id="53" name="Google Shape;53;p13"/>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21.xml"/><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1.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4.xml"/><Relationship Id="rId2" Type="http://schemas.openxmlformats.org/officeDocument/2006/relationships/image" Target="../media/image1.png"/><Relationship Id="rId1"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1.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4.xml"/><Relationship Id="rId2" Type="http://schemas.openxmlformats.org/officeDocument/2006/relationships/image" Target="../media/image1.png"/><Relationship Id="rId1" Type="http://schemas.openxmlformats.org/officeDocument/2006/relationships/image" Target="../media/image5.jpe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4.xml"/><Relationship Id="rId2" Type="http://schemas.openxmlformats.org/officeDocument/2006/relationships/image" Target="../media/image1.png"/><Relationship Id="rId1" Type="http://schemas.openxmlformats.org/officeDocument/2006/relationships/image" Target="../media/image6.jpe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31.xml"/><Relationship Id="rId2" Type="http://schemas.openxmlformats.org/officeDocument/2006/relationships/image" Target="../media/image1.png"/><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31.xml"/><Relationship Id="rId2" Type="http://schemas.openxmlformats.org/officeDocument/2006/relationships/image" Target="../media/image1.png"/><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14.xml"/><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14.xml"/><Relationship Id="rId3" Type="http://schemas.openxmlformats.org/officeDocument/2006/relationships/image" Target="../media/image1.png"/><Relationship Id="rId2" Type="http://schemas.openxmlformats.org/officeDocument/2006/relationships/image" Target="../media/image9.jpeg"/><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31.xml"/><Relationship Id="rId2" Type="http://schemas.openxmlformats.org/officeDocument/2006/relationships/image" Target="../media/image1.png"/><Relationship Id="rId1" Type="http://schemas.openxmlformats.org/officeDocument/2006/relationships/image" Target="../media/image7.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31.xml"/><Relationship Id="rId2" Type="http://schemas.openxmlformats.org/officeDocument/2006/relationships/image" Target="../media/image1.png"/><Relationship Id="rId1" Type="http://schemas.openxmlformats.org/officeDocument/2006/relationships/image" Target="../media/image7.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4.xml"/><Relationship Id="rId2" Type="http://schemas.openxmlformats.org/officeDocument/2006/relationships/image" Target="../media/image1.png"/><Relationship Id="rId1"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2.xml"/><Relationship Id="rId2" Type="http://schemas.openxmlformats.org/officeDocument/2006/relationships/image" Target="../media/image1.png"/><Relationship Id="rId1" Type="http://schemas.openxmlformats.org/officeDocument/2006/relationships/image" Target="../media/image10.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46" name="Shape 146"/>
        <p:cNvGrpSpPr/>
        <p:nvPr/>
      </p:nvGrpSpPr>
      <p:grpSpPr>
        <a:xfrm>
          <a:off x="0" y="0"/>
          <a:ext cx="0" cy="0"/>
          <a:chOff x="0" y="0"/>
          <a:chExt cx="0" cy="0"/>
        </a:xfrm>
      </p:grpSpPr>
      <p:sp>
        <p:nvSpPr>
          <p:cNvPr id="147" name="Google Shape;147;p34"/>
          <p:cNvSpPr/>
          <p:nvPr/>
        </p:nvSpPr>
        <p:spPr>
          <a:xfrm>
            <a:off x="4572000" y="0"/>
            <a:ext cx="4572000" cy="51435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bin"/>
              <a:ea typeface="Cabin"/>
              <a:cs typeface="Cabin"/>
              <a:sym typeface="Cabin"/>
            </a:endParaRPr>
          </a:p>
        </p:txBody>
      </p:sp>
      <p:sp>
        <p:nvSpPr>
          <p:cNvPr id="148" name="Google Shape;148;p34" descr="presentation_title"/>
          <p:cNvSpPr txBox="1"/>
          <p:nvPr>
            <p:ph type="ctrTitle"/>
          </p:nvPr>
        </p:nvSpPr>
        <p:spPr>
          <a:xfrm>
            <a:off x="4917635" y="1167873"/>
            <a:ext cx="3882000" cy="2587800"/>
          </a:xfrm>
          <a:prstGeom prst="rect">
            <a:avLst/>
          </a:prstGeom>
        </p:spPr>
        <p:txBody>
          <a:bodyPr spcFirstLastPara="1" wrap="square" lIns="0" tIns="91425" rIns="91425" bIns="91425" anchor="ctr" anchorCtr="0">
            <a:noAutofit/>
          </a:bodyPr>
          <a:lstStyle/>
          <a:p>
            <a:pPr marL="0" lvl="0" indent="0" algn="ctr" rtl="0">
              <a:lnSpc>
                <a:spcPct val="85000"/>
              </a:lnSpc>
              <a:spcBef>
                <a:spcPts val="0"/>
              </a:spcBef>
              <a:spcAft>
                <a:spcPts val="0"/>
              </a:spcAft>
              <a:buNone/>
            </a:pPr>
            <a:r>
              <a:rPr lang="en-GB" sz="4800">
                <a:solidFill>
                  <a:schemeClr val="bg1"/>
                </a:solidFill>
              </a:rPr>
              <a:t>Parent Engagement Skills</a:t>
            </a:r>
            <a:endParaRPr lang="en-GB" sz="4800">
              <a:solidFill>
                <a:schemeClr val="bg1"/>
              </a:solidFill>
            </a:endParaRPr>
          </a:p>
        </p:txBody>
      </p:sp>
      <p:cxnSp>
        <p:nvCxnSpPr>
          <p:cNvPr id="151" name="Google Shape;151;p34"/>
          <p:cNvCxnSpPr/>
          <p:nvPr/>
        </p:nvCxnSpPr>
        <p:spPr>
          <a:xfrm>
            <a:off x="4572050" y="585216"/>
            <a:ext cx="4227000" cy="0"/>
          </a:xfrm>
          <a:prstGeom prst="straightConnector1">
            <a:avLst/>
          </a:prstGeom>
          <a:noFill/>
          <a:ln w="9525" cap="flat" cmpd="sng">
            <a:solidFill>
              <a:schemeClr val="lt2"/>
            </a:solidFill>
            <a:prstDash val="solid"/>
            <a:round/>
            <a:headEnd type="none" w="med" len="med"/>
            <a:tailEnd type="none" w="med" len="med"/>
          </a:ln>
        </p:spPr>
      </p:cxnSp>
      <p:cxnSp>
        <p:nvCxnSpPr>
          <p:cNvPr id="152" name="Google Shape;152;p34"/>
          <p:cNvCxnSpPr/>
          <p:nvPr/>
        </p:nvCxnSpPr>
        <p:spPr>
          <a:xfrm>
            <a:off x="345000" y="585216"/>
            <a:ext cx="4227000" cy="0"/>
          </a:xfrm>
          <a:prstGeom prst="straightConnector1">
            <a:avLst/>
          </a:prstGeom>
          <a:noFill/>
          <a:ln w="9525" cap="flat" cmpd="sng">
            <a:solidFill>
              <a:schemeClr val="accent1"/>
            </a:solidFill>
            <a:prstDash val="solid"/>
            <a:round/>
            <a:headEnd type="none" w="med" len="med"/>
            <a:tailEnd type="none" w="med" len="med"/>
          </a:ln>
        </p:spPr>
      </p:cxnSp>
      <p:cxnSp>
        <p:nvCxnSpPr>
          <p:cNvPr id="153" name="Google Shape;153;p34"/>
          <p:cNvCxnSpPr/>
          <p:nvPr/>
        </p:nvCxnSpPr>
        <p:spPr>
          <a:xfrm>
            <a:off x="4572025" y="4572000"/>
            <a:ext cx="4227000" cy="0"/>
          </a:xfrm>
          <a:prstGeom prst="straightConnector1">
            <a:avLst/>
          </a:prstGeom>
          <a:noFill/>
          <a:ln w="9525" cap="flat" cmpd="sng">
            <a:solidFill>
              <a:schemeClr val="lt2"/>
            </a:solidFill>
            <a:prstDash val="solid"/>
            <a:round/>
            <a:headEnd type="none" w="med" len="med"/>
            <a:tailEnd type="none" w="med" len="med"/>
          </a:ln>
        </p:spPr>
      </p:cxnSp>
      <p:cxnSp>
        <p:nvCxnSpPr>
          <p:cNvPr id="154" name="Google Shape;154;p34"/>
          <p:cNvCxnSpPr/>
          <p:nvPr/>
        </p:nvCxnSpPr>
        <p:spPr>
          <a:xfrm>
            <a:off x="344975" y="4572000"/>
            <a:ext cx="4227000" cy="0"/>
          </a:xfrm>
          <a:prstGeom prst="straightConnector1">
            <a:avLst/>
          </a:prstGeom>
          <a:noFill/>
          <a:ln w="9525" cap="flat" cmpd="sng">
            <a:solidFill>
              <a:schemeClr val="accent1"/>
            </a:solidFill>
            <a:prstDash val="solid"/>
            <a:round/>
            <a:headEnd type="none" w="med" len="med"/>
            <a:tailEnd type="none" w="med" len="med"/>
          </a:ln>
        </p:spPr>
      </p:cxnSp>
      <p:pic>
        <p:nvPicPr>
          <p:cNvPr id="7" name="Picture 6" descr="pixelcut-export (1)"/>
          <p:cNvPicPr>
            <a:picLocks noChangeAspect="1"/>
          </p:cNvPicPr>
          <p:nvPr/>
        </p:nvPicPr>
        <p:blipFill>
          <a:blip r:embed="rId1"/>
          <a:srcRect t="22967" b="48563"/>
          <a:stretch>
            <a:fillRect/>
          </a:stretch>
        </p:blipFill>
        <p:spPr>
          <a:xfrm>
            <a:off x="161290" y="1965325"/>
            <a:ext cx="4306570" cy="12268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351" name="Shape 351"/>
        <p:cNvGrpSpPr/>
        <p:nvPr/>
      </p:nvGrpSpPr>
      <p:grpSpPr>
        <a:xfrm>
          <a:off x="0" y="0"/>
          <a:ext cx="0" cy="0"/>
          <a:chOff x="0" y="0"/>
          <a:chExt cx="0" cy="0"/>
        </a:xfrm>
      </p:grpSpPr>
      <p:sp>
        <p:nvSpPr>
          <p:cNvPr id="352" name="Google Shape;352;p47"/>
          <p:cNvSpPr/>
          <p:nvPr/>
        </p:nvSpPr>
        <p:spPr>
          <a:xfrm>
            <a:off x="4572000" y="0"/>
            <a:ext cx="4572000" cy="51435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bin"/>
              <a:ea typeface="Cabin"/>
              <a:cs typeface="Cabin"/>
              <a:sym typeface="Cabin"/>
            </a:endParaRPr>
          </a:p>
        </p:txBody>
      </p:sp>
      <p:pic>
        <p:nvPicPr>
          <p:cNvPr id="120" name="Google Shape;120;p21" descr="logo"/>
          <p:cNvPicPr preferRelativeResize="0"/>
          <p:nvPr/>
        </p:nvPicPr>
        <p:blipFill>
          <a:blip r:embed="rId1"/>
          <a:stretch>
            <a:fillRect/>
          </a:stretch>
        </p:blipFill>
        <p:spPr>
          <a:xfrm>
            <a:off x="488050" y="4799275"/>
            <a:ext cx="1371600" cy="146304"/>
          </a:xfrm>
          <a:prstGeom prst="rect">
            <a:avLst/>
          </a:prstGeom>
          <a:noFill/>
          <a:ln>
            <a:noFill/>
          </a:ln>
        </p:spPr>
      </p:pic>
      <p:sp>
        <p:nvSpPr>
          <p:cNvPr id="122" name="Google Shape;122;p21" descr="detail_0"/>
          <p:cNvSpPr txBox="1"/>
          <p:nvPr/>
        </p:nvSpPr>
        <p:spPr>
          <a:xfrm>
            <a:off x="4923175" y="347475"/>
            <a:ext cx="3808800" cy="4453200"/>
          </a:xfrm>
          <a:prstGeom prst="rect">
            <a:avLst/>
          </a:prstGeom>
          <a:noFill/>
          <a:ln>
            <a:noFill/>
          </a:ln>
        </p:spPr>
        <p:txBody>
          <a:bodyPr spcFirstLastPara="1" wrap="square" lIns="91425" tIns="91425" rIns="91425" bIns="91425" anchor="ctr" anchorCtr="0">
            <a:noAutofit/>
          </a:bodyPr>
          <a:p>
            <a:pPr marL="0" indent="0" algn="just" defTabSz="266700">
              <a:spcAft>
                <a:spcPct val="0"/>
              </a:spcAft>
            </a:pPr>
            <a:r>
              <a:rPr sz="1200" b="1">
                <a:solidFill>
                  <a:schemeClr val="tx1"/>
                </a:solidFill>
                <a:latin typeface="Heiti SC Medium" panose="02000000000000000000" charset="-122"/>
                <a:ea typeface="Heiti SC Medium" panose="02000000000000000000" charset="-122"/>
                <a:sym typeface="+mn-ea"/>
              </a:rPr>
              <a:t>MySkill - Empowering womanhood,  is program with a vision to give a platform to all the women for diversifying their existing skills to meet today's challenges. MySkill aims at building actual competencies to achieve their highest desired level of independence and inclusion in their communities.</a:t>
            </a:r>
            <a:endParaRPr sz="1200" b="1" i="0">
              <a:solidFill>
                <a:schemeClr val="tx1"/>
              </a:solidFill>
              <a:latin typeface="Heiti SC Medium" panose="02000000000000000000" charset="-122"/>
              <a:ea typeface="Heiti SC Medium" panose="02000000000000000000" charset="-122"/>
            </a:endParaRPr>
          </a:p>
          <a:p>
            <a:pPr marL="0" indent="0" algn="just" defTabSz="266700">
              <a:spcAft>
                <a:spcPct val="0"/>
              </a:spcAft>
            </a:pPr>
            <a:r>
              <a:rPr sz="1200" b="1">
                <a:solidFill>
                  <a:schemeClr val="tx1"/>
                </a:solidFill>
                <a:latin typeface="Heiti SC Medium" panose="02000000000000000000" charset="-122"/>
                <a:ea typeface="Heiti SC Medium" panose="02000000000000000000" charset="-122"/>
                <a:sym typeface="+mn-ea"/>
              </a:rPr>
              <a:t> </a:t>
            </a:r>
            <a:endParaRPr sz="1200" b="1" i="0">
              <a:solidFill>
                <a:schemeClr val="tx1"/>
              </a:solidFill>
              <a:latin typeface="Heiti SC Medium" panose="02000000000000000000" charset="-122"/>
              <a:ea typeface="Heiti SC Medium" panose="02000000000000000000" charset="-122"/>
            </a:endParaRPr>
          </a:p>
          <a:p>
            <a:pPr marL="0" indent="0" algn="just" defTabSz="266700">
              <a:spcAft>
                <a:spcPct val="0"/>
              </a:spcAft>
            </a:pPr>
            <a:r>
              <a:rPr sz="1200" b="1">
                <a:solidFill>
                  <a:schemeClr val="tx1"/>
                </a:solidFill>
                <a:latin typeface="Heiti SC Medium" panose="02000000000000000000" charset="-122"/>
                <a:ea typeface="Heiti SC Medium" panose="02000000000000000000" charset="-122"/>
                <a:sym typeface="+mn-ea"/>
              </a:rPr>
              <a:t>MySkill has partnered with institutes who have a proven track record of training and empowering women through various educational and experiential learning in the past. </a:t>
            </a:r>
            <a:endParaRPr sz="1200" b="1" i="0">
              <a:solidFill>
                <a:schemeClr val="tx1"/>
              </a:solidFill>
              <a:latin typeface="Heiti SC Medium" panose="02000000000000000000" charset="-122"/>
              <a:ea typeface="Heiti SC Medium" panose="02000000000000000000" charset="-122"/>
            </a:endParaRPr>
          </a:p>
          <a:p>
            <a:pPr marL="0" indent="0" defTabSz="266700">
              <a:spcAft>
                <a:spcPct val="0"/>
              </a:spcAft>
            </a:pPr>
            <a:endParaRPr sz="1200" b="1" i="0">
              <a:solidFill>
                <a:schemeClr val="tx1"/>
              </a:solidFill>
              <a:latin typeface="Calibri"/>
              <a:ea typeface="Arial" panose="020B0604020202090204"/>
            </a:endParaRPr>
          </a:p>
          <a:p>
            <a:pPr marL="0" indent="0" algn="just" defTabSz="266700">
              <a:spcAft>
                <a:spcPct val="0"/>
              </a:spcAft>
            </a:pPr>
            <a:r>
              <a:rPr sz="1200" b="1">
                <a:solidFill>
                  <a:schemeClr val="tx1"/>
                </a:solidFill>
                <a:latin typeface="Heiti SC Medium" panose="02000000000000000000" charset="-122"/>
                <a:ea typeface="Heiti SC Medium" panose="02000000000000000000" charset="-122"/>
                <a:sym typeface="+mn-ea"/>
              </a:rPr>
              <a:t>MySkill offers a platform for all aspiring women who want to have a greater expansion in professional and personal growth which in turn  contribute to structural transformation and economic growth by enhancing employability.</a:t>
            </a:r>
            <a:endParaRPr sz="1200" b="1" i="0">
              <a:solidFill>
                <a:schemeClr val="tx1"/>
              </a:solidFill>
              <a:latin typeface="Heiti SC Medium" panose="02000000000000000000" charset="-122"/>
              <a:ea typeface="Heiti SC Medium" panose="02000000000000000000" charset="-122"/>
            </a:endParaRPr>
          </a:p>
          <a:p>
            <a:pPr marL="0" indent="0" defTabSz="266700">
              <a:spcAft>
                <a:spcPct val="0"/>
              </a:spcAft>
            </a:pPr>
            <a:r>
              <a:rPr sz="1200" b="1">
                <a:solidFill>
                  <a:schemeClr val="tx1"/>
                </a:solidFill>
                <a:latin typeface="Calibri"/>
                <a:sym typeface="+mn-ea"/>
              </a:rPr>
              <a:t> </a:t>
            </a:r>
            <a:endParaRPr sz="1200" b="1" i="0">
              <a:solidFill>
                <a:schemeClr val="tx1"/>
              </a:solidFill>
              <a:latin typeface="Calibri"/>
              <a:ea typeface="Arial" panose="020B0604020202090204"/>
            </a:endParaRPr>
          </a:p>
          <a:p>
            <a:pPr marL="0" lvl="0" indent="0" algn="l" rtl="0">
              <a:lnSpc>
                <a:spcPct val="150000"/>
              </a:lnSpc>
              <a:spcBef>
                <a:spcPts val="0"/>
              </a:spcBef>
              <a:spcAft>
                <a:spcPts val="0"/>
              </a:spcAft>
              <a:buNone/>
            </a:pPr>
            <a:endParaRPr sz="1200" b="1" i="0">
              <a:solidFill>
                <a:schemeClr val="tx1"/>
              </a:solidFill>
              <a:latin typeface="Calibri"/>
              <a:ea typeface="Arial" panose="020B0604020202090204"/>
              <a:cs typeface="Hanken Grotesk"/>
              <a:sym typeface="Hanken Grotesk"/>
            </a:endParaRPr>
          </a:p>
        </p:txBody>
      </p:sp>
      <p:pic>
        <p:nvPicPr>
          <p:cNvPr id="7" name="Picture 6" descr="pixelcut-export (1)"/>
          <p:cNvPicPr>
            <a:picLocks noChangeAspect="1"/>
          </p:cNvPicPr>
          <p:nvPr/>
        </p:nvPicPr>
        <p:blipFill>
          <a:blip r:embed="rId2"/>
          <a:srcRect t="22967" b="48563"/>
          <a:stretch>
            <a:fillRect/>
          </a:stretch>
        </p:blipFill>
        <p:spPr>
          <a:xfrm>
            <a:off x="0" y="4364990"/>
            <a:ext cx="2733040" cy="778510"/>
          </a:xfrm>
          <a:prstGeom prst="rect">
            <a:avLst/>
          </a:prstGeom>
        </p:spPr>
      </p:pic>
      <p:pic>
        <p:nvPicPr>
          <p:cNvPr id="2" name="Picture 1" descr="empowering"/>
          <p:cNvPicPr>
            <a:picLocks noChangeAspect="1"/>
          </p:cNvPicPr>
          <p:nvPr/>
        </p:nvPicPr>
        <p:blipFill>
          <a:blip r:embed="rId3"/>
          <a:srcRect t="4666" b="4531"/>
          <a:stretch>
            <a:fillRect/>
          </a:stretch>
        </p:blipFill>
        <p:spPr>
          <a:xfrm>
            <a:off x="224155" y="532765"/>
            <a:ext cx="3892550" cy="3534410"/>
          </a:xfrm>
          <a:prstGeom prst="rect">
            <a:avLst/>
          </a:prstGeom>
        </p:spPr>
      </p:pic>
      <p:sp>
        <p:nvSpPr>
          <p:cNvPr id="4" name="Text Box 3"/>
          <p:cNvSpPr txBox="1"/>
          <p:nvPr/>
        </p:nvSpPr>
        <p:spPr>
          <a:xfrm>
            <a:off x="4923155" y="97790"/>
            <a:ext cx="5490210" cy="460375"/>
          </a:xfrm>
          <a:prstGeom prst="rect">
            <a:avLst/>
          </a:prstGeom>
          <a:noFill/>
        </p:spPr>
        <p:txBody>
          <a:bodyPr wrap="square" rtlCol="0">
            <a:spAutoFit/>
          </a:bodyPr>
          <a:p>
            <a:r>
              <a:rPr lang="en-US" sz="2400" b="1">
                <a:solidFill>
                  <a:schemeClr val="tx1"/>
                </a:solidFill>
                <a:latin typeface="Heiti SC Medium" panose="02000000000000000000" charset="-122"/>
                <a:ea typeface="Heiti SC Medium" panose="02000000000000000000" charset="-122"/>
              </a:rPr>
              <a:t>Empowering Mankind</a:t>
            </a:r>
            <a:endParaRPr lang="en-US" sz="2400" b="1">
              <a:solidFill>
                <a:schemeClr val="tx1"/>
              </a:solidFill>
              <a:latin typeface="Heiti SC Medium" panose="02000000000000000000" charset="-122"/>
              <a:ea typeface="Heiti SC Medium" panose="02000000000000000000"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58" name="Shape 158"/>
        <p:cNvGrpSpPr/>
        <p:nvPr/>
      </p:nvGrpSpPr>
      <p:grpSpPr>
        <a:xfrm>
          <a:off x="0" y="0"/>
          <a:ext cx="0" cy="0"/>
          <a:chOff x="0" y="0"/>
          <a:chExt cx="0" cy="0"/>
        </a:xfrm>
      </p:grpSpPr>
      <p:sp>
        <p:nvSpPr>
          <p:cNvPr id="159" name="Google Shape;159;p35" descr="agenda_0"/>
          <p:cNvSpPr txBox="1"/>
          <p:nvPr/>
        </p:nvSpPr>
        <p:spPr>
          <a:xfrm>
            <a:off x="345000" y="1247500"/>
            <a:ext cx="3958500" cy="3330600"/>
          </a:xfrm>
          <a:prstGeom prst="rect">
            <a:avLst/>
          </a:prstGeom>
          <a:noFill/>
          <a:ln>
            <a:noFill/>
          </a:ln>
        </p:spPr>
        <p:txBody>
          <a:bodyPr spcFirstLastPara="1" wrap="square" lIns="0" tIns="91425" rIns="91425" bIns="0" anchor="t" anchorCtr="0">
            <a:noAutofit/>
          </a:bodyPr>
          <a:lstStyle/>
          <a:p>
            <a:pPr marL="457200" lvl="0" indent="-304800" algn="l" rtl="0">
              <a:lnSpc>
                <a:spcPct val="150000"/>
              </a:lnSpc>
              <a:spcBef>
                <a:spcPts val="0"/>
              </a:spcBef>
              <a:spcAft>
                <a:spcPts val="0"/>
              </a:spcAft>
              <a:buClr>
                <a:schemeClr val="dk2"/>
              </a:buClr>
              <a:buSzPts val="1200"/>
              <a:buFont typeface="Cabin"/>
              <a:buChar char="•"/>
            </a:pPr>
            <a:r>
              <a:rPr lang="en-GB" sz="1600">
                <a:solidFill>
                  <a:schemeClr val="dk2"/>
                </a:solidFill>
                <a:latin typeface="Cabin"/>
                <a:ea typeface="Cabin"/>
                <a:cs typeface="Cabin"/>
                <a:sym typeface="Cabin"/>
              </a:rPr>
              <a:t>What is Parent Management</a:t>
            </a:r>
            <a:endParaRPr sz="1600">
              <a:solidFill>
                <a:schemeClr val="dk2"/>
              </a:solidFill>
              <a:latin typeface="Cabin"/>
              <a:ea typeface="Cabin"/>
              <a:cs typeface="Cabin"/>
              <a:sym typeface="Cabin"/>
            </a:endParaRPr>
          </a:p>
          <a:p>
            <a:pPr marL="457200" lvl="0" indent="-304800" algn="l" rtl="0">
              <a:lnSpc>
                <a:spcPct val="150000"/>
              </a:lnSpc>
              <a:spcBef>
                <a:spcPts val="0"/>
              </a:spcBef>
              <a:spcAft>
                <a:spcPts val="0"/>
              </a:spcAft>
              <a:buClr>
                <a:schemeClr val="dk2"/>
              </a:buClr>
              <a:buSzPts val="1200"/>
              <a:buFont typeface="Cabin"/>
              <a:buChar char="•"/>
            </a:pPr>
            <a:r>
              <a:rPr lang="en-GB" sz="1600">
                <a:solidFill>
                  <a:schemeClr val="dk2"/>
                </a:solidFill>
                <a:latin typeface="Cabin"/>
                <a:ea typeface="Cabin"/>
                <a:cs typeface="Cabin"/>
                <a:sym typeface="Cabin"/>
              </a:rPr>
              <a:t>Importance of Parent Management</a:t>
            </a:r>
            <a:endParaRPr sz="1600">
              <a:solidFill>
                <a:schemeClr val="dk2"/>
              </a:solidFill>
              <a:latin typeface="Cabin"/>
              <a:ea typeface="Cabin"/>
              <a:cs typeface="Cabin"/>
              <a:sym typeface="Cabin"/>
            </a:endParaRPr>
          </a:p>
          <a:p>
            <a:pPr marL="457200" lvl="0" indent="-304800" algn="l" rtl="0">
              <a:lnSpc>
                <a:spcPct val="150000"/>
              </a:lnSpc>
              <a:spcBef>
                <a:spcPts val="0"/>
              </a:spcBef>
              <a:spcAft>
                <a:spcPts val="0"/>
              </a:spcAft>
              <a:buClr>
                <a:schemeClr val="dk2"/>
              </a:buClr>
              <a:buSzPts val="1200"/>
              <a:buFont typeface="Cabin"/>
              <a:buChar char="•"/>
            </a:pPr>
            <a:r>
              <a:rPr lang="en-GB" sz="1600">
                <a:solidFill>
                  <a:schemeClr val="dk2"/>
                </a:solidFill>
                <a:latin typeface="Cabin"/>
                <a:ea typeface="Cabin"/>
                <a:cs typeface="Cabin"/>
                <a:sym typeface="Cabin"/>
              </a:rPr>
              <a:t>Improved Child Behavior</a:t>
            </a:r>
            <a:endParaRPr sz="1600">
              <a:solidFill>
                <a:schemeClr val="dk2"/>
              </a:solidFill>
              <a:latin typeface="Cabin"/>
              <a:ea typeface="Cabin"/>
              <a:cs typeface="Cabin"/>
              <a:sym typeface="Cabin"/>
            </a:endParaRPr>
          </a:p>
          <a:p>
            <a:pPr marL="457200" lvl="0" indent="-304800" algn="l" rtl="0">
              <a:lnSpc>
                <a:spcPct val="150000"/>
              </a:lnSpc>
              <a:spcBef>
                <a:spcPts val="0"/>
              </a:spcBef>
              <a:spcAft>
                <a:spcPts val="0"/>
              </a:spcAft>
              <a:buClr>
                <a:schemeClr val="dk2"/>
              </a:buClr>
              <a:buSzPts val="1200"/>
              <a:buFont typeface="Cabin"/>
              <a:buChar char="•"/>
            </a:pPr>
            <a:r>
              <a:rPr lang="en-GB" sz="1600">
                <a:solidFill>
                  <a:schemeClr val="dk2"/>
                </a:solidFill>
                <a:latin typeface="Cabin"/>
                <a:ea typeface="Cabin"/>
                <a:cs typeface="Cabin"/>
                <a:sym typeface="Cabin"/>
              </a:rPr>
              <a:t>Improved Academic Performance</a:t>
            </a:r>
            <a:endParaRPr sz="1600">
              <a:solidFill>
                <a:schemeClr val="dk2"/>
              </a:solidFill>
              <a:latin typeface="Cabin"/>
              <a:ea typeface="Cabin"/>
              <a:cs typeface="Cabin"/>
              <a:sym typeface="Cabin"/>
            </a:endParaRPr>
          </a:p>
          <a:p>
            <a:pPr marL="457200" lvl="0" indent="-304800" algn="l" rtl="0">
              <a:lnSpc>
                <a:spcPct val="150000"/>
              </a:lnSpc>
              <a:spcBef>
                <a:spcPts val="0"/>
              </a:spcBef>
              <a:spcAft>
                <a:spcPts val="0"/>
              </a:spcAft>
              <a:buClr>
                <a:schemeClr val="dk2"/>
              </a:buClr>
              <a:buSzPts val="1200"/>
              <a:buFont typeface="Cabin"/>
              <a:buChar char="•"/>
            </a:pPr>
            <a:r>
              <a:rPr lang="en-GB" sz="1600">
                <a:solidFill>
                  <a:schemeClr val="dk2"/>
                </a:solidFill>
                <a:latin typeface="Cabin"/>
                <a:ea typeface="Cabin"/>
                <a:cs typeface="Cabin"/>
                <a:sym typeface="Cabin"/>
              </a:rPr>
              <a:t>Effective Parent Management Skills</a:t>
            </a:r>
            <a:endParaRPr sz="1600">
              <a:solidFill>
                <a:schemeClr val="dk2"/>
              </a:solidFill>
              <a:latin typeface="Cabin"/>
              <a:ea typeface="Cabin"/>
              <a:cs typeface="Cabin"/>
              <a:sym typeface="Cabin"/>
            </a:endParaRPr>
          </a:p>
          <a:p>
            <a:pPr marL="457200" lvl="0" indent="-304800" algn="l" rtl="0">
              <a:lnSpc>
                <a:spcPct val="150000"/>
              </a:lnSpc>
              <a:spcBef>
                <a:spcPts val="0"/>
              </a:spcBef>
              <a:spcAft>
                <a:spcPts val="0"/>
              </a:spcAft>
              <a:buClr>
                <a:schemeClr val="dk2"/>
              </a:buClr>
              <a:buSzPts val="1200"/>
              <a:buFont typeface="Cabin"/>
              <a:buChar char="•"/>
            </a:pPr>
            <a:r>
              <a:rPr lang="en-GB" sz="1600">
                <a:solidFill>
                  <a:schemeClr val="dk2"/>
                </a:solidFill>
                <a:latin typeface="Cabin"/>
                <a:ea typeface="Cabin"/>
                <a:cs typeface="Cabin"/>
                <a:sym typeface="Cabin"/>
              </a:rPr>
              <a:t>Strategies for Effective Communication</a:t>
            </a:r>
            <a:endParaRPr sz="1600">
              <a:solidFill>
                <a:schemeClr val="dk2"/>
              </a:solidFill>
              <a:latin typeface="Cabin"/>
              <a:ea typeface="Cabin"/>
              <a:cs typeface="Cabin"/>
              <a:sym typeface="Cabin"/>
            </a:endParaRPr>
          </a:p>
        </p:txBody>
      </p:sp>
      <p:sp>
        <p:nvSpPr>
          <p:cNvPr id="160" name="Google Shape;160;p35" descr="agenda_1"/>
          <p:cNvSpPr txBox="1"/>
          <p:nvPr/>
        </p:nvSpPr>
        <p:spPr>
          <a:xfrm>
            <a:off x="4303500" y="1247500"/>
            <a:ext cx="3958500" cy="3330600"/>
          </a:xfrm>
          <a:prstGeom prst="rect">
            <a:avLst/>
          </a:prstGeom>
          <a:noFill/>
          <a:ln>
            <a:noFill/>
          </a:ln>
        </p:spPr>
        <p:txBody>
          <a:bodyPr spcFirstLastPara="1" wrap="square" lIns="0" tIns="91425" rIns="91425" bIns="0" anchor="t" anchorCtr="0">
            <a:noAutofit/>
          </a:bodyPr>
          <a:lstStyle/>
          <a:p>
            <a:pPr marL="457200" marR="0" lvl="0" indent="-304800" algn="l" rtl="0">
              <a:lnSpc>
                <a:spcPct val="150000"/>
              </a:lnSpc>
              <a:spcBef>
                <a:spcPts val="0"/>
              </a:spcBef>
              <a:spcAft>
                <a:spcPts val="0"/>
              </a:spcAft>
              <a:buClr>
                <a:schemeClr val="dk2"/>
              </a:buClr>
              <a:buSzPts val="1200"/>
              <a:buFont typeface="Cabin"/>
              <a:buChar char="•"/>
            </a:pPr>
            <a:r>
              <a:rPr lang="en-GB" sz="1600">
                <a:solidFill>
                  <a:schemeClr val="dk2"/>
                </a:solidFill>
                <a:latin typeface="Cabin"/>
                <a:ea typeface="Cabin"/>
                <a:cs typeface="Cabin"/>
                <a:sym typeface="Cabin"/>
              </a:rPr>
              <a:t>Aids and Material Handling</a:t>
            </a:r>
            <a:endParaRPr sz="1600">
              <a:solidFill>
                <a:schemeClr val="dk2"/>
              </a:solidFill>
              <a:latin typeface="Cabin"/>
              <a:ea typeface="Cabin"/>
              <a:cs typeface="Cabin"/>
              <a:sym typeface="Cabin"/>
            </a:endParaRPr>
          </a:p>
          <a:p>
            <a:pPr marL="457200" marR="0" lvl="0" indent="-304800" algn="l" rtl="0">
              <a:lnSpc>
                <a:spcPct val="150000"/>
              </a:lnSpc>
              <a:spcBef>
                <a:spcPts val="0"/>
              </a:spcBef>
              <a:spcAft>
                <a:spcPts val="0"/>
              </a:spcAft>
              <a:buClr>
                <a:schemeClr val="dk2"/>
              </a:buClr>
              <a:buSzPts val="1200"/>
              <a:buFont typeface="Cabin"/>
              <a:buChar char="•"/>
            </a:pPr>
            <a:r>
              <a:rPr lang="en-GB" sz="1600">
                <a:solidFill>
                  <a:schemeClr val="dk2"/>
                </a:solidFill>
                <a:latin typeface="Cabin"/>
                <a:ea typeface="Cabin"/>
                <a:cs typeface="Cabin"/>
                <a:sym typeface="Cabin"/>
              </a:rPr>
              <a:t>Resource Management in Teaching</a:t>
            </a:r>
            <a:endParaRPr sz="1600">
              <a:solidFill>
                <a:schemeClr val="dk2"/>
              </a:solidFill>
              <a:latin typeface="Cabin"/>
              <a:ea typeface="Cabin"/>
              <a:cs typeface="Cabin"/>
              <a:sym typeface="Cabin"/>
            </a:endParaRPr>
          </a:p>
          <a:p>
            <a:pPr marL="457200" marR="0" lvl="0" indent="-304800" algn="l" rtl="0">
              <a:lnSpc>
                <a:spcPct val="150000"/>
              </a:lnSpc>
              <a:spcBef>
                <a:spcPts val="0"/>
              </a:spcBef>
              <a:spcAft>
                <a:spcPts val="0"/>
              </a:spcAft>
              <a:buClr>
                <a:schemeClr val="dk2"/>
              </a:buClr>
              <a:buSzPts val="1200"/>
              <a:buFont typeface="Cabin"/>
              <a:buChar char="•"/>
            </a:pPr>
            <a:r>
              <a:rPr lang="en-GB" sz="1600">
                <a:solidFill>
                  <a:schemeClr val="dk2"/>
                </a:solidFill>
                <a:latin typeface="Cabin"/>
                <a:ea typeface="Cabin"/>
                <a:cs typeface="Cabin"/>
                <a:sym typeface="Cabin"/>
              </a:rPr>
              <a:t>Concluding a Class</a:t>
            </a:r>
            <a:endParaRPr sz="1600">
              <a:solidFill>
                <a:schemeClr val="dk2"/>
              </a:solidFill>
              <a:latin typeface="Cabin"/>
              <a:ea typeface="Cabin"/>
              <a:cs typeface="Cabin"/>
              <a:sym typeface="Cabin"/>
            </a:endParaRPr>
          </a:p>
          <a:p>
            <a:pPr marL="457200" marR="0" lvl="0" indent="-304800" algn="l" rtl="0">
              <a:lnSpc>
                <a:spcPct val="150000"/>
              </a:lnSpc>
              <a:spcBef>
                <a:spcPts val="0"/>
              </a:spcBef>
              <a:spcAft>
                <a:spcPts val="0"/>
              </a:spcAft>
              <a:buClr>
                <a:schemeClr val="dk2"/>
              </a:buClr>
              <a:buSzPts val="1200"/>
              <a:buFont typeface="Cabin"/>
              <a:buChar char="•"/>
            </a:pPr>
            <a:r>
              <a:rPr lang="en-GB" sz="1600">
                <a:solidFill>
                  <a:schemeClr val="dk2"/>
                </a:solidFill>
                <a:latin typeface="Cabin"/>
                <a:ea typeface="Cabin"/>
                <a:cs typeface="Cabin"/>
                <a:sym typeface="Cabin"/>
              </a:rPr>
              <a:t>Class Conclusion Techniques</a:t>
            </a:r>
            <a:endParaRPr sz="1600">
              <a:solidFill>
                <a:schemeClr val="dk2"/>
              </a:solidFill>
              <a:latin typeface="Cabin"/>
              <a:ea typeface="Cabin"/>
              <a:cs typeface="Cabin"/>
              <a:sym typeface="Cabin"/>
            </a:endParaRPr>
          </a:p>
          <a:p>
            <a:pPr marL="457200" marR="0" lvl="0" indent="-304800" algn="l" rtl="0">
              <a:lnSpc>
                <a:spcPct val="150000"/>
              </a:lnSpc>
              <a:spcBef>
                <a:spcPts val="0"/>
              </a:spcBef>
              <a:spcAft>
                <a:spcPts val="0"/>
              </a:spcAft>
              <a:buClr>
                <a:schemeClr val="dk2"/>
              </a:buClr>
              <a:buSzPts val="1200"/>
              <a:buFont typeface="Cabin"/>
              <a:buChar char="•"/>
            </a:pPr>
            <a:r>
              <a:rPr lang="en-GB" sz="1600">
                <a:solidFill>
                  <a:schemeClr val="dk2"/>
                </a:solidFill>
                <a:latin typeface="Cabin"/>
                <a:ea typeface="Cabin"/>
                <a:cs typeface="Cabin"/>
                <a:sym typeface="Cabin"/>
              </a:rPr>
              <a:t>Thank You</a:t>
            </a:r>
            <a:endParaRPr sz="1600">
              <a:solidFill>
                <a:schemeClr val="dk2"/>
              </a:solidFill>
              <a:latin typeface="Cabin"/>
              <a:ea typeface="Cabin"/>
              <a:cs typeface="Cabin"/>
              <a:sym typeface="Cabin"/>
            </a:endParaRPr>
          </a:p>
        </p:txBody>
      </p:sp>
      <p:sp>
        <p:nvSpPr>
          <p:cNvPr id="161" name="Google Shape;161;p35"/>
          <p:cNvSpPr/>
          <p:nvPr/>
        </p:nvSpPr>
        <p:spPr>
          <a:xfrm>
            <a:off x="345000" y="271925"/>
            <a:ext cx="2398200" cy="312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GB" sz="1200" b="1">
                <a:solidFill>
                  <a:schemeClr val="dk2"/>
                </a:solidFill>
                <a:latin typeface="Cabin"/>
                <a:ea typeface="Cabin"/>
                <a:cs typeface="Cabin"/>
                <a:sym typeface="Cabin"/>
              </a:rPr>
              <a:t>Agenda</a:t>
            </a:r>
            <a:endParaRPr sz="1200" b="1">
              <a:solidFill>
                <a:schemeClr val="dk2"/>
              </a:solidFill>
              <a:latin typeface="Cabin"/>
              <a:ea typeface="Cabin"/>
              <a:cs typeface="Cabin"/>
              <a:sym typeface="Cabin"/>
            </a:endParaRPr>
          </a:p>
        </p:txBody>
      </p:sp>
      <p:cxnSp>
        <p:nvCxnSpPr>
          <p:cNvPr id="162" name="Google Shape;162;p35"/>
          <p:cNvCxnSpPr/>
          <p:nvPr/>
        </p:nvCxnSpPr>
        <p:spPr>
          <a:xfrm>
            <a:off x="345000" y="677725"/>
            <a:ext cx="8454000" cy="0"/>
          </a:xfrm>
          <a:prstGeom prst="straightConnector1">
            <a:avLst/>
          </a:prstGeom>
          <a:noFill/>
          <a:ln w="9525" cap="flat" cmpd="sng">
            <a:solidFill>
              <a:schemeClr val="dk2"/>
            </a:solidFill>
            <a:prstDash val="solid"/>
            <a:round/>
            <a:headEnd type="none" w="med" len="med"/>
            <a:tailEnd type="none" w="med" len="med"/>
          </a:ln>
        </p:spPr>
      </p:cxnSp>
      <p:pic>
        <p:nvPicPr>
          <p:cNvPr id="7" name="Picture 6" descr="pixelcut-export (1)"/>
          <p:cNvPicPr>
            <a:picLocks noChangeAspect="1"/>
          </p:cNvPicPr>
          <p:nvPr/>
        </p:nvPicPr>
        <p:blipFill>
          <a:blip r:embed="rId1"/>
          <a:srcRect t="22967" b="48563"/>
          <a:stretch>
            <a:fillRect/>
          </a:stretch>
        </p:blipFill>
        <p:spPr>
          <a:xfrm>
            <a:off x="0" y="4364990"/>
            <a:ext cx="2733040" cy="77851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66" name="Shape 166"/>
        <p:cNvGrpSpPr/>
        <p:nvPr/>
      </p:nvGrpSpPr>
      <p:grpSpPr>
        <a:xfrm>
          <a:off x="0" y="0"/>
          <a:ext cx="0" cy="0"/>
          <a:chOff x="0" y="0"/>
          <a:chExt cx="0" cy="0"/>
        </a:xfrm>
      </p:grpSpPr>
      <p:sp>
        <p:nvSpPr>
          <p:cNvPr id="167" name="Google Shape;167;p36"/>
          <p:cNvSpPr/>
          <p:nvPr/>
        </p:nvSpPr>
        <p:spPr>
          <a:xfrm>
            <a:off x="0" y="0"/>
            <a:ext cx="4572000" cy="51435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bin"/>
              <a:ea typeface="Cabin"/>
              <a:cs typeface="Cabin"/>
              <a:sym typeface="Cabin"/>
            </a:endParaRPr>
          </a:p>
        </p:txBody>
      </p:sp>
      <p:sp>
        <p:nvSpPr>
          <p:cNvPr id="168" name="Google Shape;168;p36" descr="chapter"/>
          <p:cNvSpPr/>
          <p:nvPr/>
        </p:nvSpPr>
        <p:spPr>
          <a:xfrm>
            <a:off x="345000" y="271925"/>
            <a:ext cx="2398200" cy="312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GB" sz="1000" b="1">
                <a:solidFill>
                  <a:schemeClr val="lt1"/>
                </a:solidFill>
                <a:latin typeface="Cabin"/>
                <a:ea typeface="Cabin"/>
                <a:cs typeface="Cabin"/>
                <a:sym typeface="Cabin"/>
              </a:rPr>
              <a:t>Parent Management</a:t>
            </a:r>
            <a:endParaRPr sz="1000" b="1">
              <a:solidFill>
                <a:schemeClr val="lt1"/>
              </a:solidFill>
              <a:latin typeface="Cabin"/>
              <a:ea typeface="Cabin"/>
              <a:cs typeface="Cabin"/>
              <a:sym typeface="Cabin"/>
            </a:endParaRPr>
          </a:p>
        </p:txBody>
      </p:sp>
      <p:sp>
        <p:nvSpPr>
          <p:cNvPr id="169" name="Google Shape;169;p36" descr="title"/>
          <p:cNvSpPr txBox="1"/>
          <p:nvPr>
            <p:ph type="title"/>
          </p:nvPr>
        </p:nvSpPr>
        <p:spPr>
          <a:xfrm>
            <a:off x="4933315" y="635"/>
            <a:ext cx="3871595" cy="123444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sz="1800">
                <a:solidFill>
                  <a:schemeClr val="lt1"/>
                </a:solidFill>
              </a:rPr>
              <a:t>What is Parent Management</a:t>
            </a:r>
            <a:endParaRPr sz="1800">
              <a:solidFill>
                <a:schemeClr val="lt1"/>
              </a:solidFill>
            </a:endParaRPr>
          </a:p>
        </p:txBody>
      </p:sp>
      <p:sp>
        <p:nvSpPr>
          <p:cNvPr id="170" name="Google Shape;170;p36" descr="detail_0"/>
          <p:cNvSpPr txBox="1"/>
          <p:nvPr>
            <p:ph type="body" idx="2"/>
          </p:nvPr>
        </p:nvSpPr>
        <p:spPr>
          <a:xfrm>
            <a:off x="4870525" y="300750"/>
            <a:ext cx="3934200" cy="4542000"/>
          </a:xfrm>
          <a:prstGeom prst="rect">
            <a:avLst/>
          </a:prstGeom>
          <a:ln>
            <a:noFill/>
          </a:ln>
        </p:spPr>
        <p:txBody>
          <a:bodyPr spcFirstLastPara="1" wrap="square" lIns="91425" tIns="91425" rIns="0" bIns="91425" anchor="ctr" anchorCtr="0">
            <a:noAutofit/>
          </a:bodyPr>
          <a:lstStyle/>
          <a:p>
            <a:pPr marL="0" lvl="0" indent="0" algn="l" rtl="0">
              <a:lnSpc>
                <a:spcPct val="130000"/>
              </a:lnSpc>
              <a:spcBef>
                <a:spcPts val="0"/>
              </a:spcBef>
              <a:spcAft>
                <a:spcPts val="2000"/>
              </a:spcAft>
              <a:buNone/>
            </a:pPr>
            <a:r>
              <a:rPr lang="en-GB" sz="1400"/>
              <a:t>Parent management refers to the skills and strategies that parents use to interact effectively with their children. It is crucial for building strong relationships based on trust and transparency. Effective parent management can significantly impact a child's behavior and academic performance, fostering a collaborative environment where both parents and teachers work together to support the child's unique needs.</a:t>
            </a:r>
            <a:endParaRPr sz="1400"/>
          </a:p>
        </p:txBody>
      </p:sp>
      <p:pic>
        <p:nvPicPr>
          <p:cNvPr id="1" name="Picture 0" descr="parent engagement"/>
          <p:cNvPicPr>
            <a:picLocks noChangeAspect="1"/>
          </p:cNvPicPr>
          <p:nvPr/>
        </p:nvPicPr>
        <p:blipFill>
          <a:blip r:embed="rId1"/>
          <a:stretch>
            <a:fillRect/>
          </a:stretch>
        </p:blipFill>
        <p:spPr>
          <a:xfrm>
            <a:off x="245110" y="1049020"/>
            <a:ext cx="4014470" cy="3061970"/>
          </a:xfrm>
          <a:prstGeom prst="rect">
            <a:avLst/>
          </a:prstGeom>
        </p:spPr>
      </p:pic>
      <p:pic>
        <p:nvPicPr>
          <p:cNvPr id="7" name="Picture 6" descr="pixelcut-export (1)"/>
          <p:cNvPicPr>
            <a:picLocks noChangeAspect="1"/>
          </p:cNvPicPr>
          <p:nvPr/>
        </p:nvPicPr>
        <p:blipFill>
          <a:blip r:embed="rId2"/>
          <a:srcRect t="22967" b="48563"/>
          <a:stretch>
            <a:fillRect/>
          </a:stretch>
        </p:blipFill>
        <p:spPr>
          <a:xfrm>
            <a:off x="6642735" y="4481830"/>
            <a:ext cx="2733040" cy="77851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74" name="Shape 174"/>
        <p:cNvGrpSpPr/>
        <p:nvPr/>
      </p:nvGrpSpPr>
      <p:grpSpPr>
        <a:xfrm>
          <a:off x="0" y="0"/>
          <a:ext cx="0" cy="0"/>
          <a:chOff x="0" y="0"/>
          <a:chExt cx="0" cy="0"/>
        </a:xfrm>
      </p:grpSpPr>
      <p:sp>
        <p:nvSpPr>
          <p:cNvPr id="175" name="Google Shape;175;p37" descr="title"/>
          <p:cNvSpPr txBox="1"/>
          <p:nvPr>
            <p:ph type="title"/>
          </p:nvPr>
        </p:nvSpPr>
        <p:spPr>
          <a:xfrm>
            <a:off x="345000" y="685800"/>
            <a:ext cx="6058500" cy="461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sz="1800"/>
              <a:t>Importance of Parent Management</a:t>
            </a:r>
            <a:endParaRPr sz="1800"/>
          </a:p>
        </p:txBody>
      </p:sp>
      <p:sp>
        <p:nvSpPr>
          <p:cNvPr id="176" name="Google Shape;176;p37" descr="detail_0"/>
          <p:cNvSpPr txBox="1"/>
          <p:nvPr>
            <p:ph type="body" idx="2"/>
          </p:nvPr>
        </p:nvSpPr>
        <p:spPr>
          <a:xfrm>
            <a:off x="345000" y="2222950"/>
            <a:ext cx="3962100" cy="2422200"/>
          </a:xfrm>
          <a:prstGeom prst="rect">
            <a:avLst/>
          </a:prstGeom>
        </p:spPr>
        <p:txBody>
          <a:bodyPr spcFirstLastPara="1" wrap="square" lIns="91425" tIns="91425" rIns="91425" bIns="91425" anchor="t" anchorCtr="0">
            <a:noAutofit/>
          </a:bodyPr>
          <a:lstStyle/>
          <a:p>
            <a:pPr marL="371475" lvl="0" indent="-247650" algn="l" rtl="0">
              <a:lnSpc>
                <a:spcPct val="100000"/>
              </a:lnSpc>
              <a:spcBef>
                <a:spcPts val="0"/>
              </a:spcBef>
              <a:spcAft>
                <a:spcPts val="0"/>
              </a:spcAft>
              <a:buClr>
                <a:schemeClr val="accent4"/>
              </a:buClr>
              <a:buSzPts val="1200"/>
              <a:buChar char="•"/>
            </a:pPr>
            <a:r>
              <a:rPr lang="en-GB" sz="1200"/>
              <a:t>Parent management training can help parents learn how to improve their interactions with their children.</a:t>
            </a:r>
            <a:endParaRPr sz="1200"/>
          </a:p>
          <a:p>
            <a:pPr marL="371475" lvl="0" indent="-247650" algn="l" rtl="0">
              <a:lnSpc>
                <a:spcPct val="100000"/>
              </a:lnSpc>
              <a:spcBef>
                <a:spcPts val="1000"/>
              </a:spcBef>
              <a:spcAft>
                <a:spcPts val="0"/>
              </a:spcAft>
              <a:buClr>
                <a:schemeClr val="accent4"/>
              </a:buClr>
              <a:buSzPts val="1200"/>
              <a:buChar char="•"/>
            </a:pPr>
            <a:r>
              <a:rPr lang="en-GB" sz="1200"/>
              <a:t>This training can help reduce disruptive or inappropriate behaviors.</a:t>
            </a:r>
            <a:endParaRPr sz="1200"/>
          </a:p>
          <a:p>
            <a:pPr marL="371475" lvl="0" indent="-247650" algn="l" rtl="0">
              <a:lnSpc>
                <a:spcPct val="100000"/>
              </a:lnSpc>
              <a:spcBef>
                <a:spcPts val="1000"/>
              </a:spcBef>
              <a:spcAft>
                <a:spcPts val="1000"/>
              </a:spcAft>
              <a:buClr>
                <a:schemeClr val="accent4"/>
              </a:buClr>
              <a:buSzPts val="1200"/>
              <a:buChar char="•"/>
            </a:pPr>
            <a:r>
              <a:rPr lang="en-GB" sz="1200"/>
              <a:t>Building strong relationships fosters trust, which is essential for effective parenting.</a:t>
            </a:r>
            <a:endParaRPr sz="1200"/>
          </a:p>
        </p:txBody>
      </p:sp>
      <p:sp>
        <p:nvSpPr>
          <p:cNvPr id="177" name="Google Shape;177;p37" descr="header_0"/>
          <p:cNvSpPr txBox="1"/>
          <p:nvPr>
            <p:ph type="subTitle" idx="1"/>
          </p:nvPr>
        </p:nvSpPr>
        <p:spPr>
          <a:xfrm>
            <a:off x="345000" y="1446300"/>
            <a:ext cx="3962100" cy="505200"/>
          </a:xfrm>
          <a:prstGeom prst="rect">
            <a:avLst/>
          </a:prstGeom>
        </p:spPr>
        <p:txBody>
          <a:bodyPr spcFirstLastPara="1" wrap="square" lIns="91425" tIns="91425" rIns="91425" bIns="0" anchor="b" anchorCtr="0">
            <a:noAutofit/>
          </a:bodyPr>
          <a:lstStyle/>
          <a:p>
            <a:pPr marL="0" lvl="0" indent="0" algn="l" rtl="0">
              <a:spcBef>
                <a:spcPts val="0"/>
              </a:spcBef>
              <a:spcAft>
                <a:spcPts val="0"/>
              </a:spcAft>
              <a:buNone/>
            </a:pPr>
            <a:r>
              <a:rPr lang="en-GB" sz="1400" b="1">
                <a:solidFill>
                  <a:schemeClr val="accent1"/>
                </a:solidFill>
              </a:rPr>
              <a:t>Impact on Child Behavior</a:t>
            </a:r>
            <a:endParaRPr sz="1400" b="1">
              <a:solidFill>
                <a:schemeClr val="accent1"/>
              </a:solidFill>
            </a:endParaRPr>
          </a:p>
        </p:txBody>
      </p:sp>
      <p:sp>
        <p:nvSpPr>
          <p:cNvPr id="178" name="Google Shape;178;p37" descr="detail_1"/>
          <p:cNvSpPr txBox="1"/>
          <p:nvPr>
            <p:ph type="body" idx="4294967295"/>
          </p:nvPr>
        </p:nvSpPr>
        <p:spPr>
          <a:xfrm>
            <a:off x="4572000" y="2222950"/>
            <a:ext cx="3962100" cy="2422200"/>
          </a:xfrm>
          <a:prstGeom prst="rect">
            <a:avLst/>
          </a:prstGeom>
        </p:spPr>
        <p:txBody>
          <a:bodyPr spcFirstLastPara="1" wrap="square" lIns="91425" tIns="91425" rIns="91425" bIns="91425" anchor="t" anchorCtr="0">
            <a:noAutofit/>
          </a:bodyPr>
          <a:lstStyle/>
          <a:p>
            <a:pPr marL="371475" marR="0" lvl="0" indent="-247650" algn="l" rtl="0">
              <a:lnSpc>
                <a:spcPct val="100000"/>
              </a:lnSpc>
              <a:spcBef>
                <a:spcPts val="0"/>
              </a:spcBef>
              <a:spcAft>
                <a:spcPts val="0"/>
              </a:spcAft>
              <a:buClr>
                <a:schemeClr val="accent4"/>
              </a:buClr>
              <a:buSzPts val="1200"/>
              <a:buChar char="•"/>
            </a:pPr>
            <a:r>
              <a:rPr lang="en-GB" sz="1200"/>
              <a:t>Research shows that collaboration between parents and teachers positively impacts a student's academic performance.</a:t>
            </a:r>
            <a:endParaRPr sz="1200"/>
          </a:p>
          <a:p>
            <a:pPr marL="371475" marR="0" lvl="0" indent="-247650" algn="l" rtl="0">
              <a:lnSpc>
                <a:spcPct val="100000"/>
              </a:lnSpc>
              <a:spcBef>
                <a:spcPts val="1000"/>
              </a:spcBef>
              <a:spcAft>
                <a:spcPts val="0"/>
              </a:spcAft>
              <a:buClr>
                <a:schemeClr val="accent4"/>
              </a:buClr>
              <a:buSzPts val="1200"/>
              <a:buChar char="•"/>
            </a:pPr>
            <a:r>
              <a:rPr lang="en-GB" sz="1200"/>
              <a:t>Effective parent-teacher partnerships are built on open communication and collaboration.</a:t>
            </a:r>
            <a:endParaRPr sz="1200"/>
          </a:p>
          <a:p>
            <a:pPr marL="371475" marR="0" lvl="0" indent="-247650" algn="l" rtl="0">
              <a:lnSpc>
                <a:spcPct val="100000"/>
              </a:lnSpc>
              <a:spcBef>
                <a:spcPts val="1000"/>
              </a:spcBef>
              <a:spcAft>
                <a:spcPts val="1000"/>
              </a:spcAft>
              <a:buClr>
                <a:schemeClr val="accent4"/>
              </a:buClr>
              <a:buSzPts val="1200"/>
              <a:buChar char="•"/>
            </a:pPr>
            <a:r>
              <a:rPr lang="en-GB" sz="1200"/>
              <a:t>Improved parent engagement leads to better educational outcomes for children.</a:t>
            </a:r>
            <a:endParaRPr sz="1200"/>
          </a:p>
        </p:txBody>
      </p:sp>
      <p:sp>
        <p:nvSpPr>
          <p:cNvPr id="179" name="Google Shape;179;p37" descr="header_1"/>
          <p:cNvSpPr txBox="1"/>
          <p:nvPr>
            <p:ph type="subTitle" idx="4294967295"/>
          </p:nvPr>
        </p:nvSpPr>
        <p:spPr>
          <a:xfrm>
            <a:off x="4572000" y="1446300"/>
            <a:ext cx="3962100" cy="505200"/>
          </a:xfrm>
          <a:prstGeom prst="rect">
            <a:avLst/>
          </a:prstGeom>
        </p:spPr>
        <p:txBody>
          <a:bodyPr spcFirstLastPara="1" wrap="square" lIns="91425" tIns="91425" rIns="91425" bIns="0" anchor="b" anchorCtr="0">
            <a:noAutofit/>
          </a:bodyPr>
          <a:lstStyle/>
          <a:p>
            <a:pPr marL="0" lvl="0" indent="0" algn="l" rtl="0">
              <a:spcBef>
                <a:spcPts val="0"/>
              </a:spcBef>
              <a:spcAft>
                <a:spcPts val="800"/>
              </a:spcAft>
              <a:buNone/>
            </a:pPr>
            <a:r>
              <a:rPr lang="en-GB" b="1">
                <a:solidFill>
                  <a:schemeClr val="accent1"/>
                </a:solidFill>
              </a:rPr>
              <a:t>Impact on Academic Performance</a:t>
            </a:r>
            <a:endParaRPr b="1">
              <a:solidFill>
                <a:schemeClr val="accent1"/>
              </a:solidFill>
            </a:endParaRPr>
          </a:p>
        </p:txBody>
      </p:sp>
      <p:sp>
        <p:nvSpPr>
          <p:cNvPr id="180" name="Google Shape;180;p37" descr="chapter"/>
          <p:cNvSpPr/>
          <p:nvPr/>
        </p:nvSpPr>
        <p:spPr>
          <a:xfrm>
            <a:off x="345000" y="271925"/>
            <a:ext cx="2398200" cy="312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GB" sz="1000" b="1">
                <a:solidFill>
                  <a:schemeClr val="accent1"/>
                </a:solidFill>
                <a:latin typeface="Cabin"/>
                <a:ea typeface="Cabin"/>
                <a:cs typeface="Cabin"/>
                <a:sym typeface="Cabin"/>
              </a:rPr>
              <a:t>Parent Management</a:t>
            </a:r>
            <a:endParaRPr sz="1000" b="1">
              <a:solidFill>
                <a:schemeClr val="accent1"/>
              </a:solidFill>
              <a:latin typeface="Cabin"/>
              <a:ea typeface="Cabin"/>
              <a:cs typeface="Cabin"/>
              <a:sym typeface="Cabin"/>
            </a:endParaRPr>
          </a:p>
        </p:txBody>
      </p:sp>
      <p:cxnSp>
        <p:nvCxnSpPr>
          <p:cNvPr id="181" name="Google Shape;181;p37"/>
          <p:cNvCxnSpPr/>
          <p:nvPr/>
        </p:nvCxnSpPr>
        <p:spPr>
          <a:xfrm>
            <a:off x="345000" y="584825"/>
            <a:ext cx="8454000" cy="0"/>
          </a:xfrm>
          <a:prstGeom prst="straightConnector1">
            <a:avLst/>
          </a:prstGeom>
          <a:noFill/>
          <a:ln w="9525" cap="flat" cmpd="sng">
            <a:solidFill>
              <a:schemeClr val="accent1"/>
            </a:solidFill>
            <a:prstDash val="solid"/>
            <a:round/>
            <a:headEnd type="none" w="med" len="med"/>
            <a:tailEnd type="none" w="med" len="med"/>
          </a:ln>
        </p:spPr>
      </p:cxnSp>
      <p:pic>
        <p:nvPicPr>
          <p:cNvPr id="7" name="Picture 6" descr="pixelcut-export (1)"/>
          <p:cNvPicPr>
            <a:picLocks noChangeAspect="1"/>
          </p:cNvPicPr>
          <p:nvPr/>
        </p:nvPicPr>
        <p:blipFill>
          <a:blip r:embed="rId1"/>
          <a:srcRect t="22967" b="48563"/>
          <a:stretch>
            <a:fillRect/>
          </a:stretch>
        </p:blipFill>
        <p:spPr>
          <a:xfrm>
            <a:off x="0" y="4364990"/>
            <a:ext cx="2733040" cy="77851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85" name="Shape 185"/>
        <p:cNvGrpSpPr/>
        <p:nvPr/>
      </p:nvGrpSpPr>
      <p:grpSpPr>
        <a:xfrm>
          <a:off x="0" y="0"/>
          <a:ext cx="0" cy="0"/>
          <a:chOff x="0" y="0"/>
          <a:chExt cx="0" cy="0"/>
        </a:xfrm>
      </p:grpSpPr>
      <p:sp>
        <p:nvSpPr>
          <p:cNvPr id="186" name="Google Shape;186;p38"/>
          <p:cNvSpPr/>
          <p:nvPr/>
        </p:nvSpPr>
        <p:spPr>
          <a:xfrm>
            <a:off x="3915075" y="1248175"/>
            <a:ext cx="4884000" cy="3536400"/>
          </a:xfrm>
          <a:prstGeom prst="roundRect">
            <a:avLst>
              <a:gd name="adj" fmla="val 2695"/>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bin"/>
              <a:ea typeface="Cabin"/>
              <a:cs typeface="Cabin"/>
              <a:sym typeface="Cabin"/>
            </a:endParaRPr>
          </a:p>
        </p:txBody>
      </p:sp>
      <p:sp>
        <p:nvSpPr>
          <p:cNvPr id="187" name="Google Shape;187;p38"/>
          <p:cNvSpPr/>
          <p:nvPr/>
        </p:nvSpPr>
        <p:spPr>
          <a:xfrm>
            <a:off x="345000" y="1248175"/>
            <a:ext cx="3417600" cy="3536400"/>
          </a:xfrm>
          <a:prstGeom prst="roundRect">
            <a:avLst>
              <a:gd name="adj" fmla="val 2695"/>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bin"/>
              <a:ea typeface="Cabin"/>
              <a:cs typeface="Cabin"/>
              <a:sym typeface="Cabin"/>
            </a:endParaRPr>
          </a:p>
        </p:txBody>
      </p:sp>
      <p:sp>
        <p:nvSpPr>
          <p:cNvPr id="188" name="Google Shape;188;p38" descr="chapter"/>
          <p:cNvSpPr/>
          <p:nvPr/>
        </p:nvSpPr>
        <p:spPr>
          <a:xfrm>
            <a:off x="345000" y="271925"/>
            <a:ext cx="2398200" cy="312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GB" sz="1000" b="1">
                <a:solidFill>
                  <a:schemeClr val="accent1"/>
                </a:solidFill>
                <a:latin typeface="Cabin"/>
                <a:ea typeface="Cabin"/>
                <a:cs typeface="Cabin"/>
                <a:sym typeface="Cabin"/>
              </a:rPr>
              <a:t>Parent Management</a:t>
            </a:r>
            <a:endParaRPr sz="1000" b="1">
              <a:solidFill>
                <a:schemeClr val="accent1"/>
              </a:solidFill>
              <a:latin typeface="Cabin"/>
              <a:ea typeface="Cabin"/>
              <a:cs typeface="Cabin"/>
              <a:sym typeface="Cabin"/>
            </a:endParaRPr>
          </a:p>
        </p:txBody>
      </p:sp>
      <p:sp>
        <p:nvSpPr>
          <p:cNvPr id="189" name="Google Shape;189;p38" descr="detail_0"/>
          <p:cNvSpPr txBox="1"/>
          <p:nvPr>
            <p:ph type="body" idx="2"/>
          </p:nvPr>
        </p:nvSpPr>
        <p:spPr>
          <a:xfrm>
            <a:off x="4080950" y="1844600"/>
            <a:ext cx="4595700" cy="2508300"/>
          </a:xfrm>
          <a:prstGeom prst="rect">
            <a:avLst/>
          </a:prstGeom>
          <a:ln>
            <a:noFill/>
          </a:ln>
        </p:spPr>
        <p:txBody>
          <a:bodyPr spcFirstLastPara="1" wrap="square" lIns="91425" tIns="91425" rIns="0" bIns="91425" anchor="t" anchorCtr="0">
            <a:noAutofit/>
          </a:bodyPr>
          <a:lstStyle/>
          <a:p>
            <a:pPr marL="371475" lvl="0" indent="-234950" algn="l" rtl="0">
              <a:lnSpc>
                <a:spcPct val="130000"/>
              </a:lnSpc>
              <a:spcBef>
                <a:spcPts val="0"/>
              </a:spcBef>
              <a:spcAft>
                <a:spcPts val="0"/>
              </a:spcAft>
              <a:buClr>
                <a:schemeClr val="dk1"/>
              </a:buClr>
              <a:buSzPts val="1000"/>
              <a:buFont typeface="Cabin"/>
              <a:buChar char="•"/>
            </a:pPr>
            <a:r>
              <a:rPr lang="en-GB" sz="1200"/>
              <a:t>Parent management training can help parents learn how to improve their interactions with their children. This training focuses on techniques to enhance communication and understanding, which can lead to better behavior.</a:t>
            </a:r>
            <a:endParaRPr sz="1200"/>
          </a:p>
          <a:p>
            <a:pPr marL="371475" lvl="0" indent="-234950" algn="l" rtl="0">
              <a:lnSpc>
                <a:spcPct val="130000"/>
              </a:lnSpc>
              <a:spcBef>
                <a:spcPts val="1000"/>
              </a:spcBef>
              <a:spcAft>
                <a:spcPts val="0"/>
              </a:spcAft>
              <a:buClr>
                <a:schemeClr val="dk1"/>
              </a:buClr>
              <a:buSzPts val="1000"/>
              <a:buFont typeface="Cabin"/>
              <a:buChar char="•"/>
            </a:pPr>
            <a:r>
              <a:rPr lang="en-GB" sz="1200"/>
              <a:t>By fostering a strong connection based on trust, parents can reduce disruptive or inappropriate behaviors in their children, leading to a more harmonious home environment.</a:t>
            </a:r>
            <a:endParaRPr sz="1200"/>
          </a:p>
          <a:p>
            <a:pPr marL="371475" lvl="0" indent="-234950" algn="l" rtl="0">
              <a:lnSpc>
                <a:spcPct val="130000"/>
              </a:lnSpc>
              <a:spcBef>
                <a:spcPts val="1000"/>
              </a:spcBef>
              <a:spcAft>
                <a:spcPts val="1000"/>
              </a:spcAft>
              <a:buClr>
                <a:schemeClr val="dk1"/>
              </a:buClr>
              <a:buSzPts val="1000"/>
              <a:buFont typeface="Cabin"/>
              <a:buChar char="•"/>
            </a:pPr>
            <a:r>
              <a:rPr lang="en-GB" sz="1200"/>
              <a:t>Effective parent management strategies equip parents with tools to address behavioral challenges proactively, encouraging positive behavior changes over time.</a:t>
            </a:r>
            <a:endParaRPr sz="1200"/>
          </a:p>
        </p:txBody>
      </p:sp>
      <p:cxnSp>
        <p:nvCxnSpPr>
          <p:cNvPr id="190" name="Google Shape;190;p38"/>
          <p:cNvCxnSpPr/>
          <p:nvPr/>
        </p:nvCxnSpPr>
        <p:spPr>
          <a:xfrm>
            <a:off x="345000" y="584825"/>
            <a:ext cx="8454000" cy="0"/>
          </a:xfrm>
          <a:prstGeom prst="straightConnector1">
            <a:avLst/>
          </a:prstGeom>
          <a:noFill/>
          <a:ln w="9525" cap="flat" cmpd="sng">
            <a:solidFill>
              <a:schemeClr val="accent1"/>
            </a:solidFill>
            <a:prstDash val="solid"/>
            <a:round/>
            <a:headEnd type="none" w="med" len="med"/>
            <a:tailEnd type="none" w="med" len="med"/>
          </a:ln>
        </p:spPr>
      </p:cxnSp>
      <p:sp>
        <p:nvSpPr>
          <p:cNvPr id="191" name="Google Shape;191;p38" descr="header_0"/>
          <p:cNvSpPr txBox="1"/>
          <p:nvPr>
            <p:ph type="subTitle" idx="1"/>
          </p:nvPr>
        </p:nvSpPr>
        <p:spPr>
          <a:xfrm>
            <a:off x="4080950" y="1397750"/>
            <a:ext cx="4595700" cy="705900"/>
          </a:xfrm>
          <a:prstGeom prst="rect">
            <a:avLst/>
          </a:prstGeom>
        </p:spPr>
        <p:txBody>
          <a:bodyPr spcFirstLastPara="1" wrap="square" lIns="0" tIns="91425" rIns="91425" bIns="91425" anchor="t" anchorCtr="0">
            <a:noAutofit/>
          </a:bodyPr>
          <a:lstStyle/>
          <a:p>
            <a:pPr marL="0" marR="0" lvl="0" indent="0" algn="l" rtl="0">
              <a:lnSpc>
                <a:spcPct val="100000"/>
              </a:lnSpc>
              <a:spcBef>
                <a:spcPts val="0"/>
              </a:spcBef>
              <a:spcAft>
                <a:spcPts val="0"/>
              </a:spcAft>
              <a:buNone/>
            </a:pPr>
            <a:r>
              <a:rPr lang="en-GB" sz="1400" b="1">
                <a:solidFill>
                  <a:schemeClr val="dk1"/>
                </a:solidFill>
              </a:rPr>
              <a:t>Enhancing Parent-Child Interactions</a:t>
            </a:r>
            <a:endParaRPr sz="1400" b="1">
              <a:solidFill>
                <a:schemeClr val="dk1"/>
              </a:solidFill>
            </a:endParaRPr>
          </a:p>
        </p:txBody>
      </p:sp>
      <p:sp>
        <p:nvSpPr>
          <p:cNvPr id="192" name="Google Shape;192;p38" descr="title"/>
          <p:cNvSpPr txBox="1"/>
          <p:nvPr>
            <p:ph type="title"/>
          </p:nvPr>
        </p:nvSpPr>
        <p:spPr>
          <a:xfrm>
            <a:off x="345000" y="685800"/>
            <a:ext cx="6058500" cy="461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sz="1800">
                <a:solidFill>
                  <a:schemeClr val="accent1"/>
                </a:solidFill>
              </a:rPr>
              <a:t>Improved Child Behavior</a:t>
            </a:r>
            <a:endParaRPr sz="1800">
              <a:solidFill>
                <a:schemeClr val="accent1"/>
              </a:solidFill>
            </a:endParaRPr>
          </a:p>
        </p:txBody>
      </p:sp>
      <p:pic>
        <p:nvPicPr>
          <p:cNvPr id="193" name="Google Shape;193;p38"/>
          <p:cNvPicPr preferRelativeResize="0"/>
          <p:nvPr/>
        </p:nvPicPr>
        <p:blipFill rotWithShape="1">
          <a:blip r:embed="rId1"/>
          <a:srcRect l="1672" r="1672"/>
          <a:stretch>
            <a:fillRect/>
          </a:stretch>
        </p:blipFill>
        <p:spPr>
          <a:xfrm>
            <a:off x="352175" y="1248175"/>
            <a:ext cx="3417600" cy="3535800"/>
          </a:xfrm>
          <a:prstGeom prst="roundRect">
            <a:avLst>
              <a:gd name="adj" fmla="val 3648"/>
            </a:avLst>
          </a:prstGeom>
          <a:noFill/>
          <a:ln>
            <a:noFill/>
          </a:ln>
        </p:spPr>
      </p:pic>
      <p:sp>
        <p:nvSpPr>
          <p:cNvPr id="194" name="Google Shape;194;p38"/>
          <p:cNvSpPr/>
          <p:nvPr/>
        </p:nvSpPr>
        <p:spPr>
          <a:xfrm>
            <a:off x="3520375" y="1359824"/>
            <a:ext cx="146400" cy="146400"/>
          </a:xfrm>
          <a:prstGeom prst="roundRect">
            <a:avLst>
              <a:gd name="adj" fmla="val 16667"/>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bin"/>
              <a:ea typeface="Cabin"/>
              <a:cs typeface="Cabin"/>
              <a:sym typeface="Cabin"/>
            </a:endParaRPr>
          </a:p>
        </p:txBody>
      </p:sp>
      <p:pic>
        <p:nvPicPr>
          <p:cNvPr id="7" name="Picture 6" descr="pixelcut-export (1)"/>
          <p:cNvPicPr>
            <a:picLocks noChangeAspect="1"/>
          </p:cNvPicPr>
          <p:nvPr/>
        </p:nvPicPr>
        <p:blipFill>
          <a:blip r:embed="rId2"/>
          <a:srcRect t="22967" b="48563"/>
          <a:stretch>
            <a:fillRect/>
          </a:stretch>
        </p:blipFill>
        <p:spPr>
          <a:xfrm>
            <a:off x="6643370" y="4393565"/>
            <a:ext cx="2733040" cy="77851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98" name="Shape 198"/>
        <p:cNvGrpSpPr/>
        <p:nvPr/>
      </p:nvGrpSpPr>
      <p:grpSpPr>
        <a:xfrm>
          <a:off x="0" y="0"/>
          <a:ext cx="0" cy="0"/>
          <a:chOff x="0" y="0"/>
          <a:chExt cx="0" cy="0"/>
        </a:xfrm>
      </p:grpSpPr>
      <p:sp>
        <p:nvSpPr>
          <p:cNvPr id="199" name="Google Shape;199;p39"/>
          <p:cNvSpPr/>
          <p:nvPr/>
        </p:nvSpPr>
        <p:spPr>
          <a:xfrm>
            <a:off x="3915075" y="1248175"/>
            <a:ext cx="4884000" cy="3536400"/>
          </a:xfrm>
          <a:prstGeom prst="roundRect">
            <a:avLst>
              <a:gd name="adj" fmla="val 2695"/>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bin"/>
              <a:ea typeface="Cabin"/>
              <a:cs typeface="Cabin"/>
              <a:sym typeface="Cabin"/>
            </a:endParaRPr>
          </a:p>
        </p:txBody>
      </p:sp>
      <p:sp>
        <p:nvSpPr>
          <p:cNvPr id="200" name="Google Shape;200;p39"/>
          <p:cNvSpPr/>
          <p:nvPr/>
        </p:nvSpPr>
        <p:spPr>
          <a:xfrm>
            <a:off x="345000" y="1248175"/>
            <a:ext cx="3417600" cy="3536400"/>
          </a:xfrm>
          <a:prstGeom prst="roundRect">
            <a:avLst>
              <a:gd name="adj" fmla="val 2695"/>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bin"/>
              <a:ea typeface="Cabin"/>
              <a:cs typeface="Cabin"/>
              <a:sym typeface="Cabin"/>
            </a:endParaRPr>
          </a:p>
        </p:txBody>
      </p:sp>
      <p:sp>
        <p:nvSpPr>
          <p:cNvPr id="201" name="Google Shape;201;p39" descr="chapter"/>
          <p:cNvSpPr/>
          <p:nvPr/>
        </p:nvSpPr>
        <p:spPr>
          <a:xfrm>
            <a:off x="345000" y="271925"/>
            <a:ext cx="2398200" cy="312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GB" sz="1000" b="1">
                <a:solidFill>
                  <a:schemeClr val="accent1"/>
                </a:solidFill>
                <a:latin typeface="Cabin"/>
                <a:ea typeface="Cabin"/>
                <a:cs typeface="Cabin"/>
                <a:sym typeface="Cabin"/>
              </a:rPr>
              <a:t>Parent Management</a:t>
            </a:r>
            <a:endParaRPr sz="1000" b="1">
              <a:solidFill>
                <a:schemeClr val="accent1"/>
              </a:solidFill>
              <a:latin typeface="Cabin"/>
              <a:ea typeface="Cabin"/>
              <a:cs typeface="Cabin"/>
              <a:sym typeface="Cabin"/>
            </a:endParaRPr>
          </a:p>
        </p:txBody>
      </p:sp>
      <p:sp>
        <p:nvSpPr>
          <p:cNvPr id="202" name="Google Shape;202;p39" descr="detail_0"/>
          <p:cNvSpPr txBox="1"/>
          <p:nvPr>
            <p:ph type="body" idx="2"/>
          </p:nvPr>
        </p:nvSpPr>
        <p:spPr>
          <a:xfrm>
            <a:off x="4080950" y="2136700"/>
            <a:ext cx="4595700" cy="2508300"/>
          </a:xfrm>
          <a:prstGeom prst="rect">
            <a:avLst/>
          </a:prstGeom>
          <a:ln>
            <a:noFill/>
          </a:ln>
        </p:spPr>
        <p:txBody>
          <a:bodyPr spcFirstLastPara="1" wrap="square" lIns="91425" tIns="91425" rIns="0" bIns="91425" anchor="t" anchorCtr="0">
            <a:noAutofit/>
          </a:bodyPr>
          <a:lstStyle/>
          <a:p>
            <a:pPr marL="371475" lvl="0" indent="-247650" algn="l" rtl="0">
              <a:lnSpc>
                <a:spcPct val="130000"/>
              </a:lnSpc>
              <a:spcBef>
                <a:spcPts val="0"/>
              </a:spcBef>
              <a:spcAft>
                <a:spcPts val="0"/>
              </a:spcAft>
              <a:buClr>
                <a:schemeClr val="dk1"/>
              </a:buClr>
              <a:buSzPts val="1200"/>
              <a:buFont typeface="Cabin"/>
              <a:buChar char="•"/>
            </a:pPr>
            <a:r>
              <a:rPr lang="en-GB" sz="1200"/>
              <a:t>Research shows that collaboration between parents and teachers can positively impact a student's academic performance.</a:t>
            </a:r>
            <a:endParaRPr sz="1200"/>
          </a:p>
          <a:p>
            <a:pPr marL="371475" lvl="0" indent="-247650" algn="l" rtl="0">
              <a:lnSpc>
                <a:spcPct val="130000"/>
              </a:lnSpc>
              <a:spcBef>
                <a:spcPts val="1000"/>
              </a:spcBef>
              <a:spcAft>
                <a:spcPts val="0"/>
              </a:spcAft>
              <a:buClr>
                <a:schemeClr val="dk1"/>
              </a:buClr>
              <a:buSzPts val="1200"/>
              <a:buFont typeface="Cabin"/>
              <a:buChar char="•"/>
            </a:pPr>
            <a:r>
              <a:rPr lang="en-GB" sz="1200"/>
              <a:t>Effective communication and partnership between parents and teachers leads to better support for students' educational needs.</a:t>
            </a:r>
            <a:endParaRPr sz="1200"/>
          </a:p>
          <a:p>
            <a:pPr marL="371475" lvl="0" indent="-247650" algn="l" rtl="0">
              <a:lnSpc>
                <a:spcPct val="130000"/>
              </a:lnSpc>
              <a:spcBef>
                <a:spcPts val="1000"/>
              </a:spcBef>
              <a:spcAft>
                <a:spcPts val="1000"/>
              </a:spcAft>
              <a:buClr>
                <a:schemeClr val="dk1"/>
              </a:buClr>
              <a:buSzPts val="1200"/>
              <a:buFont typeface="Cabin"/>
              <a:buChar char="•"/>
            </a:pPr>
            <a:r>
              <a:rPr lang="en-GB" sz="1200"/>
              <a:t>Involved parents are more likely to motivate their children, leading to increased interest in learning and improved grades.</a:t>
            </a:r>
            <a:endParaRPr sz="1200"/>
          </a:p>
        </p:txBody>
      </p:sp>
      <p:cxnSp>
        <p:nvCxnSpPr>
          <p:cNvPr id="203" name="Google Shape;203;p39"/>
          <p:cNvCxnSpPr/>
          <p:nvPr/>
        </p:nvCxnSpPr>
        <p:spPr>
          <a:xfrm>
            <a:off x="345000" y="584825"/>
            <a:ext cx="8454000" cy="0"/>
          </a:xfrm>
          <a:prstGeom prst="straightConnector1">
            <a:avLst/>
          </a:prstGeom>
          <a:noFill/>
          <a:ln w="9525" cap="flat" cmpd="sng">
            <a:solidFill>
              <a:schemeClr val="accent1"/>
            </a:solidFill>
            <a:prstDash val="solid"/>
            <a:round/>
            <a:headEnd type="none" w="med" len="med"/>
            <a:tailEnd type="none" w="med" len="med"/>
          </a:ln>
        </p:spPr>
      </p:cxnSp>
      <p:sp>
        <p:nvSpPr>
          <p:cNvPr id="204" name="Google Shape;204;p39" descr="header_0"/>
          <p:cNvSpPr txBox="1"/>
          <p:nvPr>
            <p:ph type="subTitle" idx="1"/>
          </p:nvPr>
        </p:nvSpPr>
        <p:spPr>
          <a:xfrm>
            <a:off x="4080950" y="1397750"/>
            <a:ext cx="4595700" cy="705900"/>
          </a:xfrm>
          <a:prstGeom prst="rect">
            <a:avLst/>
          </a:prstGeom>
        </p:spPr>
        <p:txBody>
          <a:bodyPr spcFirstLastPara="1" wrap="square" lIns="0" tIns="91425" rIns="91425" bIns="91425" anchor="t" anchorCtr="0">
            <a:noAutofit/>
          </a:bodyPr>
          <a:lstStyle/>
          <a:p>
            <a:pPr marL="0" marR="0" lvl="0" indent="0" algn="l" rtl="0">
              <a:lnSpc>
                <a:spcPct val="100000"/>
              </a:lnSpc>
              <a:spcBef>
                <a:spcPts val="0"/>
              </a:spcBef>
              <a:spcAft>
                <a:spcPts val="0"/>
              </a:spcAft>
              <a:buNone/>
            </a:pPr>
            <a:r>
              <a:rPr lang="en-GB" sz="1400" b="1">
                <a:solidFill>
                  <a:schemeClr val="dk1"/>
                </a:solidFill>
              </a:rPr>
              <a:t>The Impact of Parent-Teacher Collaboration</a:t>
            </a:r>
            <a:endParaRPr sz="1400" b="1">
              <a:solidFill>
                <a:schemeClr val="dk1"/>
              </a:solidFill>
            </a:endParaRPr>
          </a:p>
        </p:txBody>
      </p:sp>
      <p:sp>
        <p:nvSpPr>
          <p:cNvPr id="205" name="Google Shape;205;p39" descr="title"/>
          <p:cNvSpPr txBox="1"/>
          <p:nvPr>
            <p:ph type="title"/>
          </p:nvPr>
        </p:nvSpPr>
        <p:spPr>
          <a:xfrm>
            <a:off x="345000" y="685800"/>
            <a:ext cx="6058500" cy="461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sz="1800">
                <a:solidFill>
                  <a:schemeClr val="accent1"/>
                </a:solidFill>
              </a:rPr>
              <a:t>Improved Academic Performance</a:t>
            </a:r>
            <a:endParaRPr sz="1800">
              <a:solidFill>
                <a:schemeClr val="accent1"/>
              </a:solidFill>
            </a:endParaRPr>
          </a:p>
        </p:txBody>
      </p:sp>
      <p:pic>
        <p:nvPicPr>
          <p:cNvPr id="206" name="Google Shape;206;p39"/>
          <p:cNvPicPr preferRelativeResize="0"/>
          <p:nvPr/>
        </p:nvPicPr>
        <p:blipFill rotWithShape="1">
          <a:blip r:embed="rId1"/>
          <a:srcRect l="1672" r="1672"/>
          <a:stretch>
            <a:fillRect/>
          </a:stretch>
        </p:blipFill>
        <p:spPr>
          <a:xfrm>
            <a:off x="352175" y="1248175"/>
            <a:ext cx="3417600" cy="3535800"/>
          </a:xfrm>
          <a:prstGeom prst="roundRect">
            <a:avLst>
              <a:gd name="adj" fmla="val 3648"/>
            </a:avLst>
          </a:prstGeom>
          <a:noFill/>
          <a:ln>
            <a:noFill/>
          </a:ln>
        </p:spPr>
      </p:pic>
      <p:sp>
        <p:nvSpPr>
          <p:cNvPr id="207" name="Google Shape;207;p39"/>
          <p:cNvSpPr/>
          <p:nvPr/>
        </p:nvSpPr>
        <p:spPr>
          <a:xfrm>
            <a:off x="3520375" y="1359824"/>
            <a:ext cx="146400" cy="146400"/>
          </a:xfrm>
          <a:prstGeom prst="roundRect">
            <a:avLst>
              <a:gd name="adj" fmla="val 16667"/>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bin"/>
              <a:ea typeface="Cabin"/>
              <a:cs typeface="Cabin"/>
              <a:sym typeface="Cabin"/>
            </a:endParaRPr>
          </a:p>
        </p:txBody>
      </p:sp>
      <p:pic>
        <p:nvPicPr>
          <p:cNvPr id="7" name="Picture 6" descr="pixelcut-export (1)"/>
          <p:cNvPicPr>
            <a:picLocks noChangeAspect="1"/>
          </p:cNvPicPr>
          <p:nvPr/>
        </p:nvPicPr>
        <p:blipFill>
          <a:blip r:embed="rId2"/>
          <a:srcRect t="22967" b="48563"/>
          <a:stretch>
            <a:fillRect/>
          </a:stretch>
        </p:blipFill>
        <p:spPr>
          <a:xfrm>
            <a:off x="6643370" y="4393565"/>
            <a:ext cx="2733040" cy="77851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211" name="Shape 211"/>
        <p:cNvGrpSpPr/>
        <p:nvPr/>
      </p:nvGrpSpPr>
      <p:grpSpPr>
        <a:xfrm>
          <a:off x="0" y="0"/>
          <a:ext cx="0" cy="0"/>
          <a:chOff x="0" y="0"/>
          <a:chExt cx="0" cy="0"/>
        </a:xfrm>
      </p:grpSpPr>
      <p:sp>
        <p:nvSpPr>
          <p:cNvPr id="212" name="Google Shape;212;p40" descr="title"/>
          <p:cNvSpPr txBox="1"/>
          <p:nvPr>
            <p:ph type="title"/>
          </p:nvPr>
        </p:nvSpPr>
        <p:spPr>
          <a:xfrm>
            <a:off x="345000" y="685800"/>
            <a:ext cx="6058500" cy="461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sz="1800"/>
              <a:t>Effective Parent Management Skills</a:t>
            </a:r>
            <a:endParaRPr sz="1800">
              <a:solidFill>
                <a:schemeClr val="dk1"/>
              </a:solidFill>
            </a:endParaRPr>
          </a:p>
        </p:txBody>
      </p:sp>
      <p:sp>
        <p:nvSpPr>
          <p:cNvPr id="213" name="Google Shape;213;p40" descr="header_0"/>
          <p:cNvSpPr txBox="1"/>
          <p:nvPr>
            <p:ph type="subTitle" idx="1"/>
          </p:nvPr>
        </p:nvSpPr>
        <p:spPr>
          <a:xfrm>
            <a:off x="335400" y="1724375"/>
            <a:ext cx="2511000" cy="50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200" b="1"/>
              <a:t>Communication</a:t>
            </a:r>
            <a:endParaRPr sz="1200" b="1"/>
          </a:p>
        </p:txBody>
      </p:sp>
      <p:sp>
        <p:nvSpPr>
          <p:cNvPr id="214" name="Google Shape;214;p40" descr="header_1"/>
          <p:cNvSpPr txBox="1"/>
          <p:nvPr>
            <p:ph type="subTitle" idx="4294967295"/>
          </p:nvPr>
        </p:nvSpPr>
        <p:spPr>
          <a:xfrm>
            <a:off x="3230800" y="1724375"/>
            <a:ext cx="2511000" cy="5052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GB" sz="1200" b="1"/>
              <a:t>Collaboration</a:t>
            </a:r>
            <a:endParaRPr sz="1200" b="1"/>
          </a:p>
        </p:txBody>
      </p:sp>
      <p:sp>
        <p:nvSpPr>
          <p:cNvPr id="215" name="Google Shape;215;p40" descr="header_2"/>
          <p:cNvSpPr txBox="1"/>
          <p:nvPr>
            <p:ph type="subTitle" idx="4294967295"/>
          </p:nvPr>
        </p:nvSpPr>
        <p:spPr>
          <a:xfrm>
            <a:off x="6145369" y="1724375"/>
            <a:ext cx="2511000" cy="5052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GB" sz="1200" b="1"/>
              <a:t>Respect</a:t>
            </a:r>
            <a:endParaRPr sz="1200" b="1"/>
          </a:p>
        </p:txBody>
      </p:sp>
      <p:sp>
        <p:nvSpPr>
          <p:cNvPr id="216" name="Google Shape;216;p40" descr="detail_0"/>
          <p:cNvSpPr txBox="1"/>
          <p:nvPr/>
        </p:nvSpPr>
        <p:spPr>
          <a:xfrm>
            <a:off x="345000" y="2282675"/>
            <a:ext cx="2511000" cy="2402100"/>
          </a:xfrm>
          <a:prstGeom prst="rect">
            <a:avLst/>
          </a:prstGeom>
          <a:noFill/>
          <a:ln>
            <a:noFill/>
          </a:ln>
        </p:spPr>
        <p:txBody>
          <a:bodyPr spcFirstLastPara="1" wrap="square" lIns="91425" tIns="91425" rIns="91425" bIns="91425" anchor="t" anchorCtr="0">
            <a:noAutofit/>
          </a:bodyPr>
          <a:lstStyle/>
          <a:p>
            <a:pPr marL="0" lvl="0" indent="0" algn="l" rtl="0">
              <a:lnSpc>
                <a:spcPct val="130000"/>
              </a:lnSpc>
              <a:spcBef>
                <a:spcPts val="0"/>
              </a:spcBef>
              <a:spcAft>
                <a:spcPts val="2000"/>
              </a:spcAft>
              <a:buNone/>
            </a:pPr>
            <a:r>
              <a:rPr lang="en-GB" sz="1200">
                <a:solidFill>
                  <a:schemeClr val="dk1"/>
                </a:solidFill>
                <a:latin typeface="Cabin"/>
                <a:ea typeface="Cabin"/>
                <a:cs typeface="Cabin"/>
                <a:sym typeface="Cabin"/>
              </a:rPr>
              <a:t>Effective parent-teacher partnerships are built on open communication. Set up regular communication channels, such as parent-teacher conferences, email, or phone calls. Be responsive and timely, and keep parents informed about their child's progress.</a:t>
            </a:r>
            <a:endParaRPr sz="1200">
              <a:solidFill>
                <a:schemeClr val="dk1"/>
              </a:solidFill>
              <a:latin typeface="Cabin"/>
              <a:ea typeface="Cabin"/>
              <a:cs typeface="Cabin"/>
              <a:sym typeface="Cabin"/>
            </a:endParaRPr>
          </a:p>
        </p:txBody>
      </p:sp>
      <p:sp>
        <p:nvSpPr>
          <p:cNvPr id="217" name="Google Shape;217;p40" descr="detail_1"/>
          <p:cNvSpPr txBox="1"/>
          <p:nvPr/>
        </p:nvSpPr>
        <p:spPr>
          <a:xfrm>
            <a:off x="3240383" y="2282675"/>
            <a:ext cx="2511000" cy="2402100"/>
          </a:xfrm>
          <a:prstGeom prst="rect">
            <a:avLst/>
          </a:prstGeom>
          <a:noFill/>
          <a:ln>
            <a:noFill/>
          </a:ln>
        </p:spPr>
        <p:txBody>
          <a:bodyPr spcFirstLastPara="1" wrap="square" lIns="91425" tIns="91425" rIns="91425" bIns="91425" anchor="t" anchorCtr="0">
            <a:noAutofit/>
          </a:bodyPr>
          <a:lstStyle/>
          <a:p>
            <a:pPr marL="0" lvl="0" indent="0" algn="l" rtl="0">
              <a:lnSpc>
                <a:spcPct val="130000"/>
              </a:lnSpc>
              <a:spcBef>
                <a:spcPts val="0"/>
              </a:spcBef>
              <a:spcAft>
                <a:spcPts val="2000"/>
              </a:spcAft>
              <a:buNone/>
            </a:pPr>
            <a:r>
              <a:rPr lang="en-GB" sz="1200">
                <a:solidFill>
                  <a:schemeClr val="dk1"/>
                </a:solidFill>
                <a:latin typeface="Cabin"/>
                <a:ea typeface="Cabin"/>
                <a:cs typeface="Cabin"/>
                <a:sym typeface="Cabin"/>
              </a:rPr>
              <a:t>Be collaborative: Work together to support your child's unique needs. Sharing information about the child's strengths, areas for improvement, and academic progress fosters a team approach.</a:t>
            </a:r>
            <a:endParaRPr sz="1200">
              <a:solidFill>
                <a:schemeClr val="dk1"/>
              </a:solidFill>
              <a:latin typeface="Cabin"/>
              <a:ea typeface="Cabin"/>
              <a:cs typeface="Cabin"/>
              <a:sym typeface="Cabin"/>
            </a:endParaRPr>
          </a:p>
        </p:txBody>
      </p:sp>
      <p:sp>
        <p:nvSpPr>
          <p:cNvPr id="218" name="Google Shape;218;p40" descr="detail_2"/>
          <p:cNvSpPr txBox="1"/>
          <p:nvPr/>
        </p:nvSpPr>
        <p:spPr>
          <a:xfrm>
            <a:off x="6154950" y="2282675"/>
            <a:ext cx="2511000" cy="2402100"/>
          </a:xfrm>
          <a:prstGeom prst="rect">
            <a:avLst/>
          </a:prstGeom>
          <a:noFill/>
          <a:ln>
            <a:noFill/>
          </a:ln>
        </p:spPr>
        <p:txBody>
          <a:bodyPr spcFirstLastPara="1" wrap="square" lIns="91425" tIns="91425" rIns="91425" bIns="91425" anchor="t" anchorCtr="0">
            <a:noAutofit/>
          </a:bodyPr>
          <a:lstStyle/>
          <a:p>
            <a:pPr marL="0" lvl="0" indent="0" algn="l" rtl="0">
              <a:lnSpc>
                <a:spcPct val="130000"/>
              </a:lnSpc>
              <a:spcBef>
                <a:spcPts val="0"/>
              </a:spcBef>
              <a:spcAft>
                <a:spcPts val="2000"/>
              </a:spcAft>
              <a:buNone/>
            </a:pPr>
            <a:r>
              <a:rPr lang="en-GB" sz="1200">
                <a:solidFill>
                  <a:schemeClr val="dk1"/>
                </a:solidFill>
                <a:latin typeface="Cabin"/>
                <a:ea typeface="Cabin"/>
                <a:cs typeface="Cabin"/>
                <a:sym typeface="Cabin"/>
              </a:rPr>
              <a:t>Be welcoming and positive: When communicating with parents, be warm, encouraging, and make eye contact. Consider cultural differences and be inclusive of those differences.</a:t>
            </a:r>
            <a:endParaRPr sz="1200">
              <a:solidFill>
                <a:schemeClr val="dk1"/>
              </a:solidFill>
              <a:latin typeface="Cabin"/>
              <a:ea typeface="Cabin"/>
              <a:cs typeface="Cabin"/>
              <a:sym typeface="Cabin"/>
            </a:endParaRPr>
          </a:p>
        </p:txBody>
      </p:sp>
      <p:sp>
        <p:nvSpPr>
          <p:cNvPr id="219" name="Google Shape;219;p40" descr="chapter"/>
          <p:cNvSpPr/>
          <p:nvPr/>
        </p:nvSpPr>
        <p:spPr>
          <a:xfrm>
            <a:off x="345000" y="271925"/>
            <a:ext cx="2398200" cy="312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GB" sz="1000" b="1">
                <a:solidFill>
                  <a:schemeClr val="accent1"/>
                </a:solidFill>
                <a:latin typeface="Cabin"/>
                <a:ea typeface="Cabin"/>
                <a:cs typeface="Cabin"/>
                <a:sym typeface="Cabin"/>
              </a:rPr>
              <a:t>Parent Management</a:t>
            </a:r>
            <a:endParaRPr sz="1000" b="1">
              <a:solidFill>
                <a:schemeClr val="accent1"/>
              </a:solidFill>
              <a:latin typeface="Cabin"/>
              <a:ea typeface="Cabin"/>
              <a:cs typeface="Cabin"/>
              <a:sym typeface="Cabin"/>
            </a:endParaRPr>
          </a:p>
        </p:txBody>
      </p:sp>
      <p:cxnSp>
        <p:nvCxnSpPr>
          <p:cNvPr id="220" name="Google Shape;220;p40"/>
          <p:cNvCxnSpPr/>
          <p:nvPr/>
        </p:nvCxnSpPr>
        <p:spPr>
          <a:xfrm>
            <a:off x="345000" y="584825"/>
            <a:ext cx="8454000" cy="0"/>
          </a:xfrm>
          <a:prstGeom prst="straightConnector1">
            <a:avLst/>
          </a:prstGeom>
          <a:noFill/>
          <a:ln w="9525" cap="flat" cmpd="sng">
            <a:solidFill>
              <a:schemeClr val="accent1"/>
            </a:solidFill>
            <a:prstDash val="solid"/>
            <a:round/>
            <a:headEnd type="none" w="med" len="med"/>
            <a:tailEnd type="none" w="med" len="med"/>
          </a:ln>
        </p:spPr>
      </p:cxnSp>
      <p:sp>
        <p:nvSpPr>
          <p:cNvPr id="221" name="Google Shape;221;p40"/>
          <p:cNvSpPr/>
          <p:nvPr/>
        </p:nvSpPr>
        <p:spPr>
          <a:xfrm>
            <a:off x="403813" y="1529378"/>
            <a:ext cx="141900" cy="141900"/>
          </a:xfrm>
          <a:prstGeom prst="roundRect">
            <a:avLst>
              <a:gd name="adj" fmla="val 16667"/>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bin"/>
              <a:ea typeface="Cabin"/>
              <a:cs typeface="Cabin"/>
              <a:sym typeface="Cabin"/>
            </a:endParaRPr>
          </a:p>
        </p:txBody>
      </p:sp>
      <p:sp>
        <p:nvSpPr>
          <p:cNvPr id="222" name="Google Shape;222;p40"/>
          <p:cNvSpPr/>
          <p:nvPr/>
        </p:nvSpPr>
        <p:spPr>
          <a:xfrm>
            <a:off x="3303300" y="1529378"/>
            <a:ext cx="141900" cy="141900"/>
          </a:xfrm>
          <a:prstGeom prst="roundRect">
            <a:avLst>
              <a:gd name="adj" fmla="val 16667"/>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bin"/>
              <a:ea typeface="Cabin"/>
              <a:cs typeface="Cabin"/>
              <a:sym typeface="Cabin"/>
            </a:endParaRPr>
          </a:p>
        </p:txBody>
      </p:sp>
      <p:sp>
        <p:nvSpPr>
          <p:cNvPr id="223" name="Google Shape;223;p40"/>
          <p:cNvSpPr/>
          <p:nvPr/>
        </p:nvSpPr>
        <p:spPr>
          <a:xfrm>
            <a:off x="6202788" y="1529378"/>
            <a:ext cx="141900" cy="141900"/>
          </a:xfrm>
          <a:prstGeom prst="roundRect">
            <a:avLst>
              <a:gd name="adj" fmla="val 16667"/>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bin"/>
              <a:ea typeface="Cabin"/>
              <a:cs typeface="Cabin"/>
              <a:sym typeface="Cabin"/>
            </a:endParaRPr>
          </a:p>
        </p:txBody>
      </p:sp>
      <p:grpSp>
        <p:nvGrpSpPr>
          <p:cNvPr id="224" name="Google Shape;224;p40"/>
          <p:cNvGrpSpPr/>
          <p:nvPr/>
        </p:nvGrpSpPr>
        <p:grpSpPr>
          <a:xfrm>
            <a:off x="6968200" y="111875"/>
            <a:ext cx="2057400" cy="1033200"/>
            <a:chOff x="6922975" y="1548525"/>
            <a:chExt cx="2057400" cy="1033200"/>
          </a:xfrm>
        </p:grpSpPr>
        <p:grpSp>
          <p:nvGrpSpPr>
            <p:cNvPr id="225" name="Google Shape;225;p40"/>
            <p:cNvGrpSpPr/>
            <p:nvPr/>
          </p:nvGrpSpPr>
          <p:grpSpPr>
            <a:xfrm>
              <a:off x="6922975" y="1548525"/>
              <a:ext cx="2057400" cy="1033200"/>
              <a:chOff x="6172200" y="152400"/>
              <a:chExt cx="2057400" cy="1033200"/>
            </a:xfrm>
          </p:grpSpPr>
          <p:sp>
            <p:nvSpPr>
              <p:cNvPr id="226" name="Google Shape;226;p40"/>
              <p:cNvSpPr/>
              <p:nvPr/>
            </p:nvSpPr>
            <p:spPr>
              <a:xfrm>
                <a:off x="6172200" y="152400"/>
                <a:ext cx="2057400" cy="1033200"/>
              </a:xfrm>
              <a:prstGeom prst="roundRect">
                <a:avLst>
                  <a:gd name="adj" fmla="val 8292"/>
                </a:avLst>
              </a:prstGeom>
              <a:solidFill>
                <a:srgbClr val="FFF2B0"/>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227" name="Google Shape;227;p40"/>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228" name="Google Shape;228;p40"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700">
                  <a:latin typeface="Inter" panose="02000503000000020004"/>
                  <a:ea typeface="Inter" panose="02000503000000020004"/>
                  <a:cs typeface="Inter" panose="02000503000000020004"/>
                  <a:sym typeface="Inter" panose="02000503000000020004"/>
                </a:rPr>
                <a:t>Customize the content by adding specific examples from your experiences with parents or by including additional skills unique to your educational context.</a:t>
              </a:r>
              <a:endParaRPr sz="700">
                <a:latin typeface="Inter" panose="02000503000000020004"/>
                <a:ea typeface="Inter" panose="02000503000000020004"/>
                <a:cs typeface="Inter" panose="02000503000000020004"/>
                <a:sym typeface="Inter" panose="02000503000000020004"/>
              </a:endParaRPr>
            </a:p>
          </p:txBody>
        </p:sp>
        <p:pic>
          <p:nvPicPr>
            <p:cNvPr id="229" name="Google Shape;229;p40"/>
            <p:cNvPicPr preferRelativeResize="0"/>
            <p:nvPr/>
          </p:nvPicPr>
          <p:blipFill>
            <a:blip r:embed="rId1"/>
            <a:stretch>
              <a:fillRect/>
            </a:stretch>
          </p:blipFill>
          <p:spPr>
            <a:xfrm>
              <a:off x="7016628" y="1652466"/>
              <a:ext cx="164591" cy="164591"/>
            </a:xfrm>
            <a:prstGeom prst="rect">
              <a:avLst/>
            </a:prstGeom>
            <a:noFill/>
            <a:ln>
              <a:noFill/>
            </a:ln>
          </p:spPr>
        </p:pic>
      </p:grpSp>
      <p:pic>
        <p:nvPicPr>
          <p:cNvPr id="7" name="Picture 6" descr="pixelcut-export (1)"/>
          <p:cNvPicPr>
            <a:picLocks noChangeAspect="1"/>
          </p:cNvPicPr>
          <p:nvPr/>
        </p:nvPicPr>
        <p:blipFill>
          <a:blip r:embed="rId2"/>
          <a:srcRect t="22967" b="48563"/>
          <a:stretch>
            <a:fillRect/>
          </a:stretch>
        </p:blipFill>
        <p:spPr>
          <a:xfrm>
            <a:off x="6643370" y="4393565"/>
            <a:ext cx="2733040" cy="77851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233" name="Shape 233"/>
        <p:cNvGrpSpPr/>
        <p:nvPr/>
      </p:nvGrpSpPr>
      <p:grpSpPr>
        <a:xfrm>
          <a:off x="0" y="0"/>
          <a:ext cx="0" cy="0"/>
          <a:chOff x="0" y="0"/>
          <a:chExt cx="0" cy="0"/>
        </a:xfrm>
      </p:grpSpPr>
      <p:sp>
        <p:nvSpPr>
          <p:cNvPr id="234" name="Google Shape;234;p41" descr="title"/>
          <p:cNvSpPr txBox="1"/>
          <p:nvPr>
            <p:ph type="title"/>
          </p:nvPr>
        </p:nvSpPr>
        <p:spPr>
          <a:xfrm>
            <a:off x="345000" y="685800"/>
            <a:ext cx="6058500" cy="461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sz="1800"/>
              <a:t>Strategies for Effective Communication</a:t>
            </a:r>
            <a:endParaRPr sz="1800">
              <a:solidFill>
                <a:schemeClr val="dk1"/>
              </a:solidFill>
            </a:endParaRPr>
          </a:p>
        </p:txBody>
      </p:sp>
      <p:sp>
        <p:nvSpPr>
          <p:cNvPr id="235" name="Google Shape;235;p41" descr="chapter"/>
          <p:cNvSpPr/>
          <p:nvPr/>
        </p:nvSpPr>
        <p:spPr>
          <a:xfrm>
            <a:off x="345000" y="271925"/>
            <a:ext cx="2398200" cy="312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GB" sz="700" b="1">
                <a:solidFill>
                  <a:schemeClr val="accent1"/>
                </a:solidFill>
                <a:latin typeface="Cabin"/>
                <a:ea typeface="Cabin"/>
                <a:cs typeface="Cabin"/>
                <a:sym typeface="Cabin"/>
              </a:rPr>
              <a:t>Effective Parent Management Skills</a:t>
            </a:r>
            <a:endParaRPr sz="700" b="1">
              <a:solidFill>
                <a:schemeClr val="accent1"/>
              </a:solidFill>
              <a:latin typeface="Cabin"/>
              <a:ea typeface="Cabin"/>
              <a:cs typeface="Cabin"/>
              <a:sym typeface="Cabin"/>
            </a:endParaRPr>
          </a:p>
        </p:txBody>
      </p:sp>
      <p:cxnSp>
        <p:nvCxnSpPr>
          <p:cNvPr id="236" name="Google Shape;236;p41"/>
          <p:cNvCxnSpPr/>
          <p:nvPr/>
        </p:nvCxnSpPr>
        <p:spPr>
          <a:xfrm>
            <a:off x="345000" y="584825"/>
            <a:ext cx="8454000" cy="0"/>
          </a:xfrm>
          <a:prstGeom prst="straightConnector1">
            <a:avLst/>
          </a:prstGeom>
          <a:noFill/>
          <a:ln w="9525" cap="flat" cmpd="sng">
            <a:solidFill>
              <a:schemeClr val="accent1"/>
            </a:solidFill>
            <a:prstDash val="solid"/>
            <a:round/>
            <a:headEnd type="none" w="med" len="med"/>
            <a:tailEnd type="none" w="med" len="med"/>
          </a:ln>
        </p:spPr>
      </p:cxnSp>
      <p:sp>
        <p:nvSpPr>
          <p:cNvPr id="237" name="Google Shape;237;p41" descr="header_0"/>
          <p:cNvSpPr txBox="1"/>
          <p:nvPr>
            <p:ph type="subTitle" idx="1"/>
          </p:nvPr>
        </p:nvSpPr>
        <p:spPr>
          <a:xfrm>
            <a:off x="1035125" y="1373025"/>
            <a:ext cx="2163300" cy="792600"/>
          </a:xfrm>
          <a:prstGeom prst="rect">
            <a:avLst/>
          </a:prstGeom>
        </p:spPr>
        <p:txBody>
          <a:bodyPr spcFirstLastPara="1" wrap="square" lIns="91425" tIns="91425" rIns="91425" bIns="0" anchor="t" anchorCtr="0">
            <a:noAutofit/>
          </a:bodyPr>
          <a:lstStyle/>
          <a:p>
            <a:pPr marL="0" lvl="0" indent="0" algn="l" rtl="0">
              <a:spcBef>
                <a:spcPts val="0"/>
              </a:spcBef>
              <a:spcAft>
                <a:spcPts val="0"/>
              </a:spcAft>
              <a:buNone/>
            </a:pPr>
            <a:r>
              <a:rPr lang="en-GB" sz="1200" b="1"/>
              <a:t>Communicate Regularly</a:t>
            </a:r>
            <a:endParaRPr sz="1200" b="1">
              <a:solidFill>
                <a:schemeClr val="dk1"/>
              </a:solidFill>
            </a:endParaRPr>
          </a:p>
        </p:txBody>
      </p:sp>
      <p:sp>
        <p:nvSpPr>
          <p:cNvPr id="238" name="Google Shape;238;p41" descr="header_1"/>
          <p:cNvSpPr txBox="1"/>
          <p:nvPr>
            <p:ph type="subTitle" idx="1"/>
          </p:nvPr>
        </p:nvSpPr>
        <p:spPr>
          <a:xfrm>
            <a:off x="1035125" y="2252511"/>
            <a:ext cx="2163300" cy="792600"/>
          </a:xfrm>
          <a:prstGeom prst="rect">
            <a:avLst/>
          </a:prstGeom>
        </p:spPr>
        <p:txBody>
          <a:bodyPr spcFirstLastPara="1" wrap="square" lIns="91425" tIns="91425" rIns="91425" bIns="0" anchor="t" anchorCtr="0">
            <a:noAutofit/>
          </a:bodyPr>
          <a:lstStyle/>
          <a:p>
            <a:pPr marL="0" lvl="0" indent="0" algn="l" rtl="0">
              <a:spcBef>
                <a:spcPts val="0"/>
              </a:spcBef>
              <a:spcAft>
                <a:spcPts val="0"/>
              </a:spcAft>
              <a:buNone/>
            </a:pPr>
            <a:r>
              <a:rPr lang="en-GB" sz="1200" b="1"/>
              <a:t>Be Welcoming and Positive</a:t>
            </a:r>
            <a:endParaRPr sz="1200" b="1">
              <a:solidFill>
                <a:schemeClr val="dk1"/>
              </a:solidFill>
            </a:endParaRPr>
          </a:p>
        </p:txBody>
      </p:sp>
      <p:sp>
        <p:nvSpPr>
          <p:cNvPr id="239" name="Google Shape;239;p41" descr="detail_0"/>
          <p:cNvSpPr txBox="1"/>
          <p:nvPr>
            <p:ph type="body" idx="2"/>
          </p:nvPr>
        </p:nvSpPr>
        <p:spPr>
          <a:xfrm>
            <a:off x="3662034" y="1373025"/>
            <a:ext cx="5032200" cy="792600"/>
          </a:xfrm>
          <a:prstGeom prst="rect">
            <a:avLst/>
          </a:prstGeom>
        </p:spPr>
        <p:txBody>
          <a:bodyPr spcFirstLastPara="1" wrap="square" lIns="0" tIns="91425" rIns="0" bIns="91425" anchor="t" anchorCtr="0">
            <a:noAutofit/>
          </a:bodyPr>
          <a:lstStyle/>
          <a:p>
            <a:pPr marL="0" lvl="0" indent="0" algn="l" rtl="0">
              <a:lnSpc>
                <a:spcPct val="115000"/>
              </a:lnSpc>
              <a:spcBef>
                <a:spcPts val="0"/>
              </a:spcBef>
              <a:spcAft>
                <a:spcPts val="1000"/>
              </a:spcAft>
              <a:buNone/>
            </a:pPr>
            <a:r>
              <a:rPr lang="en-GB" sz="1000"/>
              <a:t>Set up regular communication channels, such as parent-teacher conferences, email, or phone calls. Be responsive and timely, keeping parents informed about their child's progress.</a:t>
            </a:r>
            <a:endParaRPr sz="1000">
              <a:solidFill>
                <a:schemeClr val="dk1"/>
              </a:solidFill>
            </a:endParaRPr>
          </a:p>
        </p:txBody>
      </p:sp>
      <p:sp>
        <p:nvSpPr>
          <p:cNvPr id="240" name="Google Shape;240;p41" descr="detail_1"/>
          <p:cNvSpPr txBox="1"/>
          <p:nvPr>
            <p:ph type="body" idx="2"/>
          </p:nvPr>
        </p:nvSpPr>
        <p:spPr>
          <a:xfrm>
            <a:off x="3662034" y="2252513"/>
            <a:ext cx="5032200" cy="792600"/>
          </a:xfrm>
          <a:prstGeom prst="rect">
            <a:avLst/>
          </a:prstGeom>
        </p:spPr>
        <p:txBody>
          <a:bodyPr spcFirstLastPara="1" wrap="square" lIns="0" tIns="91425" rIns="0" bIns="91425" anchor="t" anchorCtr="0">
            <a:noAutofit/>
          </a:bodyPr>
          <a:lstStyle/>
          <a:p>
            <a:pPr marL="0" lvl="0" indent="0" algn="l" rtl="0">
              <a:lnSpc>
                <a:spcPct val="115000"/>
              </a:lnSpc>
              <a:spcBef>
                <a:spcPts val="0"/>
              </a:spcBef>
              <a:spcAft>
                <a:spcPts val="1000"/>
              </a:spcAft>
              <a:buNone/>
            </a:pPr>
            <a:r>
              <a:rPr lang="en-GB" sz="1000"/>
              <a:t>When communicating with parents, be warm and encouraging. Make eye contact to foster a positive interaction.</a:t>
            </a:r>
            <a:endParaRPr sz="1000">
              <a:solidFill>
                <a:schemeClr val="dk1"/>
              </a:solidFill>
            </a:endParaRPr>
          </a:p>
        </p:txBody>
      </p:sp>
      <p:sp>
        <p:nvSpPr>
          <p:cNvPr id="241" name="Google Shape;241;p41" descr="header_2"/>
          <p:cNvSpPr txBox="1"/>
          <p:nvPr>
            <p:ph type="subTitle" idx="1"/>
          </p:nvPr>
        </p:nvSpPr>
        <p:spPr>
          <a:xfrm>
            <a:off x="1035125" y="3132014"/>
            <a:ext cx="2163300" cy="792600"/>
          </a:xfrm>
          <a:prstGeom prst="rect">
            <a:avLst/>
          </a:prstGeom>
        </p:spPr>
        <p:txBody>
          <a:bodyPr spcFirstLastPara="1" wrap="square" lIns="91425" tIns="91425" rIns="91425" bIns="0" anchor="t" anchorCtr="0">
            <a:noAutofit/>
          </a:bodyPr>
          <a:lstStyle/>
          <a:p>
            <a:pPr marL="0" lvl="0" indent="0" algn="l" rtl="0">
              <a:spcBef>
                <a:spcPts val="0"/>
              </a:spcBef>
              <a:spcAft>
                <a:spcPts val="0"/>
              </a:spcAft>
              <a:buNone/>
            </a:pPr>
            <a:r>
              <a:rPr lang="en-GB" sz="1200" b="1"/>
              <a:t>Share Information</a:t>
            </a:r>
            <a:endParaRPr sz="1200" b="1">
              <a:solidFill>
                <a:schemeClr val="dk1"/>
              </a:solidFill>
            </a:endParaRPr>
          </a:p>
        </p:txBody>
      </p:sp>
      <p:sp>
        <p:nvSpPr>
          <p:cNvPr id="242" name="Google Shape;242;p41" descr="header_3"/>
          <p:cNvSpPr txBox="1"/>
          <p:nvPr>
            <p:ph type="subTitle" idx="1"/>
          </p:nvPr>
        </p:nvSpPr>
        <p:spPr>
          <a:xfrm>
            <a:off x="1035125" y="4011500"/>
            <a:ext cx="2163300" cy="792600"/>
          </a:xfrm>
          <a:prstGeom prst="rect">
            <a:avLst/>
          </a:prstGeom>
        </p:spPr>
        <p:txBody>
          <a:bodyPr spcFirstLastPara="1" wrap="square" lIns="91425" tIns="91425" rIns="91425" bIns="0" anchor="t" anchorCtr="0">
            <a:noAutofit/>
          </a:bodyPr>
          <a:lstStyle/>
          <a:p>
            <a:pPr marL="0" lvl="0" indent="0" algn="l" rtl="0">
              <a:spcBef>
                <a:spcPts val="0"/>
              </a:spcBef>
              <a:spcAft>
                <a:spcPts val="0"/>
              </a:spcAft>
              <a:buNone/>
            </a:pPr>
            <a:r>
              <a:rPr lang="en-GB" sz="1200" b="1"/>
              <a:t>Consider Cultural Differences</a:t>
            </a:r>
            <a:endParaRPr sz="1200" b="1">
              <a:solidFill>
                <a:schemeClr val="dk1"/>
              </a:solidFill>
            </a:endParaRPr>
          </a:p>
        </p:txBody>
      </p:sp>
      <p:sp>
        <p:nvSpPr>
          <p:cNvPr id="243" name="Google Shape;243;p41" descr="detail_2"/>
          <p:cNvSpPr txBox="1"/>
          <p:nvPr>
            <p:ph type="body" idx="2"/>
          </p:nvPr>
        </p:nvSpPr>
        <p:spPr>
          <a:xfrm>
            <a:off x="3662034" y="3132016"/>
            <a:ext cx="5032200" cy="792600"/>
          </a:xfrm>
          <a:prstGeom prst="rect">
            <a:avLst/>
          </a:prstGeom>
        </p:spPr>
        <p:txBody>
          <a:bodyPr spcFirstLastPara="1" wrap="square" lIns="0" tIns="91425" rIns="0" bIns="91425" anchor="t" anchorCtr="0">
            <a:noAutofit/>
          </a:bodyPr>
          <a:lstStyle/>
          <a:p>
            <a:pPr marL="0" lvl="0" indent="0" algn="l" rtl="0">
              <a:lnSpc>
                <a:spcPct val="115000"/>
              </a:lnSpc>
              <a:spcBef>
                <a:spcPts val="0"/>
              </a:spcBef>
              <a:spcAft>
                <a:spcPts val="1000"/>
              </a:spcAft>
              <a:buNone/>
            </a:pPr>
            <a:r>
              <a:rPr lang="en-GB" sz="1000"/>
              <a:t>Provide information about the child's strengths, areas for improvement, and academic progress to keep parents engaged.</a:t>
            </a:r>
            <a:endParaRPr sz="1000">
              <a:solidFill>
                <a:schemeClr val="dk1"/>
              </a:solidFill>
            </a:endParaRPr>
          </a:p>
        </p:txBody>
      </p:sp>
      <p:sp>
        <p:nvSpPr>
          <p:cNvPr id="244" name="Google Shape;244;p41" descr="detail_3"/>
          <p:cNvSpPr txBox="1"/>
          <p:nvPr>
            <p:ph type="body" idx="2"/>
          </p:nvPr>
        </p:nvSpPr>
        <p:spPr>
          <a:xfrm>
            <a:off x="3662034" y="4011503"/>
            <a:ext cx="5032200" cy="792600"/>
          </a:xfrm>
          <a:prstGeom prst="rect">
            <a:avLst/>
          </a:prstGeom>
        </p:spPr>
        <p:txBody>
          <a:bodyPr spcFirstLastPara="1" wrap="square" lIns="0" tIns="91425" rIns="0" bIns="91425" anchor="t" anchorCtr="0">
            <a:noAutofit/>
          </a:bodyPr>
          <a:lstStyle/>
          <a:p>
            <a:pPr marL="0" lvl="0" indent="0" algn="l" rtl="0">
              <a:lnSpc>
                <a:spcPct val="115000"/>
              </a:lnSpc>
              <a:spcBef>
                <a:spcPts val="0"/>
              </a:spcBef>
              <a:spcAft>
                <a:spcPts val="1000"/>
              </a:spcAft>
              <a:buNone/>
            </a:pPr>
            <a:r>
              <a:rPr lang="en-GB" sz="1000"/>
              <a:t>Be aware of the cultural and linguistic differences between families and yourself, and be inclusive of those differences.</a:t>
            </a:r>
            <a:endParaRPr sz="1000">
              <a:solidFill>
                <a:schemeClr val="dk1"/>
              </a:solidFill>
            </a:endParaRPr>
          </a:p>
        </p:txBody>
      </p:sp>
      <p:sp>
        <p:nvSpPr>
          <p:cNvPr id="245" name="Google Shape;245;p41"/>
          <p:cNvSpPr/>
          <p:nvPr/>
        </p:nvSpPr>
        <p:spPr>
          <a:xfrm>
            <a:off x="457200" y="1483998"/>
            <a:ext cx="238800" cy="238800"/>
          </a:xfrm>
          <a:prstGeom prst="roundRect">
            <a:avLst>
              <a:gd name="adj" fmla="val 16667"/>
            </a:avLst>
          </a:prstGeom>
          <a:solidFill>
            <a:srgbClr val="F9D95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bin"/>
              <a:ea typeface="Cabin"/>
              <a:cs typeface="Cabin"/>
              <a:sym typeface="Cabin"/>
            </a:endParaRPr>
          </a:p>
        </p:txBody>
      </p:sp>
      <p:sp>
        <p:nvSpPr>
          <p:cNvPr id="246" name="Google Shape;246;p41"/>
          <p:cNvSpPr/>
          <p:nvPr/>
        </p:nvSpPr>
        <p:spPr>
          <a:xfrm>
            <a:off x="457200" y="2374973"/>
            <a:ext cx="238800" cy="238800"/>
          </a:xfrm>
          <a:prstGeom prst="roundRect">
            <a:avLst>
              <a:gd name="adj" fmla="val 16667"/>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bin"/>
              <a:ea typeface="Cabin"/>
              <a:cs typeface="Cabin"/>
              <a:sym typeface="Cabin"/>
            </a:endParaRPr>
          </a:p>
        </p:txBody>
      </p:sp>
      <p:sp>
        <p:nvSpPr>
          <p:cNvPr id="247" name="Google Shape;247;p41"/>
          <p:cNvSpPr/>
          <p:nvPr/>
        </p:nvSpPr>
        <p:spPr>
          <a:xfrm>
            <a:off x="457200" y="3265948"/>
            <a:ext cx="238800" cy="238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bin"/>
              <a:ea typeface="Cabin"/>
              <a:cs typeface="Cabin"/>
              <a:sym typeface="Cabin"/>
            </a:endParaRPr>
          </a:p>
        </p:txBody>
      </p:sp>
      <p:sp>
        <p:nvSpPr>
          <p:cNvPr id="248" name="Google Shape;248;p41"/>
          <p:cNvSpPr/>
          <p:nvPr/>
        </p:nvSpPr>
        <p:spPr>
          <a:xfrm>
            <a:off x="457200" y="4156923"/>
            <a:ext cx="238800" cy="238800"/>
          </a:xfrm>
          <a:prstGeom prst="roundRect">
            <a:avLst>
              <a:gd name="adj" fmla="val 16667"/>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bin"/>
              <a:ea typeface="Cabin"/>
              <a:cs typeface="Cabin"/>
              <a:sym typeface="Cabin"/>
            </a:endParaRPr>
          </a:p>
        </p:txBody>
      </p:sp>
      <p:grpSp>
        <p:nvGrpSpPr>
          <p:cNvPr id="249" name="Google Shape;249;p41"/>
          <p:cNvGrpSpPr/>
          <p:nvPr/>
        </p:nvGrpSpPr>
        <p:grpSpPr>
          <a:xfrm>
            <a:off x="6968200" y="111875"/>
            <a:ext cx="2057400" cy="1033200"/>
            <a:chOff x="6922975" y="1548525"/>
            <a:chExt cx="2057400" cy="1033200"/>
          </a:xfrm>
        </p:grpSpPr>
        <p:grpSp>
          <p:nvGrpSpPr>
            <p:cNvPr id="250" name="Google Shape;250;p41"/>
            <p:cNvGrpSpPr/>
            <p:nvPr/>
          </p:nvGrpSpPr>
          <p:grpSpPr>
            <a:xfrm>
              <a:off x="6922975" y="1548525"/>
              <a:ext cx="2057400" cy="1033200"/>
              <a:chOff x="6172200" y="152400"/>
              <a:chExt cx="2057400" cy="1033200"/>
            </a:xfrm>
          </p:grpSpPr>
          <p:sp>
            <p:nvSpPr>
              <p:cNvPr id="251" name="Google Shape;251;p41"/>
              <p:cNvSpPr/>
              <p:nvPr/>
            </p:nvSpPr>
            <p:spPr>
              <a:xfrm>
                <a:off x="6172200" y="152400"/>
                <a:ext cx="2057400" cy="1033200"/>
              </a:xfrm>
              <a:prstGeom prst="roundRect">
                <a:avLst>
                  <a:gd name="adj" fmla="val 8292"/>
                </a:avLst>
              </a:prstGeom>
              <a:solidFill>
                <a:srgbClr val="FFF2B0"/>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252" name="Google Shape;252;p41"/>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253" name="Google Shape;253;p41"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700">
                  <a:latin typeface="Inter" panose="02000503000000020004"/>
                  <a:ea typeface="Inter" panose="02000503000000020004"/>
                  <a:cs typeface="Inter" panose="02000503000000020004"/>
                  <a:sym typeface="Inter" panose="02000503000000020004"/>
                </a:rPr>
                <a:t>You can customize this slide by adding specific communication tools or platforms that your school uses, and by including examples of successful communication strategies you've implemented.</a:t>
              </a:r>
              <a:endParaRPr sz="700">
                <a:latin typeface="Inter" panose="02000503000000020004"/>
                <a:ea typeface="Inter" panose="02000503000000020004"/>
                <a:cs typeface="Inter" panose="02000503000000020004"/>
                <a:sym typeface="Inter" panose="02000503000000020004"/>
              </a:endParaRPr>
            </a:p>
          </p:txBody>
        </p:sp>
        <p:pic>
          <p:nvPicPr>
            <p:cNvPr id="254" name="Google Shape;254;p41"/>
            <p:cNvPicPr preferRelativeResize="0"/>
            <p:nvPr/>
          </p:nvPicPr>
          <p:blipFill>
            <a:blip r:embed="rId1"/>
            <a:stretch>
              <a:fillRect/>
            </a:stretch>
          </p:blipFill>
          <p:spPr>
            <a:xfrm>
              <a:off x="7016628" y="1652466"/>
              <a:ext cx="164591" cy="164591"/>
            </a:xfrm>
            <a:prstGeom prst="rect">
              <a:avLst/>
            </a:prstGeom>
            <a:noFill/>
            <a:ln>
              <a:noFill/>
            </a:ln>
          </p:spPr>
        </p:pic>
      </p:grpSp>
      <p:pic>
        <p:nvPicPr>
          <p:cNvPr id="7" name="Picture 6" descr="pixelcut-export (1)"/>
          <p:cNvPicPr>
            <a:picLocks noChangeAspect="1"/>
          </p:cNvPicPr>
          <p:nvPr/>
        </p:nvPicPr>
        <p:blipFill>
          <a:blip r:embed="rId2"/>
          <a:srcRect t="22967" b="48563"/>
          <a:stretch>
            <a:fillRect/>
          </a:stretch>
        </p:blipFill>
        <p:spPr>
          <a:xfrm>
            <a:off x="6643370" y="4393565"/>
            <a:ext cx="2733040" cy="77851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258" name="Shape 258"/>
        <p:cNvGrpSpPr/>
        <p:nvPr/>
      </p:nvGrpSpPr>
      <p:grpSpPr>
        <a:xfrm>
          <a:off x="0" y="0"/>
          <a:ext cx="0" cy="0"/>
          <a:chOff x="0" y="0"/>
          <a:chExt cx="0" cy="0"/>
        </a:xfrm>
      </p:grpSpPr>
      <p:sp>
        <p:nvSpPr>
          <p:cNvPr id="259" name="Google Shape;259;p42" descr="chapter"/>
          <p:cNvSpPr/>
          <p:nvPr/>
        </p:nvSpPr>
        <p:spPr>
          <a:xfrm>
            <a:off x="345000" y="271925"/>
            <a:ext cx="2398200" cy="312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GB" sz="1000" b="1">
                <a:solidFill>
                  <a:schemeClr val="accent1"/>
                </a:solidFill>
                <a:latin typeface="Cabin"/>
                <a:ea typeface="Cabin"/>
                <a:cs typeface="Cabin"/>
                <a:sym typeface="Cabin"/>
              </a:rPr>
              <a:t>Teaching Aids</a:t>
            </a:r>
            <a:endParaRPr sz="1000" b="1">
              <a:solidFill>
                <a:schemeClr val="accent1"/>
              </a:solidFill>
              <a:latin typeface="Cabin"/>
              <a:ea typeface="Cabin"/>
              <a:cs typeface="Cabin"/>
              <a:sym typeface="Cabin"/>
            </a:endParaRPr>
          </a:p>
        </p:txBody>
      </p:sp>
      <p:sp>
        <p:nvSpPr>
          <p:cNvPr id="260" name="Google Shape;260;p42" descr="title"/>
          <p:cNvSpPr txBox="1"/>
          <p:nvPr>
            <p:ph type="title"/>
          </p:nvPr>
        </p:nvSpPr>
        <p:spPr>
          <a:xfrm>
            <a:off x="3318900" y="1353045"/>
            <a:ext cx="4518900" cy="461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sz="1800"/>
              <a:t>Aids and Material Handling</a:t>
            </a:r>
            <a:endParaRPr sz="1800"/>
          </a:p>
        </p:txBody>
      </p:sp>
      <p:sp>
        <p:nvSpPr>
          <p:cNvPr id="261" name="Google Shape;261;p42" descr="detail_0"/>
          <p:cNvSpPr txBox="1"/>
          <p:nvPr>
            <p:ph type="body" idx="2"/>
          </p:nvPr>
        </p:nvSpPr>
        <p:spPr>
          <a:xfrm>
            <a:off x="3319145" y="1966595"/>
            <a:ext cx="4518660" cy="2608580"/>
          </a:xfrm>
          <a:prstGeom prst="rect">
            <a:avLst/>
          </a:prstGeom>
          <a:ln>
            <a:noFill/>
          </a:ln>
        </p:spPr>
        <p:txBody>
          <a:bodyPr spcFirstLastPara="1" wrap="square" lIns="91425" tIns="91425" rIns="0" bIns="91425" anchor="ctr" anchorCtr="0">
            <a:noAutofit/>
          </a:bodyPr>
          <a:lstStyle/>
          <a:p>
            <a:pPr marL="0" lvl="0" indent="0" algn="l" rtl="0">
              <a:lnSpc>
                <a:spcPct val="130000"/>
              </a:lnSpc>
              <a:spcBef>
                <a:spcPts val="0"/>
              </a:spcBef>
              <a:spcAft>
                <a:spcPts val="2000"/>
              </a:spcAft>
              <a:buNone/>
            </a:pPr>
            <a:r>
              <a:rPr lang="en-GB" sz="1600"/>
              <a:t>Teaching aids are resources used by a teacher that enhance the effectiveness of classroom instruction or boost the interest of the learners. These aids help cater to different learning styles, facilitate understanding of the concepts and enhance the overall learning experience. Proper handling of materials is crucial as it ensures that aids are used effectively and safely, enabling teachers to create an engaging and productive learning environment.</a:t>
            </a:r>
            <a:endParaRPr sz="1600"/>
          </a:p>
        </p:txBody>
      </p:sp>
      <p:cxnSp>
        <p:nvCxnSpPr>
          <p:cNvPr id="262" name="Google Shape;262;p42"/>
          <p:cNvCxnSpPr/>
          <p:nvPr/>
        </p:nvCxnSpPr>
        <p:spPr>
          <a:xfrm>
            <a:off x="345000" y="584825"/>
            <a:ext cx="8454000" cy="0"/>
          </a:xfrm>
          <a:prstGeom prst="straightConnector1">
            <a:avLst/>
          </a:prstGeom>
          <a:noFill/>
          <a:ln w="9525" cap="flat" cmpd="sng">
            <a:solidFill>
              <a:schemeClr val="accent1"/>
            </a:solidFill>
            <a:prstDash val="solid"/>
            <a:round/>
            <a:headEnd type="none" w="med" len="med"/>
            <a:tailEnd type="none" w="med" len="med"/>
          </a:ln>
        </p:spPr>
      </p:cxnSp>
      <p:pic>
        <p:nvPicPr>
          <p:cNvPr id="263" name="Google Shape;263;p42"/>
          <p:cNvPicPr preferRelativeResize="0"/>
          <p:nvPr/>
        </p:nvPicPr>
        <p:blipFill rotWithShape="1">
          <a:blip r:embed="rId1">
            <a:alphaModFix amt="65000"/>
          </a:blip>
          <a:srcRect l="40469"/>
          <a:stretch>
            <a:fillRect/>
          </a:stretch>
        </p:blipFill>
        <p:spPr>
          <a:xfrm>
            <a:off x="345000" y="790375"/>
            <a:ext cx="2628300" cy="1892700"/>
          </a:xfrm>
          <a:prstGeom prst="roundRect">
            <a:avLst>
              <a:gd name="adj" fmla="val 4371"/>
            </a:avLst>
          </a:prstGeom>
          <a:noFill/>
          <a:ln>
            <a:noFill/>
          </a:ln>
        </p:spPr>
      </p:pic>
      <p:sp>
        <p:nvSpPr>
          <p:cNvPr id="264" name="Google Shape;264;p42"/>
          <p:cNvSpPr/>
          <p:nvPr/>
        </p:nvSpPr>
        <p:spPr>
          <a:xfrm>
            <a:off x="457200" y="915603"/>
            <a:ext cx="141900" cy="141900"/>
          </a:xfrm>
          <a:prstGeom prst="roundRect">
            <a:avLst>
              <a:gd name="adj" fmla="val 16667"/>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bin"/>
              <a:ea typeface="Cabin"/>
              <a:cs typeface="Cabin"/>
              <a:sym typeface="Cabin"/>
            </a:endParaRPr>
          </a:p>
        </p:txBody>
      </p:sp>
      <p:grpSp>
        <p:nvGrpSpPr>
          <p:cNvPr id="265" name="Google Shape;265;p42"/>
          <p:cNvGrpSpPr/>
          <p:nvPr/>
        </p:nvGrpSpPr>
        <p:grpSpPr>
          <a:xfrm>
            <a:off x="6968200" y="111875"/>
            <a:ext cx="2057400" cy="1033200"/>
            <a:chOff x="6922975" y="1548525"/>
            <a:chExt cx="2057400" cy="1033200"/>
          </a:xfrm>
        </p:grpSpPr>
        <p:grpSp>
          <p:nvGrpSpPr>
            <p:cNvPr id="266" name="Google Shape;266;p42"/>
            <p:cNvGrpSpPr/>
            <p:nvPr/>
          </p:nvGrpSpPr>
          <p:grpSpPr>
            <a:xfrm>
              <a:off x="6922975" y="1548525"/>
              <a:ext cx="2057400" cy="1033200"/>
              <a:chOff x="6172200" y="152400"/>
              <a:chExt cx="2057400" cy="1033200"/>
            </a:xfrm>
          </p:grpSpPr>
          <p:sp>
            <p:nvSpPr>
              <p:cNvPr id="267" name="Google Shape;267;p42"/>
              <p:cNvSpPr/>
              <p:nvPr/>
            </p:nvSpPr>
            <p:spPr>
              <a:xfrm>
                <a:off x="6172200" y="152400"/>
                <a:ext cx="2057400" cy="1033200"/>
              </a:xfrm>
              <a:prstGeom prst="roundRect">
                <a:avLst>
                  <a:gd name="adj" fmla="val 8292"/>
                </a:avLst>
              </a:prstGeom>
              <a:solidFill>
                <a:srgbClr val="FFF2B0"/>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268" name="Google Shape;268;p42"/>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269" name="Google Shape;269;p42"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Consider including specific examples of teaching aids that can be utilized in the classroom to illustrate their impact on learning.</a:t>
              </a:r>
              <a:endParaRPr sz="800">
                <a:latin typeface="Inter" panose="02000503000000020004"/>
                <a:ea typeface="Inter" panose="02000503000000020004"/>
                <a:cs typeface="Inter" panose="02000503000000020004"/>
                <a:sym typeface="Inter" panose="02000503000000020004"/>
              </a:endParaRPr>
            </a:p>
          </p:txBody>
        </p:sp>
        <p:pic>
          <p:nvPicPr>
            <p:cNvPr id="270" name="Google Shape;270;p42"/>
            <p:cNvPicPr preferRelativeResize="0"/>
            <p:nvPr/>
          </p:nvPicPr>
          <p:blipFill>
            <a:blip r:embed="rId2"/>
            <a:stretch>
              <a:fillRect/>
            </a:stretch>
          </p:blipFill>
          <p:spPr>
            <a:xfrm>
              <a:off x="7016628" y="1652466"/>
              <a:ext cx="164591" cy="164591"/>
            </a:xfrm>
            <a:prstGeom prst="rect">
              <a:avLst/>
            </a:prstGeom>
            <a:noFill/>
            <a:ln>
              <a:noFill/>
            </a:ln>
          </p:spPr>
        </p:pic>
      </p:grpSp>
      <p:pic>
        <p:nvPicPr>
          <p:cNvPr id="7" name="Picture 6" descr="pixelcut-export (1)"/>
          <p:cNvPicPr>
            <a:picLocks noChangeAspect="1"/>
          </p:cNvPicPr>
          <p:nvPr/>
        </p:nvPicPr>
        <p:blipFill>
          <a:blip r:embed="rId3"/>
          <a:srcRect t="22967" b="48563"/>
          <a:stretch>
            <a:fillRect/>
          </a:stretch>
        </p:blipFill>
        <p:spPr>
          <a:xfrm>
            <a:off x="10160" y="4364990"/>
            <a:ext cx="2733040" cy="77851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74" name="Shape 274"/>
        <p:cNvGrpSpPr/>
        <p:nvPr/>
      </p:nvGrpSpPr>
      <p:grpSpPr>
        <a:xfrm>
          <a:off x="0" y="0"/>
          <a:ext cx="0" cy="0"/>
          <a:chOff x="0" y="0"/>
          <a:chExt cx="0" cy="0"/>
        </a:xfrm>
      </p:grpSpPr>
      <p:sp>
        <p:nvSpPr>
          <p:cNvPr id="275" name="Google Shape;275;p43" descr="chapter"/>
          <p:cNvSpPr/>
          <p:nvPr/>
        </p:nvSpPr>
        <p:spPr>
          <a:xfrm>
            <a:off x="345000" y="271925"/>
            <a:ext cx="2398200" cy="312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GB" sz="1000" b="1">
                <a:solidFill>
                  <a:schemeClr val="accent1"/>
                </a:solidFill>
                <a:latin typeface="Cabin"/>
                <a:ea typeface="Cabin"/>
                <a:cs typeface="Cabin"/>
                <a:sym typeface="Cabin"/>
              </a:rPr>
              <a:t>Resource Management</a:t>
            </a:r>
            <a:endParaRPr sz="1000" b="1">
              <a:solidFill>
                <a:schemeClr val="accent1"/>
              </a:solidFill>
              <a:latin typeface="Cabin"/>
              <a:ea typeface="Cabin"/>
              <a:cs typeface="Cabin"/>
              <a:sym typeface="Cabin"/>
            </a:endParaRPr>
          </a:p>
        </p:txBody>
      </p:sp>
      <p:sp>
        <p:nvSpPr>
          <p:cNvPr id="276" name="Google Shape;276;p43" descr="title"/>
          <p:cNvSpPr txBox="1"/>
          <p:nvPr>
            <p:ph type="title"/>
          </p:nvPr>
        </p:nvSpPr>
        <p:spPr>
          <a:xfrm>
            <a:off x="345000" y="684900"/>
            <a:ext cx="4173900" cy="461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sz="1500"/>
              <a:t>Resource Management in Teaching</a:t>
            </a:r>
            <a:endParaRPr sz="1500"/>
          </a:p>
        </p:txBody>
      </p:sp>
      <p:sp>
        <p:nvSpPr>
          <p:cNvPr id="277" name="Google Shape;277;p43" descr="detail_0"/>
          <p:cNvSpPr txBox="1"/>
          <p:nvPr>
            <p:ph type="body" idx="2"/>
          </p:nvPr>
        </p:nvSpPr>
        <p:spPr>
          <a:xfrm>
            <a:off x="345000" y="1627775"/>
            <a:ext cx="4008000" cy="2941800"/>
          </a:xfrm>
          <a:prstGeom prst="rect">
            <a:avLst/>
          </a:prstGeom>
          <a:ln>
            <a:noFill/>
          </a:ln>
        </p:spPr>
        <p:txBody>
          <a:bodyPr spcFirstLastPara="1" wrap="square" lIns="91425" tIns="91425" rIns="0" bIns="91425" anchor="b" anchorCtr="0">
            <a:noAutofit/>
          </a:bodyPr>
          <a:lstStyle/>
          <a:p>
            <a:pPr marL="0" lvl="0" indent="0" algn="l" rtl="0">
              <a:lnSpc>
                <a:spcPct val="130000"/>
              </a:lnSpc>
              <a:spcBef>
                <a:spcPts val="0"/>
              </a:spcBef>
              <a:spcAft>
                <a:spcPts val="2000"/>
              </a:spcAft>
              <a:buNone/>
            </a:pPr>
            <a:r>
              <a:rPr lang="en-GB" sz="1400"/>
              <a:t>Resource management in teaching involves making a strategic plan for organizing and using school resources. It is crucial for evaluating and maximizing such resources to enhance the educational experience. Effective resource management ensures that materials and tools are used efficiently, enabling teachers to provide the best possible learning environment for students. This involves not only physical resources but also human resources, such as leveraging the skills and strengths of staff and parents to support student learning.</a:t>
            </a:r>
            <a:endParaRPr sz="1400"/>
          </a:p>
        </p:txBody>
      </p:sp>
      <p:cxnSp>
        <p:nvCxnSpPr>
          <p:cNvPr id="278" name="Google Shape;278;p43"/>
          <p:cNvCxnSpPr/>
          <p:nvPr/>
        </p:nvCxnSpPr>
        <p:spPr>
          <a:xfrm>
            <a:off x="345000" y="584825"/>
            <a:ext cx="8454000" cy="0"/>
          </a:xfrm>
          <a:prstGeom prst="straightConnector1">
            <a:avLst/>
          </a:prstGeom>
          <a:noFill/>
          <a:ln w="9525" cap="flat" cmpd="sng">
            <a:solidFill>
              <a:schemeClr val="accent1"/>
            </a:solidFill>
            <a:prstDash val="solid"/>
            <a:round/>
            <a:headEnd type="none" w="med" len="med"/>
            <a:tailEnd type="none" w="med" len="med"/>
          </a:ln>
        </p:spPr>
      </p:cxnSp>
      <p:grpSp>
        <p:nvGrpSpPr>
          <p:cNvPr id="279" name="Google Shape;279;p43"/>
          <p:cNvGrpSpPr/>
          <p:nvPr/>
        </p:nvGrpSpPr>
        <p:grpSpPr>
          <a:xfrm>
            <a:off x="6968200" y="111875"/>
            <a:ext cx="2057400" cy="1033200"/>
            <a:chOff x="6922975" y="1548525"/>
            <a:chExt cx="2057400" cy="1033200"/>
          </a:xfrm>
        </p:grpSpPr>
        <p:grpSp>
          <p:nvGrpSpPr>
            <p:cNvPr id="280" name="Google Shape;280;p43"/>
            <p:cNvGrpSpPr/>
            <p:nvPr/>
          </p:nvGrpSpPr>
          <p:grpSpPr>
            <a:xfrm>
              <a:off x="6922975" y="1548525"/>
              <a:ext cx="2057400" cy="1033200"/>
              <a:chOff x="6172200" y="152400"/>
              <a:chExt cx="2057400" cy="1033200"/>
            </a:xfrm>
          </p:grpSpPr>
          <p:sp>
            <p:nvSpPr>
              <p:cNvPr id="281" name="Google Shape;281;p43"/>
              <p:cNvSpPr/>
              <p:nvPr/>
            </p:nvSpPr>
            <p:spPr>
              <a:xfrm>
                <a:off x="6172200" y="152400"/>
                <a:ext cx="2057400" cy="1033200"/>
              </a:xfrm>
              <a:prstGeom prst="roundRect">
                <a:avLst>
                  <a:gd name="adj" fmla="val 8292"/>
                </a:avLst>
              </a:prstGeom>
              <a:solidFill>
                <a:srgbClr val="FFF2B0"/>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282" name="Google Shape;282;p43"/>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283" name="Google Shape;283;p43"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Consider adding specific examples of resource management practices in your school or district to make the content more relatable.</a:t>
              </a:r>
              <a:endParaRPr sz="800">
                <a:latin typeface="Inter" panose="02000503000000020004"/>
                <a:ea typeface="Inter" panose="02000503000000020004"/>
                <a:cs typeface="Inter" panose="02000503000000020004"/>
                <a:sym typeface="Inter" panose="02000503000000020004"/>
              </a:endParaRPr>
            </a:p>
          </p:txBody>
        </p:sp>
        <p:pic>
          <p:nvPicPr>
            <p:cNvPr id="284" name="Google Shape;284;p43"/>
            <p:cNvPicPr preferRelativeResize="0"/>
            <p:nvPr/>
          </p:nvPicPr>
          <p:blipFill>
            <a:blip r:embed="rId1"/>
            <a:stretch>
              <a:fillRect/>
            </a:stretch>
          </p:blipFill>
          <p:spPr>
            <a:xfrm>
              <a:off x="7016628" y="1652466"/>
              <a:ext cx="164591" cy="164591"/>
            </a:xfrm>
            <a:prstGeom prst="rect">
              <a:avLst/>
            </a:prstGeom>
            <a:noFill/>
            <a:ln>
              <a:noFill/>
            </a:ln>
          </p:spPr>
        </p:pic>
      </p:grpSp>
      <p:pic>
        <p:nvPicPr>
          <p:cNvPr id="2" name="Picture 1" descr="CLASSROOM-MANAGEMENT-STRATEGIES-and-TOOLS-1024x536"/>
          <p:cNvPicPr>
            <a:picLocks noChangeAspect="1"/>
          </p:cNvPicPr>
          <p:nvPr/>
        </p:nvPicPr>
        <p:blipFill>
          <a:blip r:embed="rId2"/>
          <a:srcRect b="7112"/>
          <a:stretch>
            <a:fillRect/>
          </a:stretch>
        </p:blipFill>
        <p:spPr>
          <a:xfrm>
            <a:off x="4472305" y="1856105"/>
            <a:ext cx="4553585" cy="2214245"/>
          </a:xfrm>
          <a:prstGeom prst="rect">
            <a:avLst/>
          </a:prstGeom>
        </p:spPr>
      </p:pic>
      <p:pic>
        <p:nvPicPr>
          <p:cNvPr id="7" name="Picture 6" descr="pixelcut-export (1)"/>
          <p:cNvPicPr>
            <a:picLocks noChangeAspect="1"/>
          </p:cNvPicPr>
          <p:nvPr/>
        </p:nvPicPr>
        <p:blipFill>
          <a:blip r:embed="rId3"/>
          <a:srcRect t="22967" b="48563"/>
          <a:stretch>
            <a:fillRect/>
          </a:stretch>
        </p:blipFill>
        <p:spPr>
          <a:xfrm>
            <a:off x="6643370" y="4393565"/>
            <a:ext cx="2733040" cy="77851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288" name="Shape 288"/>
        <p:cNvGrpSpPr/>
        <p:nvPr/>
      </p:nvGrpSpPr>
      <p:grpSpPr>
        <a:xfrm>
          <a:off x="0" y="0"/>
          <a:ext cx="0" cy="0"/>
          <a:chOff x="0" y="0"/>
          <a:chExt cx="0" cy="0"/>
        </a:xfrm>
      </p:grpSpPr>
      <p:sp>
        <p:nvSpPr>
          <p:cNvPr id="289" name="Google Shape;289;p44" descr="title"/>
          <p:cNvSpPr txBox="1"/>
          <p:nvPr>
            <p:ph type="title"/>
          </p:nvPr>
        </p:nvSpPr>
        <p:spPr>
          <a:xfrm>
            <a:off x="345000" y="685800"/>
            <a:ext cx="6058500" cy="461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sz="1800"/>
              <a:t>Concluding a Class</a:t>
            </a:r>
            <a:endParaRPr sz="1800">
              <a:solidFill>
                <a:schemeClr val="dk1"/>
              </a:solidFill>
            </a:endParaRPr>
          </a:p>
        </p:txBody>
      </p:sp>
      <p:sp>
        <p:nvSpPr>
          <p:cNvPr id="290" name="Google Shape;290;p44" descr="chapter"/>
          <p:cNvSpPr/>
          <p:nvPr/>
        </p:nvSpPr>
        <p:spPr>
          <a:xfrm>
            <a:off x="345000" y="271925"/>
            <a:ext cx="2398200" cy="312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GB" sz="1000" b="1">
                <a:solidFill>
                  <a:schemeClr val="accent1"/>
                </a:solidFill>
                <a:latin typeface="Cabin"/>
                <a:ea typeface="Cabin"/>
                <a:cs typeface="Cabin"/>
                <a:sym typeface="Cabin"/>
              </a:rPr>
              <a:t>Conclusion</a:t>
            </a:r>
            <a:endParaRPr sz="1000" b="1">
              <a:solidFill>
                <a:schemeClr val="accent1"/>
              </a:solidFill>
              <a:latin typeface="Cabin"/>
              <a:ea typeface="Cabin"/>
              <a:cs typeface="Cabin"/>
              <a:sym typeface="Cabin"/>
            </a:endParaRPr>
          </a:p>
        </p:txBody>
      </p:sp>
      <p:cxnSp>
        <p:nvCxnSpPr>
          <p:cNvPr id="291" name="Google Shape;291;p44"/>
          <p:cNvCxnSpPr/>
          <p:nvPr/>
        </p:nvCxnSpPr>
        <p:spPr>
          <a:xfrm>
            <a:off x="345000" y="584825"/>
            <a:ext cx="8454000" cy="0"/>
          </a:xfrm>
          <a:prstGeom prst="straightConnector1">
            <a:avLst/>
          </a:prstGeom>
          <a:noFill/>
          <a:ln w="9525" cap="flat" cmpd="sng">
            <a:solidFill>
              <a:schemeClr val="accent1"/>
            </a:solidFill>
            <a:prstDash val="solid"/>
            <a:round/>
            <a:headEnd type="none" w="med" len="med"/>
            <a:tailEnd type="none" w="med" len="med"/>
          </a:ln>
        </p:spPr>
      </p:cxnSp>
      <p:sp>
        <p:nvSpPr>
          <p:cNvPr id="292" name="Google Shape;292;p44" descr="header_0"/>
          <p:cNvSpPr txBox="1"/>
          <p:nvPr>
            <p:ph type="subTitle" idx="1"/>
          </p:nvPr>
        </p:nvSpPr>
        <p:spPr>
          <a:xfrm>
            <a:off x="345000" y="1248175"/>
            <a:ext cx="2206500" cy="110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200"/>
              <a:t>Brainstorming</a:t>
            </a:r>
            <a:endParaRPr sz="1200">
              <a:solidFill>
                <a:schemeClr val="dk1"/>
              </a:solidFill>
            </a:endParaRPr>
          </a:p>
        </p:txBody>
      </p:sp>
      <p:sp>
        <p:nvSpPr>
          <p:cNvPr id="293" name="Google Shape;293;p44" descr="header_1"/>
          <p:cNvSpPr txBox="1"/>
          <p:nvPr>
            <p:ph type="subTitle" idx="1"/>
          </p:nvPr>
        </p:nvSpPr>
        <p:spPr>
          <a:xfrm>
            <a:off x="345000" y="2469955"/>
            <a:ext cx="2206500" cy="110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200"/>
              <a:t>Mindfulness Exercises</a:t>
            </a:r>
            <a:endParaRPr sz="1200">
              <a:solidFill>
                <a:schemeClr val="dk1"/>
              </a:solidFill>
            </a:endParaRPr>
          </a:p>
        </p:txBody>
      </p:sp>
      <p:sp>
        <p:nvSpPr>
          <p:cNvPr id="294" name="Google Shape;294;p44" descr="header_1"/>
          <p:cNvSpPr txBox="1"/>
          <p:nvPr>
            <p:ph type="subTitle" idx="1"/>
          </p:nvPr>
        </p:nvSpPr>
        <p:spPr>
          <a:xfrm>
            <a:off x="345000" y="3691733"/>
            <a:ext cx="2206500" cy="110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200"/>
              <a:t>Mindfulness Exercises</a:t>
            </a:r>
            <a:endParaRPr sz="1200">
              <a:solidFill>
                <a:schemeClr val="dk1"/>
              </a:solidFill>
            </a:endParaRPr>
          </a:p>
        </p:txBody>
      </p:sp>
      <p:grpSp>
        <p:nvGrpSpPr>
          <p:cNvPr id="295" name="Google Shape;295;p44"/>
          <p:cNvGrpSpPr/>
          <p:nvPr/>
        </p:nvGrpSpPr>
        <p:grpSpPr>
          <a:xfrm>
            <a:off x="6968200" y="111875"/>
            <a:ext cx="2057400" cy="1033200"/>
            <a:chOff x="6922975" y="1548525"/>
            <a:chExt cx="2057400" cy="1033200"/>
          </a:xfrm>
        </p:grpSpPr>
        <p:grpSp>
          <p:nvGrpSpPr>
            <p:cNvPr id="296" name="Google Shape;296;p44"/>
            <p:cNvGrpSpPr/>
            <p:nvPr/>
          </p:nvGrpSpPr>
          <p:grpSpPr>
            <a:xfrm>
              <a:off x="6922975" y="1548525"/>
              <a:ext cx="2057400" cy="1033200"/>
              <a:chOff x="6172200" y="152400"/>
              <a:chExt cx="2057400" cy="1033200"/>
            </a:xfrm>
          </p:grpSpPr>
          <p:sp>
            <p:nvSpPr>
              <p:cNvPr id="297" name="Google Shape;297;p44"/>
              <p:cNvSpPr/>
              <p:nvPr/>
            </p:nvSpPr>
            <p:spPr>
              <a:xfrm>
                <a:off x="6172200" y="152400"/>
                <a:ext cx="2057400" cy="1033200"/>
              </a:xfrm>
              <a:prstGeom prst="roundRect">
                <a:avLst>
                  <a:gd name="adj" fmla="val 8292"/>
                </a:avLst>
              </a:prstGeom>
              <a:solidFill>
                <a:srgbClr val="FFF2B0"/>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298" name="Google Shape;298;p44"/>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299" name="Google Shape;299;p44"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Consider adding specific examples of games or exercises that have worked well in your own classroom experience.</a:t>
              </a:r>
              <a:endParaRPr sz="800">
                <a:latin typeface="Inter" panose="02000503000000020004"/>
                <a:ea typeface="Inter" panose="02000503000000020004"/>
                <a:cs typeface="Inter" panose="02000503000000020004"/>
                <a:sym typeface="Inter" panose="02000503000000020004"/>
              </a:endParaRPr>
            </a:p>
          </p:txBody>
        </p:sp>
        <p:pic>
          <p:nvPicPr>
            <p:cNvPr id="300" name="Google Shape;300;p44"/>
            <p:cNvPicPr preferRelativeResize="0"/>
            <p:nvPr/>
          </p:nvPicPr>
          <p:blipFill>
            <a:blip r:embed="rId1"/>
            <a:stretch>
              <a:fillRect/>
            </a:stretch>
          </p:blipFill>
          <p:spPr>
            <a:xfrm>
              <a:off x="7016628" y="1652466"/>
              <a:ext cx="164591" cy="164591"/>
            </a:xfrm>
            <a:prstGeom prst="rect">
              <a:avLst/>
            </a:prstGeom>
            <a:noFill/>
            <a:ln>
              <a:noFill/>
            </a:ln>
          </p:spPr>
        </p:pic>
      </p:grpSp>
      <p:sp>
        <p:nvSpPr>
          <p:cNvPr id="301" name="Google Shape;301;p44" descr="detail_0"/>
          <p:cNvSpPr txBox="1"/>
          <p:nvPr>
            <p:ph type="body" idx="2"/>
          </p:nvPr>
        </p:nvSpPr>
        <p:spPr>
          <a:xfrm>
            <a:off x="2703025" y="1248175"/>
            <a:ext cx="6058500" cy="1105800"/>
          </a:xfrm>
          <a:prstGeom prst="rect">
            <a:avLst/>
          </a:prstGeom>
        </p:spPr>
        <p:txBody>
          <a:bodyPr spcFirstLastPara="1" wrap="square" lIns="91425" tIns="91425" rIns="91425" bIns="91425" anchor="t" anchorCtr="0">
            <a:noAutofit/>
          </a:bodyPr>
          <a:lstStyle/>
          <a:p>
            <a:pPr marL="0" lvl="0" indent="0" algn="l" rtl="0">
              <a:lnSpc>
                <a:spcPct val="130000"/>
              </a:lnSpc>
              <a:spcBef>
                <a:spcPts val="0"/>
              </a:spcBef>
              <a:spcAft>
                <a:spcPts val="2000"/>
              </a:spcAft>
              <a:buNone/>
            </a:pPr>
            <a:r>
              <a:rPr lang="en-GB" sz="1200"/>
              <a:t>Provide time for brainstorming or Q&amp;A to encourage student participation and gather feedback.</a:t>
            </a:r>
            <a:endParaRPr sz="1010"/>
          </a:p>
        </p:txBody>
      </p:sp>
      <p:sp>
        <p:nvSpPr>
          <p:cNvPr id="302" name="Google Shape;302;p44" descr="detail_1"/>
          <p:cNvSpPr txBox="1"/>
          <p:nvPr>
            <p:ph type="body" idx="2"/>
          </p:nvPr>
        </p:nvSpPr>
        <p:spPr>
          <a:xfrm>
            <a:off x="2703025" y="2469952"/>
            <a:ext cx="6058500" cy="1105800"/>
          </a:xfrm>
          <a:prstGeom prst="rect">
            <a:avLst/>
          </a:prstGeom>
        </p:spPr>
        <p:txBody>
          <a:bodyPr spcFirstLastPara="1" wrap="square" lIns="91425" tIns="91425" rIns="91425" bIns="91425" anchor="t" anchorCtr="0">
            <a:noAutofit/>
          </a:bodyPr>
          <a:lstStyle/>
          <a:p>
            <a:pPr marL="0" lvl="0" indent="0" algn="l" rtl="0">
              <a:lnSpc>
                <a:spcPct val="130000"/>
              </a:lnSpc>
              <a:spcBef>
                <a:spcPts val="0"/>
              </a:spcBef>
              <a:spcAft>
                <a:spcPts val="2000"/>
              </a:spcAft>
              <a:buNone/>
            </a:pPr>
            <a:r>
              <a:rPr lang="en-GB" sz="1200"/>
              <a:t>End with a meditation or breathing exercise to help students relax and reflect on their learning.</a:t>
            </a:r>
            <a:endParaRPr sz="1010"/>
          </a:p>
        </p:txBody>
      </p:sp>
      <p:sp>
        <p:nvSpPr>
          <p:cNvPr id="303" name="Google Shape;303;p44" descr="detail_2"/>
          <p:cNvSpPr txBox="1"/>
          <p:nvPr>
            <p:ph type="body" idx="2"/>
          </p:nvPr>
        </p:nvSpPr>
        <p:spPr>
          <a:xfrm>
            <a:off x="2703025" y="3691727"/>
            <a:ext cx="6058500" cy="1105800"/>
          </a:xfrm>
          <a:prstGeom prst="rect">
            <a:avLst/>
          </a:prstGeom>
        </p:spPr>
        <p:txBody>
          <a:bodyPr spcFirstLastPara="1" wrap="square" lIns="91425" tIns="91425" rIns="91425" bIns="91425" anchor="t" anchorCtr="0">
            <a:noAutofit/>
          </a:bodyPr>
          <a:lstStyle/>
          <a:p>
            <a:pPr marL="0" lvl="0" indent="0" algn="l" rtl="0">
              <a:lnSpc>
                <a:spcPct val="130000"/>
              </a:lnSpc>
              <a:spcBef>
                <a:spcPts val="0"/>
              </a:spcBef>
              <a:spcAft>
                <a:spcPts val="2000"/>
              </a:spcAft>
              <a:buNone/>
            </a:pPr>
            <a:r>
              <a:rPr lang="en-GB" sz="1200"/>
              <a:t>Play a quick game or trivia challenge, and recognize achievements to create a positive and engaging conclusion.</a:t>
            </a:r>
            <a:endParaRPr sz="1010"/>
          </a:p>
        </p:txBody>
      </p:sp>
      <p:pic>
        <p:nvPicPr>
          <p:cNvPr id="7" name="Picture 6" descr="pixelcut-export (1)"/>
          <p:cNvPicPr>
            <a:picLocks noChangeAspect="1"/>
          </p:cNvPicPr>
          <p:nvPr/>
        </p:nvPicPr>
        <p:blipFill>
          <a:blip r:embed="rId2"/>
          <a:srcRect t="22967" b="48563"/>
          <a:stretch>
            <a:fillRect/>
          </a:stretch>
        </p:blipFill>
        <p:spPr>
          <a:xfrm>
            <a:off x="6643370" y="4393565"/>
            <a:ext cx="2733040" cy="77851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307" name="Shape 307"/>
        <p:cNvGrpSpPr/>
        <p:nvPr/>
      </p:nvGrpSpPr>
      <p:grpSpPr>
        <a:xfrm>
          <a:off x="0" y="0"/>
          <a:ext cx="0" cy="0"/>
          <a:chOff x="0" y="0"/>
          <a:chExt cx="0" cy="0"/>
        </a:xfrm>
      </p:grpSpPr>
      <p:sp>
        <p:nvSpPr>
          <p:cNvPr id="308" name="Google Shape;308;p45"/>
          <p:cNvSpPr/>
          <p:nvPr/>
        </p:nvSpPr>
        <p:spPr>
          <a:xfrm>
            <a:off x="344975" y="1346700"/>
            <a:ext cx="4163100" cy="1628400"/>
          </a:xfrm>
          <a:prstGeom prst="roundRect">
            <a:avLst>
              <a:gd name="adj" fmla="val 4893"/>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bin"/>
              <a:ea typeface="Cabin"/>
              <a:cs typeface="Cabin"/>
              <a:sym typeface="Cabin"/>
            </a:endParaRPr>
          </a:p>
        </p:txBody>
      </p:sp>
      <p:sp>
        <p:nvSpPr>
          <p:cNvPr id="309" name="Google Shape;309;p45"/>
          <p:cNvSpPr/>
          <p:nvPr/>
        </p:nvSpPr>
        <p:spPr>
          <a:xfrm>
            <a:off x="4635927" y="1346700"/>
            <a:ext cx="4163100" cy="1628400"/>
          </a:xfrm>
          <a:prstGeom prst="roundRect">
            <a:avLst>
              <a:gd name="adj" fmla="val 5705"/>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bin"/>
              <a:ea typeface="Cabin"/>
              <a:cs typeface="Cabin"/>
              <a:sym typeface="Cabin"/>
            </a:endParaRPr>
          </a:p>
        </p:txBody>
      </p:sp>
      <p:sp>
        <p:nvSpPr>
          <p:cNvPr id="310" name="Google Shape;310;p45"/>
          <p:cNvSpPr/>
          <p:nvPr/>
        </p:nvSpPr>
        <p:spPr>
          <a:xfrm>
            <a:off x="345000" y="3096400"/>
            <a:ext cx="4163100" cy="1628400"/>
          </a:xfrm>
          <a:prstGeom prst="roundRect">
            <a:avLst>
              <a:gd name="adj" fmla="val 4893"/>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bin"/>
              <a:ea typeface="Cabin"/>
              <a:cs typeface="Cabin"/>
              <a:sym typeface="Cabin"/>
            </a:endParaRPr>
          </a:p>
        </p:txBody>
      </p:sp>
      <p:sp>
        <p:nvSpPr>
          <p:cNvPr id="311" name="Google Shape;311;p45"/>
          <p:cNvSpPr/>
          <p:nvPr/>
        </p:nvSpPr>
        <p:spPr>
          <a:xfrm>
            <a:off x="4635953" y="3096400"/>
            <a:ext cx="4163100" cy="1628400"/>
          </a:xfrm>
          <a:prstGeom prst="roundRect">
            <a:avLst>
              <a:gd name="adj" fmla="val 5705"/>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bin"/>
              <a:ea typeface="Cabin"/>
              <a:cs typeface="Cabin"/>
              <a:sym typeface="Cabin"/>
            </a:endParaRPr>
          </a:p>
        </p:txBody>
      </p:sp>
      <p:sp>
        <p:nvSpPr>
          <p:cNvPr id="312" name="Google Shape;312;p45" descr="title"/>
          <p:cNvSpPr txBox="1"/>
          <p:nvPr>
            <p:ph type="title"/>
          </p:nvPr>
        </p:nvSpPr>
        <p:spPr>
          <a:xfrm>
            <a:off x="345000" y="685800"/>
            <a:ext cx="6058500" cy="461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sz="1800"/>
              <a:t>Class Conclusion Techniques</a:t>
            </a:r>
            <a:endParaRPr sz="1800">
              <a:solidFill>
                <a:schemeClr val="dk1"/>
              </a:solidFill>
            </a:endParaRPr>
          </a:p>
        </p:txBody>
      </p:sp>
      <p:sp>
        <p:nvSpPr>
          <p:cNvPr id="313" name="Google Shape;313;p45" descr="chapter"/>
          <p:cNvSpPr/>
          <p:nvPr/>
        </p:nvSpPr>
        <p:spPr>
          <a:xfrm>
            <a:off x="345000" y="271925"/>
            <a:ext cx="2398200" cy="312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GB" sz="1000" b="1">
                <a:solidFill>
                  <a:schemeClr val="accent1"/>
                </a:solidFill>
                <a:latin typeface="Cabin"/>
                <a:ea typeface="Cabin"/>
                <a:cs typeface="Cabin"/>
                <a:sym typeface="Cabin"/>
              </a:rPr>
              <a:t>Conclusion</a:t>
            </a:r>
            <a:endParaRPr sz="1000" b="1">
              <a:solidFill>
                <a:schemeClr val="accent1"/>
              </a:solidFill>
              <a:latin typeface="Cabin"/>
              <a:ea typeface="Cabin"/>
              <a:cs typeface="Cabin"/>
              <a:sym typeface="Cabin"/>
            </a:endParaRPr>
          </a:p>
        </p:txBody>
      </p:sp>
      <p:cxnSp>
        <p:nvCxnSpPr>
          <p:cNvPr id="314" name="Google Shape;314;p45"/>
          <p:cNvCxnSpPr/>
          <p:nvPr/>
        </p:nvCxnSpPr>
        <p:spPr>
          <a:xfrm>
            <a:off x="345000" y="584825"/>
            <a:ext cx="8454000" cy="0"/>
          </a:xfrm>
          <a:prstGeom prst="straightConnector1">
            <a:avLst/>
          </a:prstGeom>
          <a:noFill/>
          <a:ln w="9525" cap="flat" cmpd="sng">
            <a:solidFill>
              <a:schemeClr val="accent1"/>
            </a:solidFill>
            <a:prstDash val="solid"/>
            <a:round/>
            <a:headEnd type="none" w="med" len="med"/>
            <a:tailEnd type="none" w="med" len="med"/>
          </a:ln>
        </p:spPr>
      </p:cxnSp>
      <p:sp>
        <p:nvSpPr>
          <p:cNvPr id="315" name="Google Shape;315;p45" descr="detail_0"/>
          <p:cNvSpPr txBox="1"/>
          <p:nvPr>
            <p:ph type="body" idx="2"/>
          </p:nvPr>
        </p:nvSpPr>
        <p:spPr>
          <a:xfrm>
            <a:off x="457200" y="1831350"/>
            <a:ext cx="3942300" cy="1074000"/>
          </a:xfrm>
          <a:prstGeom prst="rect">
            <a:avLst/>
          </a:prstGeom>
        </p:spPr>
        <p:txBody>
          <a:bodyPr spcFirstLastPara="1" wrap="square" lIns="0" tIns="91425" rIns="91425" bIns="91425" anchor="t" anchorCtr="0">
            <a:noAutofit/>
          </a:bodyPr>
          <a:lstStyle/>
          <a:p>
            <a:pPr marL="0" lvl="0" indent="0" algn="l" rtl="0">
              <a:lnSpc>
                <a:spcPct val="130000"/>
              </a:lnSpc>
              <a:spcBef>
                <a:spcPts val="0"/>
              </a:spcBef>
              <a:spcAft>
                <a:spcPts val="2000"/>
              </a:spcAft>
              <a:buNone/>
            </a:pPr>
            <a:r>
              <a:rPr lang="en-GB" sz="1200">
                <a:solidFill>
                  <a:srgbClr val="6C7076"/>
                </a:solidFill>
              </a:rPr>
              <a:t>Give students recognition by having an appreciation circle where they can express gratitude towards their peers for their efforts and contributions.</a:t>
            </a:r>
            <a:endParaRPr sz="1200">
              <a:solidFill>
                <a:srgbClr val="6C7076"/>
              </a:solidFill>
            </a:endParaRPr>
          </a:p>
        </p:txBody>
      </p:sp>
      <p:sp>
        <p:nvSpPr>
          <p:cNvPr id="316" name="Google Shape;316;p45" descr="header_0"/>
          <p:cNvSpPr txBox="1"/>
          <p:nvPr>
            <p:ph type="subTitle" idx="1"/>
          </p:nvPr>
        </p:nvSpPr>
        <p:spPr>
          <a:xfrm>
            <a:off x="457200" y="1416450"/>
            <a:ext cx="3942300" cy="404700"/>
          </a:xfrm>
          <a:prstGeom prst="rect">
            <a:avLst/>
          </a:prstGeom>
        </p:spPr>
        <p:txBody>
          <a:bodyPr spcFirstLastPara="1" wrap="square" lIns="0" tIns="0" rIns="91425" bIns="0" anchor="ctr" anchorCtr="0">
            <a:noAutofit/>
          </a:bodyPr>
          <a:lstStyle/>
          <a:p>
            <a:pPr marL="0" lvl="0" indent="0" algn="l" rtl="0">
              <a:lnSpc>
                <a:spcPct val="100000"/>
              </a:lnSpc>
              <a:spcBef>
                <a:spcPts val="0"/>
              </a:spcBef>
              <a:spcAft>
                <a:spcPts val="0"/>
              </a:spcAft>
              <a:buNone/>
            </a:pPr>
            <a:r>
              <a:rPr lang="en-GB" sz="1400" b="1"/>
              <a:t>Appreciation Circles</a:t>
            </a:r>
            <a:endParaRPr sz="1400" b="1"/>
          </a:p>
        </p:txBody>
      </p:sp>
      <p:sp>
        <p:nvSpPr>
          <p:cNvPr id="317" name="Google Shape;317;p45" descr="detail_1"/>
          <p:cNvSpPr txBox="1"/>
          <p:nvPr>
            <p:ph type="body" idx="2"/>
          </p:nvPr>
        </p:nvSpPr>
        <p:spPr>
          <a:xfrm>
            <a:off x="4746350" y="1831350"/>
            <a:ext cx="3942300" cy="1074000"/>
          </a:xfrm>
          <a:prstGeom prst="rect">
            <a:avLst/>
          </a:prstGeom>
        </p:spPr>
        <p:txBody>
          <a:bodyPr spcFirstLastPara="1" wrap="square" lIns="0" tIns="91425" rIns="91425" bIns="91425" anchor="t" anchorCtr="0">
            <a:noAutofit/>
          </a:bodyPr>
          <a:lstStyle/>
          <a:p>
            <a:pPr marL="0" lvl="0" indent="0" algn="l" rtl="0">
              <a:lnSpc>
                <a:spcPct val="130000"/>
              </a:lnSpc>
              <a:spcBef>
                <a:spcPts val="0"/>
              </a:spcBef>
              <a:spcAft>
                <a:spcPts val="2000"/>
              </a:spcAft>
              <a:buNone/>
            </a:pPr>
            <a:r>
              <a:rPr lang="en-GB" sz="1200">
                <a:solidFill>
                  <a:srgbClr val="6C7076"/>
                </a:solidFill>
              </a:rPr>
              <a:t>Review and summarize action items discussed during the class to reinforce learning and ensure understanding among students.</a:t>
            </a:r>
            <a:endParaRPr sz="1200">
              <a:solidFill>
                <a:srgbClr val="6C7076"/>
              </a:solidFill>
            </a:endParaRPr>
          </a:p>
        </p:txBody>
      </p:sp>
      <p:sp>
        <p:nvSpPr>
          <p:cNvPr id="318" name="Google Shape;318;p45" descr="header_1"/>
          <p:cNvSpPr txBox="1"/>
          <p:nvPr>
            <p:ph type="subTitle" idx="1"/>
          </p:nvPr>
        </p:nvSpPr>
        <p:spPr>
          <a:xfrm>
            <a:off x="4746351" y="1416450"/>
            <a:ext cx="3942300" cy="404700"/>
          </a:xfrm>
          <a:prstGeom prst="rect">
            <a:avLst/>
          </a:prstGeom>
        </p:spPr>
        <p:txBody>
          <a:bodyPr spcFirstLastPara="1" wrap="square" lIns="0" tIns="0" rIns="91425" bIns="0" anchor="ctr" anchorCtr="0">
            <a:noAutofit/>
          </a:bodyPr>
          <a:lstStyle/>
          <a:p>
            <a:pPr marL="0" lvl="0" indent="0" algn="l" rtl="0">
              <a:lnSpc>
                <a:spcPct val="100000"/>
              </a:lnSpc>
              <a:spcBef>
                <a:spcPts val="0"/>
              </a:spcBef>
              <a:spcAft>
                <a:spcPts val="0"/>
              </a:spcAft>
              <a:buNone/>
            </a:pPr>
            <a:r>
              <a:rPr lang="en-GB" sz="1400" b="1"/>
              <a:t>Review Action Items</a:t>
            </a:r>
            <a:endParaRPr sz="1400" b="1"/>
          </a:p>
        </p:txBody>
      </p:sp>
      <p:sp>
        <p:nvSpPr>
          <p:cNvPr id="319" name="Google Shape;319;p45" descr="detail_2"/>
          <p:cNvSpPr txBox="1"/>
          <p:nvPr>
            <p:ph type="body" idx="2"/>
          </p:nvPr>
        </p:nvSpPr>
        <p:spPr>
          <a:xfrm>
            <a:off x="457200" y="3589298"/>
            <a:ext cx="3942300" cy="1041900"/>
          </a:xfrm>
          <a:prstGeom prst="rect">
            <a:avLst/>
          </a:prstGeom>
        </p:spPr>
        <p:txBody>
          <a:bodyPr spcFirstLastPara="1" wrap="square" lIns="0" tIns="91425" rIns="91425" bIns="91425" anchor="t" anchorCtr="0">
            <a:noAutofit/>
          </a:bodyPr>
          <a:lstStyle/>
          <a:p>
            <a:pPr marL="0" lvl="0" indent="0" algn="l" rtl="0">
              <a:lnSpc>
                <a:spcPct val="130000"/>
              </a:lnSpc>
              <a:spcBef>
                <a:spcPts val="0"/>
              </a:spcBef>
              <a:spcAft>
                <a:spcPts val="2000"/>
              </a:spcAft>
              <a:buNone/>
            </a:pPr>
            <a:r>
              <a:rPr lang="en-GB" sz="1200">
                <a:solidFill>
                  <a:srgbClr val="6C7076"/>
                </a:solidFill>
              </a:rPr>
              <a:t>End the class with a meditation or breathing exercise to help students relax and reflect on what they have learned.</a:t>
            </a:r>
            <a:endParaRPr sz="1200">
              <a:solidFill>
                <a:srgbClr val="6C7076"/>
              </a:solidFill>
            </a:endParaRPr>
          </a:p>
        </p:txBody>
      </p:sp>
      <p:sp>
        <p:nvSpPr>
          <p:cNvPr id="320" name="Google Shape;320;p45" descr="header_2"/>
          <p:cNvSpPr txBox="1"/>
          <p:nvPr>
            <p:ph type="subTitle" idx="1"/>
          </p:nvPr>
        </p:nvSpPr>
        <p:spPr>
          <a:xfrm>
            <a:off x="456275" y="3174607"/>
            <a:ext cx="3942300" cy="404700"/>
          </a:xfrm>
          <a:prstGeom prst="rect">
            <a:avLst/>
          </a:prstGeom>
        </p:spPr>
        <p:txBody>
          <a:bodyPr spcFirstLastPara="1" wrap="square" lIns="0" tIns="0" rIns="91425" bIns="0" anchor="ctr" anchorCtr="0">
            <a:noAutofit/>
          </a:bodyPr>
          <a:lstStyle/>
          <a:p>
            <a:pPr marL="0" lvl="0" indent="0" algn="l" rtl="0">
              <a:lnSpc>
                <a:spcPct val="100000"/>
              </a:lnSpc>
              <a:spcBef>
                <a:spcPts val="0"/>
              </a:spcBef>
              <a:spcAft>
                <a:spcPts val="0"/>
              </a:spcAft>
              <a:buNone/>
            </a:pPr>
            <a:r>
              <a:rPr lang="en-GB" sz="1400" b="1"/>
              <a:t>Mindfulness Exercises</a:t>
            </a:r>
            <a:endParaRPr sz="1400" b="1"/>
          </a:p>
        </p:txBody>
      </p:sp>
      <p:sp>
        <p:nvSpPr>
          <p:cNvPr id="321" name="Google Shape;321;p45" descr="detail_3"/>
          <p:cNvSpPr txBox="1"/>
          <p:nvPr>
            <p:ph type="body" idx="2"/>
          </p:nvPr>
        </p:nvSpPr>
        <p:spPr>
          <a:xfrm>
            <a:off x="4746350" y="3589298"/>
            <a:ext cx="3942300" cy="1041900"/>
          </a:xfrm>
          <a:prstGeom prst="rect">
            <a:avLst/>
          </a:prstGeom>
        </p:spPr>
        <p:txBody>
          <a:bodyPr spcFirstLastPara="1" wrap="square" lIns="0" tIns="91425" rIns="91425" bIns="91425" anchor="t" anchorCtr="0">
            <a:noAutofit/>
          </a:bodyPr>
          <a:lstStyle/>
          <a:p>
            <a:pPr marL="0" lvl="0" indent="0" algn="l" rtl="0">
              <a:lnSpc>
                <a:spcPct val="130000"/>
              </a:lnSpc>
              <a:spcBef>
                <a:spcPts val="0"/>
              </a:spcBef>
              <a:spcAft>
                <a:spcPts val="2000"/>
              </a:spcAft>
              <a:buNone/>
            </a:pPr>
            <a:r>
              <a:rPr lang="en-GB" sz="1200">
                <a:solidFill>
                  <a:srgbClr val="6C7076"/>
                </a:solidFill>
              </a:rPr>
              <a:t>Recognize and celebrate both individual and collective achievements in class to foster motivation and a sense of accomplishment.</a:t>
            </a:r>
            <a:endParaRPr sz="1200">
              <a:solidFill>
                <a:srgbClr val="6C7076"/>
              </a:solidFill>
            </a:endParaRPr>
          </a:p>
        </p:txBody>
      </p:sp>
      <p:sp>
        <p:nvSpPr>
          <p:cNvPr id="322" name="Google Shape;322;p45" descr="header_3"/>
          <p:cNvSpPr txBox="1"/>
          <p:nvPr>
            <p:ph type="subTitle" idx="1"/>
          </p:nvPr>
        </p:nvSpPr>
        <p:spPr>
          <a:xfrm>
            <a:off x="4745425" y="3174607"/>
            <a:ext cx="3942300" cy="404700"/>
          </a:xfrm>
          <a:prstGeom prst="rect">
            <a:avLst/>
          </a:prstGeom>
        </p:spPr>
        <p:txBody>
          <a:bodyPr spcFirstLastPara="1" wrap="square" lIns="0" tIns="0" rIns="91425" bIns="0" anchor="ctr" anchorCtr="0">
            <a:noAutofit/>
          </a:bodyPr>
          <a:lstStyle/>
          <a:p>
            <a:pPr marL="0" lvl="0" indent="0" algn="l" rtl="0">
              <a:lnSpc>
                <a:spcPct val="100000"/>
              </a:lnSpc>
              <a:spcBef>
                <a:spcPts val="0"/>
              </a:spcBef>
              <a:spcAft>
                <a:spcPts val="0"/>
              </a:spcAft>
              <a:buNone/>
            </a:pPr>
            <a:r>
              <a:rPr lang="en-GB" sz="1400" b="1"/>
              <a:t>Celebrate Achievements</a:t>
            </a:r>
            <a:endParaRPr sz="1400" b="1"/>
          </a:p>
        </p:txBody>
      </p:sp>
      <p:cxnSp>
        <p:nvCxnSpPr>
          <p:cNvPr id="323" name="Google Shape;323;p45"/>
          <p:cNvCxnSpPr/>
          <p:nvPr/>
        </p:nvCxnSpPr>
        <p:spPr>
          <a:xfrm>
            <a:off x="457200" y="1831350"/>
            <a:ext cx="3935700" cy="0"/>
          </a:xfrm>
          <a:prstGeom prst="straightConnector1">
            <a:avLst/>
          </a:prstGeom>
          <a:noFill/>
          <a:ln w="9525" cap="flat" cmpd="sng">
            <a:solidFill>
              <a:schemeClr val="accent6"/>
            </a:solidFill>
            <a:prstDash val="solid"/>
            <a:round/>
            <a:headEnd type="none" w="med" len="med"/>
            <a:tailEnd type="none" w="med" len="med"/>
          </a:ln>
        </p:spPr>
      </p:cxnSp>
      <p:cxnSp>
        <p:nvCxnSpPr>
          <p:cNvPr id="324" name="Google Shape;324;p45"/>
          <p:cNvCxnSpPr/>
          <p:nvPr/>
        </p:nvCxnSpPr>
        <p:spPr>
          <a:xfrm>
            <a:off x="4749650" y="1831350"/>
            <a:ext cx="3935700" cy="0"/>
          </a:xfrm>
          <a:prstGeom prst="straightConnector1">
            <a:avLst/>
          </a:prstGeom>
          <a:noFill/>
          <a:ln w="9525" cap="flat" cmpd="sng">
            <a:solidFill>
              <a:schemeClr val="accent6"/>
            </a:solidFill>
            <a:prstDash val="solid"/>
            <a:round/>
            <a:headEnd type="none" w="med" len="med"/>
            <a:tailEnd type="none" w="med" len="med"/>
          </a:ln>
        </p:spPr>
      </p:cxnSp>
      <p:cxnSp>
        <p:nvCxnSpPr>
          <p:cNvPr id="325" name="Google Shape;325;p45"/>
          <p:cNvCxnSpPr/>
          <p:nvPr/>
        </p:nvCxnSpPr>
        <p:spPr>
          <a:xfrm>
            <a:off x="456275" y="3589300"/>
            <a:ext cx="3935700" cy="0"/>
          </a:xfrm>
          <a:prstGeom prst="straightConnector1">
            <a:avLst/>
          </a:prstGeom>
          <a:noFill/>
          <a:ln w="9525" cap="flat" cmpd="sng">
            <a:solidFill>
              <a:schemeClr val="accent6"/>
            </a:solidFill>
            <a:prstDash val="solid"/>
            <a:round/>
            <a:headEnd type="none" w="med" len="med"/>
            <a:tailEnd type="none" w="med" len="med"/>
          </a:ln>
        </p:spPr>
      </p:cxnSp>
      <p:cxnSp>
        <p:nvCxnSpPr>
          <p:cNvPr id="326" name="Google Shape;326;p45"/>
          <p:cNvCxnSpPr/>
          <p:nvPr/>
        </p:nvCxnSpPr>
        <p:spPr>
          <a:xfrm>
            <a:off x="4748725" y="3589300"/>
            <a:ext cx="3935700" cy="0"/>
          </a:xfrm>
          <a:prstGeom prst="straightConnector1">
            <a:avLst/>
          </a:prstGeom>
          <a:noFill/>
          <a:ln w="9525" cap="flat" cmpd="sng">
            <a:solidFill>
              <a:schemeClr val="accent6"/>
            </a:solidFill>
            <a:prstDash val="solid"/>
            <a:round/>
            <a:headEnd type="none" w="med" len="med"/>
            <a:tailEnd type="none" w="med" len="med"/>
          </a:ln>
        </p:spPr>
      </p:cxnSp>
      <p:grpSp>
        <p:nvGrpSpPr>
          <p:cNvPr id="327" name="Google Shape;327;p45"/>
          <p:cNvGrpSpPr/>
          <p:nvPr/>
        </p:nvGrpSpPr>
        <p:grpSpPr>
          <a:xfrm>
            <a:off x="6968200" y="111875"/>
            <a:ext cx="2057400" cy="1033200"/>
            <a:chOff x="6922975" y="1548525"/>
            <a:chExt cx="2057400" cy="1033200"/>
          </a:xfrm>
        </p:grpSpPr>
        <p:grpSp>
          <p:nvGrpSpPr>
            <p:cNvPr id="328" name="Google Shape;328;p45"/>
            <p:cNvGrpSpPr/>
            <p:nvPr/>
          </p:nvGrpSpPr>
          <p:grpSpPr>
            <a:xfrm>
              <a:off x="6922975" y="1548525"/>
              <a:ext cx="2057400" cy="1033200"/>
              <a:chOff x="6172200" y="152400"/>
              <a:chExt cx="2057400" cy="1033200"/>
            </a:xfrm>
          </p:grpSpPr>
          <p:sp>
            <p:nvSpPr>
              <p:cNvPr id="329" name="Google Shape;329;p45"/>
              <p:cNvSpPr/>
              <p:nvPr/>
            </p:nvSpPr>
            <p:spPr>
              <a:xfrm>
                <a:off x="6172200" y="152400"/>
                <a:ext cx="2057400" cy="1033200"/>
              </a:xfrm>
              <a:prstGeom prst="roundRect">
                <a:avLst>
                  <a:gd name="adj" fmla="val 8292"/>
                </a:avLst>
              </a:prstGeom>
              <a:solidFill>
                <a:srgbClr val="FFF2B0"/>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330" name="Google Shape;330;p45"/>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331" name="Google Shape;331;p45"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700">
                  <a:latin typeface="Inter" panose="02000503000000020004"/>
                  <a:ea typeface="Inter" panose="02000503000000020004"/>
                  <a:cs typeface="Inter" panose="02000503000000020004"/>
                  <a:sym typeface="Inter" panose="02000503000000020004"/>
                </a:rPr>
                <a:t>Consider adding visuals or examples of each technique to enhance engagement. You may also include specific scenarios or anecdotes from your own teaching experience.</a:t>
              </a:r>
              <a:endParaRPr sz="700">
                <a:latin typeface="Inter" panose="02000503000000020004"/>
                <a:ea typeface="Inter" panose="02000503000000020004"/>
                <a:cs typeface="Inter" panose="02000503000000020004"/>
                <a:sym typeface="Inter" panose="02000503000000020004"/>
              </a:endParaRPr>
            </a:p>
          </p:txBody>
        </p:sp>
        <p:pic>
          <p:nvPicPr>
            <p:cNvPr id="332" name="Google Shape;332;p45"/>
            <p:cNvPicPr preferRelativeResize="0"/>
            <p:nvPr/>
          </p:nvPicPr>
          <p:blipFill>
            <a:blip r:embed="rId1"/>
            <a:stretch>
              <a:fillRect/>
            </a:stretch>
          </p:blipFill>
          <p:spPr>
            <a:xfrm>
              <a:off x="7016628" y="1652466"/>
              <a:ext cx="164591" cy="164591"/>
            </a:xfrm>
            <a:prstGeom prst="rect">
              <a:avLst/>
            </a:prstGeom>
            <a:noFill/>
            <a:ln>
              <a:noFill/>
            </a:ln>
          </p:spPr>
        </p:pic>
      </p:grpSp>
      <p:pic>
        <p:nvPicPr>
          <p:cNvPr id="7" name="Picture 6" descr="pixelcut-export (1)"/>
          <p:cNvPicPr>
            <a:picLocks noChangeAspect="1"/>
          </p:cNvPicPr>
          <p:nvPr/>
        </p:nvPicPr>
        <p:blipFill>
          <a:blip r:embed="rId2"/>
          <a:srcRect t="22967" b="48563"/>
          <a:stretch>
            <a:fillRect/>
          </a:stretch>
        </p:blipFill>
        <p:spPr>
          <a:xfrm>
            <a:off x="6643370" y="4393565"/>
            <a:ext cx="2733040" cy="77851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336" name="Shape 336"/>
        <p:cNvGrpSpPr/>
        <p:nvPr/>
      </p:nvGrpSpPr>
      <p:grpSpPr>
        <a:xfrm>
          <a:off x="0" y="0"/>
          <a:ext cx="0" cy="0"/>
          <a:chOff x="0" y="0"/>
          <a:chExt cx="0" cy="0"/>
        </a:xfrm>
      </p:grpSpPr>
      <p:sp>
        <p:nvSpPr>
          <p:cNvPr id="337" name="Google Shape;337;p46"/>
          <p:cNvSpPr/>
          <p:nvPr/>
        </p:nvSpPr>
        <p:spPr>
          <a:xfrm>
            <a:off x="0" y="0"/>
            <a:ext cx="4572000" cy="51435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bin"/>
              <a:ea typeface="Cabin"/>
              <a:cs typeface="Cabin"/>
              <a:sym typeface="Cabin"/>
            </a:endParaRPr>
          </a:p>
        </p:txBody>
      </p:sp>
      <p:sp>
        <p:nvSpPr>
          <p:cNvPr id="338" name="Google Shape;338;p46" descr="chapter"/>
          <p:cNvSpPr/>
          <p:nvPr/>
        </p:nvSpPr>
        <p:spPr>
          <a:xfrm>
            <a:off x="345000" y="271925"/>
            <a:ext cx="2398200" cy="312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GB" sz="1000" b="1">
                <a:solidFill>
                  <a:schemeClr val="accent5"/>
                </a:solidFill>
                <a:latin typeface="Cabin"/>
                <a:ea typeface="Cabin"/>
                <a:cs typeface="Cabin"/>
                <a:sym typeface="Cabin"/>
              </a:rPr>
              <a:t>Conclusion</a:t>
            </a:r>
            <a:endParaRPr sz="1000" b="1">
              <a:solidFill>
                <a:schemeClr val="accent5"/>
              </a:solidFill>
              <a:latin typeface="Cabin"/>
              <a:ea typeface="Cabin"/>
              <a:cs typeface="Cabin"/>
              <a:sym typeface="Cabin"/>
            </a:endParaRPr>
          </a:p>
        </p:txBody>
      </p:sp>
      <p:cxnSp>
        <p:nvCxnSpPr>
          <p:cNvPr id="339" name="Google Shape;339;p46"/>
          <p:cNvCxnSpPr/>
          <p:nvPr/>
        </p:nvCxnSpPr>
        <p:spPr>
          <a:xfrm>
            <a:off x="345000" y="584825"/>
            <a:ext cx="3882000" cy="0"/>
          </a:xfrm>
          <a:prstGeom prst="straightConnector1">
            <a:avLst/>
          </a:prstGeom>
          <a:noFill/>
          <a:ln w="9525" cap="flat" cmpd="sng">
            <a:solidFill>
              <a:schemeClr val="accent5"/>
            </a:solidFill>
            <a:prstDash val="solid"/>
            <a:round/>
            <a:headEnd type="none" w="med" len="med"/>
            <a:tailEnd type="none" w="med" len="med"/>
          </a:ln>
        </p:spPr>
      </p:cxnSp>
      <p:sp>
        <p:nvSpPr>
          <p:cNvPr id="340" name="Google Shape;340;p46" descr="statement_0"/>
          <p:cNvSpPr txBox="1"/>
          <p:nvPr/>
        </p:nvSpPr>
        <p:spPr>
          <a:xfrm>
            <a:off x="345000" y="1373100"/>
            <a:ext cx="3882000" cy="3238800"/>
          </a:xfrm>
          <a:prstGeom prst="rect">
            <a:avLst/>
          </a:prstGeom>
          <a:noFill/>
          <a:ln>
            <a:noFill/>
          </a:ln>
        </p:spPr>
        <p:txBody>
          <a:bodyPr spcFirstLastPara="1" wrap="square" lIns="91425" tIns="91425" rIns="91425" bIns="91425" anchor="t" anchorCtr="0">
            <a:noAutofit/>
          </a:bodyPr>
          <a:lstStyle/>
          <a:p>
            <a:pPr marL="0" lvl="0" indent="0" algn="l" rtl="0">
              <a:lnSpc>
                <a:spcPct val="75000"/>
              </a:lnSpc>
              <a:spcBef>
                <a:spcPts val="0"/>
              </a:spcBef>
              <a:spcAft>
                <a:spcPts val="0"/>
              </a:spcAft>
              <a:buNone/>
            </a:pPr>
            <a:r>
              <a:rPr lang="en-GB" sz="4800" b="1">
                <a:solidFill>
                  <a:schemeClr val="lt1"/>
                </a:solidFill>
                <a:latin typeface="Cabin"/>
                <a:ea typeface="Cabin"/>
                <a:cs typeface="Cabin"/>
                <a:sym typeface="Cabin"/>
              </a:rPr>
              <a:t>Thank you for your attention!</a:t>
            </a:r>
            <a:endParaRPr sz="4800" b="1">
              <a:solidFill>
                <a:schemeClr val="lt1"/>
              </a:solidFill>
              <a:latin typeface="Cabin"/>
              <a:ea typeface="Cabin"/>
              <a:cs typeface="Cabin"/>
              <a:sym typeface="Cabin"/>
            </a:endParaRPr>
          </a:p>
        </p:txBody>
      </p:sp>
      <p:sp>
        <p:nvSpPr>
          <p:cNvPr id="341" name="Google Shape;341;p46" descr="detail_0"/>
          <p:cNvSpPr txBox="1"/>
          <p:nvPr>
            <p:ph type="subTitle" idx="1"/>
          </p:nvPr>
        </p:nvSpPr>
        <p:spPr>
          <a:xfrm>
            <a:off x="4916805" y="594360"/>
            <a:ext cx="3881755" cy="3366770"/>
          </a:xfrm>
          <a:prstGeom prst="rect">
            <a:avLst/>
          </a:prstGeom>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GB" sz="1600">
                <a:solidFill>
                  <a:schemeClr val="accent6"/>
                </a:solidFill>
              </a:rPr>
              <a:t>We appreciate your time and participation in this presentation. Engaging parents effectively is crucial for fostering a supportive environment for children. Together, we can build strong partnerships that enhance child development and academic success. Thank you for your commitment to parent engagement skills!</a:t>
            </a:r>
            <a:endParaRPr sz="1600">
              <a:solidFill>
                <a:schemeClr val="accent6"/>
              </a:solidFill>
            </a:endParaRPr>
          </a:p>
        </p:txBody>
      </p:sp>
      <p:grpSp>
        <p:nvGrpSpPr>
          <p:cNvPr id="342" name="Google Shape;342;p46"/>
          <p:cNvGrpSpPr/>
          <p:nvPr/>
        </p:nvGrpSpPr>
        <p:grpSpPr>
          <a:xfrm>
            <a:off x="6968200" y="111875"/>
            <a:ext cx="2057400" cy="1033200"/>
            <a:chOff x="6922975" y="1548525"/>
            <a:chExt cx="2057400" cy="1033200"/>
          </a:xfrm>
        </p:grpSpPr>
        <p:grpSp>
          <p:nvGrpSpPr>
            <p:cNvPr id="343" name="Google Shape;343;p46"/>
            <p:cNvGrpSpPr/>
            <p:nvPr/>
          </p:nvGrpSpPr>
          <p:grpSpPr>
            <a:xfrm>
              <a:off x="6922975" y="1548525"/>
              <a:ext cx="2057400" cy="1033200"/>
              <a:chOff x="6172200" y="152400"/>
              <a:chExt cx="2057400" cy="1033200"/>
            </a:xfrm>
          </p:grpSpPr>
          <p:sp>
            <p:nvSpPr>
              <p:cNvPr id="344" name="Google Shape;344;p46"/>
              <p:cNvSpPr/>
              <p:nvPr/>
            </p:nvSpPr>
            <p:spPr>
              <a:xfrm>
                <a:off x="6172200" y="152400"/>
                <a:ext cx="2057400" cy="1033200"/>
              </a:xfrm>
              <a:prstGeom prst="roundRect">
                <a:avLst>
                  <a:gd name="adj" fmla="val 8292"/>
                </a:avLst>
              </a:prstGeom>
              <a:solidFill>
                <a:srgbClr val="FFF2B0"/>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345" name="Google Shape;345;p46"/>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346" name="Google Shape;346;p46"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Feel free to customize the thank you note to include specific acknowledgments for the audience or to add any final thoughts you wish to share.</a:t>
              </a:r>
              <a:endParaRPr sz="800">
                <a:latin typeface="Inter" panose="02000503000000020004"/>
                <a:ea typeface="Inter" panose="02000503000000020004"/>
                <a:cs typeface="Inter" panose="02000503000000020004"/>
                <a:sym typeface="Inter" panose="02000503000000020004"/>
              </a:endParaRPr>
            </a:p>
          </p:txBody>
        </p:sp>
        <p:pic>
          <p:nvPicPr>
            <p:cNvPr id="347" name="Google Shape;347;p46"/>
            <p:cNvPicPr preferRelativeResize="0"/>
            <p:nvPr/>
          </p:nvPicPr>
          <p:blipFill>
            <a:blip r:embed="rId1"/>
            <a:stretch>
              <a:fillRect/>
            </a:stretch>
          </p:blipFill>
          <p:spPr>
            <a:xfrm>
              <a:off x="7016628" y="1652466"/>
              <a:ext cx="164591" cy="164591"/>
            </a:xfrm>
            <a:prstGeom prst="rect">
              <a:avLst/>
            </a:prstGeom>
            <a:noFill/>
            <a:ln>
              <a:noFill/>
            </a:ln>
          </p:spPr>
        </p:pic>
      </p:grpSp>
      <p:pic>
        <p:nvPicPr>
          <p:cNvPr id="7" name="Picture 6" descr="pixelcut-export (1)"/>
          <p:cNvPicPr>
            <a:picLocks noChangeAspect="1"/>
          </p:cNvPicPr>
          <p:nvPr/>
        </p:nvPicPr>
        <p:blipFill>
          <a:blip r:embed="rId2"/>
          <a:srcRect t="22967" b="48563"/>
          <a:stretch>
            <a:fillRect/>
          </a:stretch>
        </p:blipFill>
        <p:spPr>
          <a:xfrm>
            <a:off x="6643370" y="4393565"/>
            <a:ext cx="2733040" cy="77851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Inspiration"/>
          <p:cNvPicPr>
            <a:picLocks noChangeAspect="1"/>
          </p:cNvPicPr>
          <p:nvPr/>
        </p:nvPicPr>
        <p:blipFill>
          <a:blip r:embed="rId1"/>
          <a:stretch>
            <a:fillRect/>
          </a:stretch>
        </p:blipFill>
        <p:spPr>
          <a:xfrm>
            <a:off x="-635" y="-5715"/>
            <a:ext cx="9145270" cy="3766185"/>
          </a:xfrm>
          <a:prstGeom prst="rect">
            <a:avLst/>
          </a:prstGeom>
        </p:spPr>
      </p:pic>
      <p:sp>
        <p:nvSpPr>
          <p:cNvPr id="11" name="Text Box 10"/>
          <p:cNvSpPr txBox="1"/>
          <p:nvPr/>
        </p:nvSpPr>
        <p:spPr>
          <a:xfrm>
            <a:off x="384810" y="3772376"/>
            <a:ext cx="8222456" cy="737235"/>
          </a:xfrm>
          <a:prstGeom prst="rect">
            <a:avLst/>
          </a:prstGeom>
          <a:noFill/>
        </p:spPr>
        <p:txBody>
          <a:bodyPr wrap="square" rtlCol="0">
            <a:spAutoFit/>
          </a:bodyPr>
          <a:p>
            <a:pPr algn="just"/>
            <a:r>
              <a:rPr lang="en-US">
                <a:solidFill>
                  <a:schemeClr val="tx1"/>
                </a:solidFill>
                <a:latin typeface="Outfit" charset="0"/>
                <a:cs typeface="Outfit" charset="0"/>
              </a:rPr>
              <a:t>MySkool is an inspiration for schools, teachers, parents and students to excel in life. It is a message that ‘good is always appreciated.’ It is a push towards self motivation, an opportunity to see how others are growing and a chance to appreciate fellow human beings.</a:t>
            </a:r>
            <a:endParaRPr lang="en-US">
              <a:solidFill>
                <a:schemeClr val="tx1"/>
              </a:solidFill>
              <a:latin typeface="Outfit" charset="0"/>
              <a:cs typeface="Outfit" charset="0"/>
            </a:endParaRPr>
          </a:p>
        </p:txBody>
      </p:sp>
      <p:pic>
        <p:nvPicPr>
          <p:cNvPr id="3" name="Picture 2" descr="pixelcut-export (1)"/>
          <p:cNvPicPr>
            <a:picLocks noChangeAspect="1"/>
          </p:cNvPicPr>
          <p:nvPr/>
        </p:nvPicPr>
        <p:blipFill>
          <a:blip r:embed="rId2"/>
          <a:srcRect t="22967" b="48563"/>
          <a:stretch>
            <a:fillRect/>
          </a:stretch>
        </p:blipFill>
        <p:spPr>
          <a:xfrm>
            <a:off x="6649720" y="4364990"/>
            <a:ext cx="2733040" cy="778510"/>
          </a:xfrm>
          <a:prstGeom prst="rect">
            <a:avLst/>
          </a:prstGeom>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rporate Blue">
  <a:themeElements>
    <a:clrScheme name="Custom">
      <a:dk1>
        <a:srgbClr val="000000"/>
      </a:dk1>
      <a:lt1>
        <a:srgbClr val="FFFFFF"/>
      </a:lt1>
      <a:dk2>
        <a:srgbClr val="2C247F"/>
      </a:dk2>
      <a:lt2>
        <a:srgbClr val="F5F2ED"/>
      </a:lt2>
      <a:accent1>
        <a:srgbClr val="2860F5"/>
      </a:accent1>
      <a:accent2>
        <a:srgbClr val="BBD1E8"/>
      </a:accent2>
      <a:accent3>
        <a:srgbClr val="DBCEBD"/>
      </a:accent3>
      <a:accent4>
        <a:srgbClr val="A87B2B"/>
      </a:accent4>
      <a:accent5>
        <a:srgbClr val="F3B3A6"/>
      </a:accent5>
      <a:accent6>
        <a:srgbClr val="EA612D"/>
      </a:accent6>
      <a:hlink>
        <a:srgbClr val="2860F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8382</Words>
  <Application>WPS Writer</Application>
  <PresentationFormat/>
  <Paragraphs>189</Paragraphs>
  <Slides>15</Slides>
  <Notes>0</Notes>
  <HiddenSlides>0</HiddenSlides>
  <MMClips>0</MMClips>
  <ScaleCrop>false</ScaleCrop>
  <HeadingPairs>
    <vt:vector size="6" baseType="variant">
      <vt:variant>
        <vt:lpstr>已用的字体</vt:lpstr>
      </vt:variant>
      <vt:variant>
        <vt:i4>18</vt:i4>
      </vt:variant>
      <vt:variant>
        <vt:lpstr>主题</vt:lpstr>
      </vt:variant>
      <vt:variant>
        <vt:i4>2</vt:i4>
      </vt:variant>
      <vt:variant>
        <vt:lpstr>幻灯片标题</vt:lpstr>
      </vt:variant>
      <vt:variant>
        <vt:i4>15</vt:i4>
      </vt:variant>
    </vt:vector>
  </HeadingPairs>
  <TitlesOfParts>
    <vt:vector size="35" baseType="lpstr">
      <vt:lpstr>Arial</vt:lpstr>
      <vt:lpstr>SimSun</vt:lpstr>
      <vt:lpstr>Wingdings</vt:lpstr>
      <vt:lpstr>Arial</vt:lpstr>
      <vt:lpstr>Cabin</vt:lpstr>
      <vt:lpstr>Hanken Grotesk</vt:lpstr>
      <vt:lpstr>Helvetica Neue</vt:lpstr>
      <vt:lpstr>Inter</vt:lpstr>
      <vt:lpstr>Inter Medium</vt:lpstr>
      <vt:lpstr>Hanken Grotesk SemiBold</vt:lpstr>
      <vt:lpstr>Microsoft YaHei</vt:lpstr>
      <vt:lpstr>汉仪旗黑</vt:lpstr>
      <vt:lpstr>Arial Unicode MS</vt:lpstr>
      <vt:lpstr>Outfit</vt:lpstr>
      <vt:lpstr>苹方-简</vt:lpstr>
      <vt:lpstr>Heiti SC Medium</vt:lpstr>
      <vt:lpstr>Calibri</vt:lpstr>
      <vt:lpstr>Helvetica Neue</vt:lpstr>
      <vt:lpstr>Simple Light</vt:lpstr>
      <vt:lpstr>Corporate Blue</vt:lpstr>
      <vt:lpstr>Parent Engagement Skills</vt:lpstr>
      <vt:lpstr>Thank you.</vt:lpstr>
      <vt:lpstr>PowerPoint 演示文稿</vt:lpstr>
      <vt:lpstr>What is Parent Management</vt:lpstr>
      <vt:lpstr>Importance of Parent Management</vt:lpstr>
      <vt:lpstr>Improved Child Behavior</vt:lpstr>
      <vt:lpstr>Improved Academic Performance</vt:lpstr>
      <vt:lpstr>Effective Parent Management Skills</vt:lpstr>
      <vt:lpstr>Strategies for Effective Communication</vt:lpstr>
      <vt:lpstr>Aids and Material Handling</vt:lpstr>
      <vt:lpstr>Resource Management in Teaching</vt:lpstr>
      <vt:lpstr>Concluding a Class</vt:lpstr>
      <vt:lpstr>Class Conclusion Techniques</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Parent Engagement Skills</dc:title>
  <dc:creator/>
  <cp:lastModifiedBy>apple</cp:lastModifiedBy>
  <cp:revision>1</cp:revision>
  <dcterms:created xsi:type="dcterms:W3CDTF">2024-11-04T04:04:08Z</dcterms:created>
  <dcterms:modified xsi:type="dcterms:W3CDTF">2024-11-04T04:04:08Z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90E5053E83DC34DAB74728677ED5481D_43</vt:lpwstr>
  </property>
  <property fmtid="{D5CDD505-2E9C-101B-9397-08002B2CF9AE}" pid="3" name="KSOProductBuildVer">
    <vt:lpwstr>1033-6.10.1.8203</vt:lpwstr>
  </property>
</Properties>
</file>