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70"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71" r:id="rId19"/>
  </p:sldIdLst>
  <p:sldSz cx="9144000" cy="5143500"/>
  <p:notesSz cx="6858000" cy="9144000"/>
  <p:embeddedFontLst>
    <p:embeddedFont>
      <p:font typeface="Bebas Neue" panose="020B0606020202050201"/>
      <p:regular r:id="rId23"/>
    </p:embeddedFont>
    <p:embeddedFont>
      <p:font typeface="Manrope"/>
      <p:regular r:id="rId24"/>
    </p:embeddedFont>
    <p:embeddedFont>
      <p:font typeface="Inter Medium"/>
      <p:regular r:id="rId25"/>
    </p:embeddedFont>
    <p:embeddedFont>
      <p:font typeface="Inter" panose="02000503000000020004"/>
      <p:regular r:id="rId26"/>
    </p:embeddedFont>
    <p:embeddedFont>
      <p:font typeface="Manrope Medium"/>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SLIDES_API2016502746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SLIDES_API2016502746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SLIDES_API618050623_2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8" name="Google Shape;118;SLIDES_API618050623_27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SLIDES_API2016502746_8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SLIDES_API2016502746_8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SLIDES_API2016502746_17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SLIDES_API2016502746_17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SLIDES_API2016502746_28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SLIDES_API2016502746_28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SLIDES_API2016502746_3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SLIDES_API2016502746_3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5" name="Shape 195"/>
        <p:cNvGrpSpPr/>
        <p:nvPr/>
      </p:nvGrpSpPr>
      <p:grpSpPr>
        <a:xfrm>
          <a:off x="0" y="0"/>
          <a:ext cx="0" cy="0"/>
          <a:chOff x="0" y="0"/>
          <a:chExt cx="0" cy="0"/>
        </a:xfrm>
      </p:grpSpPr>
      <p:sp>
        <p:nvSpPr>
          <p:cNvPr id="196" name="Google Shape;196;SLIDES_API2016502746_4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SLIDES_API2016502746_4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6" name="Shape 216"/>
        <p:cNvGrpSpPr/>
        <p:nvPr/>
      </p:nvGrpSpPr>
      <p:grpSpPr>
        <a:xfrm>
          <a:off x="0" y="0"/>
          <a:ext cx="0" cy="0"/>
          <a:chOff x="0" y="0"/>
          <a:chExt cx="0" cy="0"/>
        </a:xfrm>
      </p:grpSpPr>
      <p:sp>
        <p:nvSpPr>
          <p:cNvPr id="217" name="Google Shape;217;SLIDES_API2016502746_58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SLIDES_API2016502746_58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3" name="Shape 223"/>
        <p:cNvGrpSpPr/>
        <p:nvPr/>
      </p:nvGrpSpPr>
      <p:grpSpPr>
        <a:xfrm>
          <a:off x="0" y="0"/>
          <a:ext cx="0" cy="0"/>
          <a:chOff x="0" y="0"/>
          <a:chExt cx="0" cy="0"/>
        </a:xfrm>
      </p:grpSpPr>
      <p:sp>
        <p:nvSpPr>
          <p:cNvPr id="224" name="Google Shape;224;SLIDES_API2016502746_67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SLIDES_API2016502746_6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SLIDES_API2016502746_7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SLIDES_API2016502746_7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5" name="Shape 265"/>
        <p:cNvGrpSpPr/>
        <p:nvPr/>
      </p:nvGrpSpPr>
      <p:grpSpPr>
        <a:xfrm>
          <a:off x="0" y="0"/>
          <a:ext cx="0" cy="0"/>
          <a:chOff x="0" y="0"/>
          <a:chExt cx="0" cy="0"/>
        </a:xfrm>
      </p:grpSpPr>
      <p:sp>
        <p:nvSpPr>
          <p:cNvPr id="266" name="Google Shape;266;SLIDES_API2016502746_88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SLIDES_API2016502746_88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1" name="Shape 281"/>
        <p:cNvGrpSpPr/>
        <p:nvPr/>
      </p:nvGrpSpPr>
      <p:grpSpPr>
        <a:xfrm>
          <a:off x="0" y="0"/>
          <a:ext cx="0" cy="0"/>
          <a:chOff x="0" y="0"/>
          <a:chExt cx="0" cy="0"/>
        </a:xfrm>
      </p:grpSpPr>
      <p:sp>
        <p:nvSpPr>
          <p:cNvPr id="282" name="Google Shape;282;SLIDES_API2016502746_9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SLIDES_API2016502746_9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9" name="Shape 299"/>
        <p:cNvGrpSpPr/>
        <p:nvPr/>
      </p:nvGrpSpPr>
      <p:grpSpPr>
        <a:xfrm>
          <a:off x="0" y="0"/>
          <a:ext cx="0" cy="0"/>
          <a:chOff x="0" y="0"/>
          <a:chExt cx="0" cy="0"/>
        </a:xfrm>
      </p:grpSpPr>
      <p:sp>
        <p:nvSpPr>
          <p:cNvPr id="300" name="Google Shape;300;SLIDES_API2016502746_10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SLIDES_API2016502746_10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4" name="Shape 314"/>
        <p:cNvGrpSpPr/>
        <p:nvPr/>
      </p:nvGrpSpPr>
      <p:grpSpPr>
        <a:xfrm>
          <a:off x="0" y="0"/>
          <a:ext cx="0" cy="0"/>
          <a:chOff x="0" y="0"/>
          <a:chExt cx="0" cy="0"/>
        </a:xfrm>
      </p:grpSpPr>
      <p:sp>
        <p:nvSpPr>
          <p:cNvPr id="315" name="Google Shape;315;SLIDES_API2016502746_117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SLIDES_API2016502746_117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dk1"/>
        </a:solidFill>
        <a:effectLst/>
      </p:bgPr>
    </p:bg>
    <p:spTree>
      <p:nvGrpSpPr>
        <p:cNvPr id="55" name="Shape 55"/>
        <p:cNvGrpSpPr/>
        <p:nvPr/>
      </p:nvGrpSpPr>
      <p:grpSpPr>
        <a:xfrm>
          <a:off x="0" y="0"/>
          <a:ext cx="0" cy="0"/>
          <a:chOff x="0" y="0"/>
          <a:chExt cx="0" cy="0"/>
        </a:xfrm>
      </p:grpSpPr>
      <p:sp>
        <p:nvSpPr>
          <p:cNvPr id="56" name="Google Shape;56;p14"/>
          <p:cNvSpPr txBox="1"/>
          <p:nvPr>
            <p:ph type="ctrTitle"/>
          </p:nvPr>
        </p:nvSpPr>
        <p:spPr>
          <a:xfrm>
            <a:off x="570225" y="1545450"/>
            <a:ext cx="5601900" cy="2052600"/>
          </a:xfrm>
          <a:prstGeom prst="rect">
            <a:avLst/>
          </a:prstGeom>
        </p:spPr>
        <p:txBody>
          <a:bodyPr spcFirstLastPara="1" wrap="square" lIns="0" tIns="91425" rIns="0" bIns="91425" anchor="ctr" anchorCtr="0">
            <a:normAutofit/>
          </a:bodyPr>
          <a:lstStyle>
            <a:lvl1pPr lvl="0">
              <a:lnSpc>
                <a:spcPct val="75000"/>
              </a:lnSpc>
              <a:spcBef>
                <a:spcPts val="0"/>
              </a:spcBef>
              <a:spcAft>
                <a:spcPts val="0"/>
              </a:spcAft>
              <a:buClr>
                <a:schemeClr val="lt1"/>
              </a:buClr>
              <a:buSzPts val="5200"/>
              <a:buNone/>
              <a:defRPr sz="5200">
                <a:solidFill>
                  <a:schemeClr val="lt1"/>
                </a:solidFill>
              </a:defRPr>
            </a:lvl1pPr>
            <a:lvl2pPr lvl="1">
              <a:lnSpc>
                <a:spcPct val="75000"/>
              </a:lnSpc>
              <a:spcBef>
                <a:spcPts val="0"/>
              </a:spcBef>
              <a:spcAft>
                <a:spcPts val="0"/>
              </a:spcAft>
              <a:buClr>
                <a:schemeClr val="lt1"/>
              </a:buClr>
              <a:buSzPts val="5200"/>
              <a:buNone/>
              <a:defRPr sz="5200">
                <a:solidFill>
                  <a:schemeClr val="lt1"/>
                </a:solidFill>
              </a:defRPr>
            </a:lvl2pPr>
            <a:lvl3pPr lvl="2">
              <a:lnSpc>
                <a:spcPct val="75000"/>
              </a:lnSpc>
              <a:spcBef>
                <a:spcPts val="0"/>
              </a:spcBef>
              <a:spcAft>
                <a:spcPts val="0"/>
              </a:spcAft>
              <a:buClr>
                <a:schemeClr val="lt1"/>
              </a:buClr>
              <a:buSzPts val="5200"/>
              <a:buNone/>
              <a:defRPr sz="5200">
                <a:solidFill>
                  <a:schemeClr val="lt1"/>
                </a:solidFill>
              </a:defRPr>
            </a:lvl3pPr>
            <a:lvl4pPr lvl="3">
              <a:lnSpc>
                <a:spcPct val="75000"/>
              </a:lnSpc>
              <a:spcBef>
                <a:spcPts val="0"/>
              </a:spcBef>
              <a:spcAft>
                <a:spcPts val="0"/>
              </a:spcAft>
              <a:buClr>
                <a:schemeClr val="lt1"/>
              </a:buClr>
              <a:buSzPts val="5200"/>
              <a:buNone/>
              <a:defRPr sz="5200">
                <a:solidFill>
                  <a:schemeClr val="lt1"/>
                </a:solidFill>
              </a:defRPr>
            </a:lvl4pPr>
            <a:lvl5pPr lvl="4">
              <a:lnSpc>
                <a:spcPct val="75000"/>
              </a:lnSpc>
              <a:spcBef>
                <a:spcPts val="0"/>
              </a:spcBef>
              <a:spcAft>
                <a:spcPts val="0"/>
              </a:spcAft>
              <a:buClr>
                <a:schemeClr val="lt1"/>
              </a:buClr>
              <a:buSzPts val="5200"/>
              <a:buNone/>
              <a:defRPr sz="5200">
                <a:solidFill>
                  <a:schemeClr val="lt1"/>
                </a:solidFill>
              </a:defRPr>
            </a:lvl5pPr>
            <a:lvl6pPr lvl="5">
              <a:lnSpc>
                <a:spcPct val="75000"/>
              </a:lnSpc>
              <a:spcBef>
                <a:spcPts val="0"/>
              </a:spcBef>
              <a:spcAft>
                <a:spcPts val="0"/>
              </a:spcAft>
              <a:buClr>
                <a:schemeClr val="lt1"/>
              </a:buClr>
              <a:buSzPts val="5200"/>
              <a:buNone/>
              <a:defRPr sz="5200">
                <a:solidFill>
                  <a:schemeClr val="lt1"/>
                </a:solidFill>
              </a:defRPr>
            </a:lvl6pPr>
            <a:lvl7pPr lvl="6">
              <a:lnSpc>
                <a:spcPct val="75000"/>
              </a:lnSpc>
              <a:spcBef>
                <a:spcPts val="0"/>
              </a:spcBef>
              <a:spcAft>
                <a:spcPts val="0"/>
              </a:spcAft>
              <a:buClr>
                <a:schemeClr val="lt1"/>
              </a:buClr>
              <a:buSzPts val="5200"/>
              <a:buNone/>
              <a:defRPr sz="5200">
                <a:solidFill>
                  <a:schemeClr val="lt1"/>
                </a:solidFill>
              </a:defRPr>
            </a:lvl7pPr>
            <a:lvl8pPr lvl="7">
              <a:lnSpc>
                <a:spcPct val="75000"/>
              </a:lnSpc>
              <a:spcBef>
                <a:spcPts val="0"/>
              </a:spcBef>
              <a:spcAft>
                <a:spcPts val="0"/>
              </a:spcAft>
              <a:buClr>
                <a:schemeClr val="lt1"/>
              </a:buClr>
              <a:buSzPts val="5200"/>
              <a:buNone/>
              <a:defRPr sz="5200">
                <a:solidFill>
                  <a:schemeClr val="lt1"/>
                </a:solidFill>
              </a:defRPr>
            </a:lvl8pPr>
            <a:lvl9pPr lvl="8">
              <a:lnSpc>
                <a:spcPct val="75000"/>
              </a:lnSpc>
              <a:spcBef>
                <a:spcPts val="0"/>
              </a:spcBef>
              <a:spcAft>
                <a:spcPts val="0"/>
              </a:spcAft>
              <a:buClr>
                <a:schemeClr val="lt1"/>
              </a:buClr>
              <a:buSzPts val="5200"/>
              <a:buNone/>
              <a:defRPr sz="5200">
                <a:solidFill>
                  <a:schemeClr val="lt1"/>
                </a:solidFill>
              </a:defRPr>
            </a:lvl9pPr>
          </a:lstStyle>
          <a:p/>
        </p:txBody>
      </p:sp>
      <p:sp>
        <p:nvSpPr>
          <p:cNvPr id="57" name="Google Shape;57;p14"/>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
        <p:nvSpPr>
          <p:cNvPr id="58" name="Google Shape;58;p14"/>
          <p:cNvSpPr txBox="1"/>
          <p:nvPr>
            <p:ph type="subTitle" idx="2"/>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spcFirstLastPara="1" wrap="square" lIns="0"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224550" y="504188"/>
            <a:ext cx="7782900" cy="687000"/>
          </a:xfrm>
          <a:prstGeom prst="rect">
            <a:avLst/>
          </a:prstGeom>
        </p:spPr>
        <p:txBody>
          <a:bodyPr spcFirstLastPara="1" wrap="square" lIns="0" tIns="91425" rIns="0" bIns="91425" anchor="t" anchorCtr="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64" name="Google Shape;64;p16"/>
          <p:cNvSpPr txBox="1"/>
          <p:nvPr>
            <p:ph type="body" idx="1"/>
          </p:nvPr>
        </p:nvSpPr>
        <p:spPr>
          <a:xfrm>
            <a:off x="224550" y="1297900"/>
            <a:ext cx="5942400" cy="3270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65" name="Google Shape;65;p1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66" name="Shape 66"/>
        <p:cNvGrpSpPr/>
        <p:nvPr/>
      </p:nvGrpSpPr>
      <p:grpSpPr>
        <a:xfrm>
          <a:off x="0" y="0"/>
          <a:ext cx="0" cy="0"/>
          <a:chOff x="0" y="0"/>
          <a:chExt cx="0" cy="0"/>
        </a:xfrm>
      </p:grpSpPr>
      <p:sp>
        <p:nvSpPr>
          <p:cNvPr id="67" name="Google Shape;67;p17"/>
          <p:cNvSpPr txBox="1"/>
          <p:nvPr>
            <p:ph type="title"/>
          </p:nvPr>
        </p:nvSpPr>
        <p:spPr>
          <a:xfrm>
            <a:off x="234450" y="356200"/>
            <a:ext cx="5481900" cy="572700"/>
          </a:xfrm>
          <a:prstGeom prst="rect">
            <a:avLst/>
          </a:prstGeom>
        </p:spPr>
        <p:txBody>
          <a:bodyPr spcFirstLastPara="1" wrap="square" lIns="0" tIns="91425" rIns="0" bIns="91425" anchor="t" anchorCtr="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68" name="Google Shape;68;p17"/>
          <p:cNvSpPr txBox="1"/>
          <p:nvPr>
            <p:ph type="body" idx="1"/>
          </p:nvPr>
        </p:nvSpPr>
        <p:spPr>
          <a:xfrm>
            <a:off x="457200" y="1791950"/>
            <a:ext cx="5259000" cy="27903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69" name="Google Shape;69;p1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0" name="Google Shape;70;p17"/>
          <p:cNvSpPr/>
          <p:nvPr>
            <p:ph type="pic" idx="2"/>
          </p:nvPr>
        </p:nvSpPr>
        <p:spPr>
          <a:xfrm>
            <a:off x="6173525" y="-13300"/>
            <a:ext cx="2970600" cy="51567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71" name="Shape 71"/>
        <p:cNvGrpSpPr/>
        <p:nvPr/>
      </p:nvGrpSpPr>
      <p:grpSpPr>
        <a:xfrm>
          <a:off x="0" y="0"/>
          <a:ext cx="0" cy="0"/>
          <a:chOff x="0" y="0"/>
          <a:chExt cx="0" cy="0"/>
        </a:xfrm>
      </p:grpSpPr>
      <p:sp>
        <p:nvSpPr>
          <p:cNvPr id="72" name="Google Shape;72;p18"/>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73" name="Google Shape;73;p1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4" name="Google Shape;74;p18"/>
          <p:cNvSpPr/>
          <p:nvPr>
            <p:ph type="pic" idx="2"/>
          </p:nvPr>
        </p:nvSpPr>
        <p:spPr>
          <a:xfrm>
            <a:off x="6173525" y="-13300"/>
            <a:ext cx="2970600" cy="5156700"/>
          </a:xfrm>
          <a:prstGeom prst="rect">
            <a:avLst/>
          </a:prstGeom>
          <a:noFill/>
          <a:ln>
            <a:noFill/>
          </a:ln>
        </p:spPr>
      </p:sp>
      <p:sp>
        <p:nvSpPr>
          <p:cNvPr id="75" name="Google Shape;75;p18"/>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76" name="Shape 76"/>
        <p:cNvGrpSpPr/>
        <p:nvPr/>
      </p:nvGrpSpPr>
      <p:grpSpPr>
        <a:xfrm>
          <a:off x="0" y="0"/>
          <a:ext cx="0" cy="0"/>
          <a:chOff x="0" y="0"/>
          <a:chExt cx="0" cy="0"/>
        </a:xfrm>
      </p:grpSpPr>
      <p:sp>
        <p:nvSpPr>
          <p:cNvPr id="77" name="Google Shape;77;p19"/>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78" name="Google Shape;78;p1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79" name="Google Shape;79;p19"/>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19"/>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1" name="Google Shape;81;p19"/>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82" name="Google Shape;82;p19"/>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3" name="Google Shape;83;p19"/>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84" name="Google Shape;84;p19"/>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dk1"/>
        </a:solidFill>
        <a:effectLst/>
      </p:bgPr>
    </p:bg>
    <p:spTree>
      <p:nvGrpSpPr>
        <p:cNvPr id="85" name="Shape 85"/>
        <p:cNvGrpSpPr/>
        <p:nvPr/>
      </p:nvGrpSpPr>
      <p:grpSpPr>
        <a:xfrm>
          <a:off x="0" y="0"/>
          <a:ext cx="0" cy="0"/>
          <a:chOff x="0" y="0"/>
          <a:chExt cx="0" cy="0"/>
        </a:xfrm>
      </p:grpSpPr>
      <p:sp>
        <p:nvSpPr>
          <p:cNvPr id="86" name="Google Shape;86;p20"/>
          <p:cNvSpPr txBox="1"/>
          <p:nvPr>
            <p:ph type="body" idx="1"/>
          </p:nvPr>
        </p:nvSpPr>
        <p:spPr>
          <a:xfrm>
            <a:off x="910425" y="342900"/>
            <a:ext cx="7921800" cy="4226100"/>
          </a:xfrm>
          <a:prstGeom prst="rect">
            <a:avLst/>
          </a:prstGeom>
        </p:spPr>
        <p:txBody>
          <a:bodyPr spcFirstLastPara="1" wrap="square" lIns="91425" tIns="91425" rIns="91425" bIns="91425" anchor="ctr" anchorCtr="0">
            <a:normAutofit/>
          </a:bodyPr>
          <a:lstStyle>
            <a:lvl1pPr marL="457200" lvl="0" indent="-381000">
              <a:lnSpc>
                <a:spcPct val="200000"/>
              </a:lnSpc>
              <a:spcBef>
                <a:spcPts val="0"/>
              </a:spcBef>
              <a:spcAft>
                <a:spcPts val="0"/>
              </a:spcAft>
              <a:buClr>
                <a:schemeClr val="lt1"/>
              </a:buClr>
              <a:buSzPts val="2400"/>
              <a:buChar char="•"/>
              <a:defRPr sz="2400" b="1">
                <a:solidFill>
                  <a:schemeClr val="lt1"/>
                </a:solidFill>
              </a:defRPr>
            </a:lvl1pPr>
            <a:lvl2pPr marL="914400" lvl="1" indent="-381000">
              <a:lnSpc>
                <a:spcPct val="200000"/>
              </a:lnSpc>
              <a:spcBef>
                <a:spcPts val="800"/>
              </a:spcBef>
              <a:spcAft>
                <a:spcPts val="0"/>
              </a:spcAft>
              <a:buClr>
                <a:schemeClr val="lt1"/>
              </a:buClr>
              <a:buSzPts val="2400"/>
              <a:buChar char="•"/>
              <a:defRPr sz="2400" b="1">
                <a:solidFill>
                  <a:schemeClr val="lt1"/>
                </a:solidFill>
              </a:defRPr>
            </a:lvl2pPr>
            <a:lvl3pPr marL="1371600" lvl="2" indent="-381000">
              <a:lnSpc>
                <a:spcPct val="200000"/>
              </a:lnSpc>
              <a:spcBef>
                <a:spcPts val="800"/>
              </a:spcBef>
              <a:spcAft>
                <a:spcPts val="0"/>
              </a:spcAft>
              <a:buClr>
                <a:schemeClr val="lt1"/>
              </a:buClr>
              <a:buSzPts val="2400"/>
              <a:buChar char="•"/>
              <a:defRPr sz="2400" b="1">
                <a:solidFill>
                  <a:schemeClr val="lt1"/>
                </a:solidFill>
              </a:defRPr>
            </a:lvl3pPr>
            <a:lvl4pPr marL="1828800" lvl="3" indent="-381000">
              <a:lnSpc>
                <a:spcPct val="200000"/>
              </a:lnSpc>
              <a:spcBef>
                <a:spcPts val="800"/>
              </a:spcBef>
              <a:spcAft>
                <a:spcPts val="0"/>
              </a:spcAft>
              <a:buClr>
                <a:schemeClr val="lt1"/>
              </a:buClr>
              <a:buSzPts val="2400"/>
              <a:buChar char="•"/>
              <a:defRPr sz="2400" b="1">
                <a:solidFill>
                  <a:schemeClr val="lt1"/>
                </a:solidFill>
              </a:defRPr>
            </a:lvl4pPr>
            <a:lvl5pPr marL="2286000" lvl="4" indent="-381000">
              <a:lnSpc>
                <a:spcPct val="200000"/>
              </a:lnSpc>
              <a:spcBef>
                <a:spcPts val="800"/>
              </a:spcBef>
              <a:spcAft>
                <a:spcPts val="0"/>
              </a:spcAft>
              <a:buClr>
                <a:schemeClr val="lt1"/>
              </a:buClr>
              <a:buSzPts val="2400"/>
              <a:buChar char="•"/>
              <a:defRPr sz="2400" b="1">
                <a:solidFill>
                  <a:schemeClr val="lt1"/>
                </a:solidFill>
              </a:defRPr>
            </a:lvl5pPr>
            <a:lvl6pPr marL="2743200" lvl="5" indent="-381000">
              <a:lnSpc>
                <a:spcPct val="200000"/>
              </a:lnSpc>
              <a:spcBef>
                <a:spcPts val="800"/>
              </a:spcBef>
              <a:spcAft>
                <a:spcPts val="0"/>
              </a:spcAft>
              <a:buClr>
                <a:schemeClr val="lt1"/>
              </a:buClr>
              <a:buSzPts val="2400"/>
              <a:buChar char="•"/>
              <a:defRPr sz="2400" b="1">
                <a:solidFill>
                  <a:schemeClr val="lt1"/>
                </a:solidFill>
              </a:defRPr>
            </a:lvl6pPr>
            <a:lvl7pPr marL="3200400" lvl="6" indent="-381000">
              <a:lnSpc>
                <a:spcPct val="200000"/>
              </a:lnSpc>
              <a:spcBef>
                <a:spcPts val="800"/>
              </a:spcBef>
              <a:spcAft>
                <a:spcPts val="0"/>
              </a:spcAft>
              <a:buClr>
                <a:schemeClr val="lt1"/>
              </a:buClr>
              <a:buSzPts val="2400"/>
              <a:buChar char="•"/>
              <a:defRPr sz="2400" b="1">
                <a:solidFill>
                  <a:schemeClr val="lt1"/>
                </a:solidFill>
              </a:defRPr>
            </a:lvl7pPr>
            <a:lvl8pPr marL="3657600" lvl="7" indent="-381000">
              <a:lnSpc>
                <a:spcPct val="200000"/>
              </a:lnSpc>
              <a:spcBef>
                <a:spcPts val="800"/>
              </a:spcBef>
              <a:spcAft>
                <a:spcPts val="0"/>
              </a:spcAft>
              <a:buClr>
                <a:schemeClr val="lt1"/>
              </a:buClr>
              <a:buSzPts val="2400"/>
              <a:buChar char="•"/>
              <a:defRPr sz="2400" b="1">
                <a:solidFill>
                  <a:schemeClr val="lt1"/>
                </a:solidFill>
              </a:defRPr>
            </a:lvl8pPr>
            <a:lvl9pPr marL="4114800" lvl="8" indent="-381000">
              <a:lnSpc>
                <a:spcPct val="200000"/>
              </a:lnSpc>
              <a:spcBef>
                <a:spcPts val="800"/>
              </a:spcBef>
              <a:spcAft>
                <a:spcPts val="800"/>
              </a:spcAft>
              <a:buClr>
                <a:schemeClr val="lt1"/>
              </a:buClr>
              <a:buSzPts val="2400"/>
              <a:buChar char="•"/>
              <a:defRPr sz="2400" b="1">
                <a:solidFill>
                  <a:schemeClr val="lt1"/>
                </a:solidFill>
              </a:defRPr>
            </a:lvl9pPr>
          </a:lstStyle>
          <a:p/>
        </p:txBody>
      </p:sp>
      <p:sp>
        <p:nvSpPr>
          <p:cNvPr id="87" name="Google Shape;87;p2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88" name="Shape 88"/>
        <p:cNvGrpSpPr/>
        <p:nvPr/>
      </p:nvGrpSpPr>
      <p:grpSpPr>
        <a:xfrm>
          <a:off x="0" y="0"/>
          <a:ext cx="0" cy="0"/>
          <a:chOff x="0" y="0"/>
          <a:chExt cx="0" cy="0"/>
        </a:xfrm>
      </p:grpSpPr>
      <p:sp>
        <p:nvSpPr>
          <p:cNvPr id="89" name="Google Shape;89;p21"/>
          <p:cNvSpPr txBox="1"/>
          <p:nvPr>
            <p:ph type="title"/>
          </p:nvPr>
        </p:nvSpPr>
        <p:spPr>
          <a:xfrm>
            <a:off x="224550" y="504188"/>
            <a:ext cx="7782900" cy="687000"/>
          </a:xfrm>
          <a:prstGeom prst="rect">
            <a:avLst/>
          </a:prstGeom>
        </p:spPr>
        <p:txBody>
          <a:bodyPr spcFirstLastPara="1" wrap="square" lIns="0" tIns="91425" rIns="0" bIns="91425" anchor="t" anchorCtr="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90" name="Google Shape;90;p21"/>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1" name="Google Shape;91;p21"/>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92" name="Google Shape;92;p2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3" name="Shape 93"/>
        <p:cNvGrpSpPr/>
        <p:nvPr/>
      </p:nvGrpSpPr>
      <p:grpSpPr>
        <a:xfrm>
          <a:off x="0" y="0"/>
          <a:ext cx="0" cy="0"/>
          <a:chOff x="0" y="0"/>
          <a:chExt cx="0" cy="0"/>
        </a:xfrm>
      </p:grpSpPr>
      <p:sp>
        <p:nvSpPr>
          <p:cNvPr id="94" name="Google Shape;94;p22"/>
          <p:cNvSpPr txBox="1"/>
          <p:nvPr>
            <p:ph type="title"/>
          </p:nvPr>
        </p:nvSpPr>
        <p:spPr>
          <a:xfrm>
            <a:off x="224550" y="504188"/>
            <a:ext cx="7782900" cy="687000"/>
          </a:xfrm>
          <a:prstGeom prst="rect">
            <a:avLst/>
          </a:prstGeom>
        </p:spPr>
        <p:txBody>
          <a:bodyPr spcFirstLastPara="1" wrap="square" lIns="0" tIns="91425" rIns="0" bIns="91425" anchor="t" anchorCtr="0">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95" name="Google Shape;95;p2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96" name="Shape 96"/>
        <p:cNvGrpSpPr/>
        <p:nvPr/>
      </p:nvGrpSpPr>
      <p:grpSpPr>
        <a:xfrm>
          <a:off x="0" y="0"/>
          <a:ext cx="0" cy="0"/>
          <a:chOff x="0" y="0"/>
          <a:chExt cx="0" cy="0"/>
        </a:xfrm>
      </p:grpSpPr>
      <p:sp>
        <p:nvSpPr>
          <p:cNvPr id="97" name="Google Shape;97;p23"/>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8" name="Google Shape;98;p23"/>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99" name="Google Shape;99;p2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00" name="Shape 100"/>
        <p:cNvGrpSpPr/>
        <p:nvPr/>
      </p:nvGrpSpPr>
      <p:grpSpPr>
        <a:xfrm>
          <a:off x="0" y="0"/>
          <a:ext cx="0" cy="0"/>
          <a:chOff x="0" y="0"/>
          <a:chExt cx="0" cy="0"/>
        </a:xfrm>
      </p:grpSpPr>
      <p:sp>
        <p:nvSpPr>
          <p:cNvPr id="101" name="Google Shape;101;p24"/>
          <p:cNvSpPr txBox="1"/>
          <p:nvPr>
            <p:ph type="title"/>
          </p:nvPr>
        </p:nvSpPr>
        <p:spPr>
          <a:xfrm>
            <a:off x="457200" y="219390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2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03" name="Shape 103"/>
        <p:cNvGrpSpPr/>
        <p:nvPr/>
      </p:nvGrpSpPr>
      <p:grpSpPr>
        <a:xfrm>
          <a:off x="0" y="0"/>
          <a:ext cx="0" cy="0"/>
          <a:chOff x="0" y="0"/>
          <a:chExt cx="0" cy="0"/>
        </a:xfrm>
      </p:grpSpPr>
      <p:sp>
        <p:nvSpPr>
          <p:cNvPr id="104" name="Google Shape;104;p25"/>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05" name="Google Shape;105;p2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
        <p:nvSpPr>
          <p:cNvPr id="106" name="Google Shape;106;p25"/>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07" name="Shape 107"/>
        <p:cNvGrpSpPr/>
        <p:nvPr/>
      </p:nvGrpSpPr>
      <p:grpSpPr>
        <a:xfrm>
          <a:off x="0" y="0"/>
          <a:ext cx="0" cy="0"/>
          <a:chOff x="0" y="0"/>
          <a:chExt cx="0" cy="0"/>
        </a:xfrm>
      </p:grpSpPr>
      <p:sp>
        <p:nvSpPr>
          <p:cNvPr id="108" name="Google Shape;108;p2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09;p26"/>
          <p:cNvSpPr txBox="1"/>
          <p:nvPr>
            <p:ph type="title"/>
          </p:nvPr>
        </p:nvSpPr>
        <p:spPr>
          <a:xfrm>
            <a:off x="265500" y="1233175"/>
            <a:ext cx="4045200" cy="1482300"/>
          </a:xfrm>
          <a:prstGeom prst="rect">
            <a:avLst/>
          </a:prstGeom>
        </p:spPr>
        <p:txBody>
          <a:bodyPr spcFirstLastPara="1" wrap="square" lIns="0"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0" name="Google Shape;110;p26"/>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1" name="Google Shape;111;p26"/>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112" name="Google Shape;112;p2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3" name="Shape 113"/>
        <p:cNvGrpSpPr/>
        <p:nvPr/>
      </p:nvGrpSpPr>
      <p:grpSpPr>
        <a:xfrm>
          <a:off x="0" y="0"/>
          <a:ext cx="0" cy="0"/>
          <a:chOff x="0" y="0"/>
          <a:chExt cx="0" cy="0"/>
        </a:xfrm>
      </p:grpSpPr>
      <p:sp>
        <p:nvSpPr>
          <p:cNvPr id="114" name="Google Shape;114;p27"/>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115" name="Google Shape;115;p2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16" name="Shape 116"/>
        <p:cNvGrpSpPr/>
        <p:nvPr/>
      </p:nvGrpSpPr>
      <p:grpSpPr>
        <a:xfrm>
          <a:off x="0" y="0"/>
          <a:ext cx="0" cy="0"/>
          <a:chOff x="0" y="0"/>
          <a:chExt cx="0" cy="0"/>
        </a:xfrm>
      </p:grpSpPr>
      <p:sp>
        <p:nvSpPr>
          <p:cNvPr id="117" name="Google Shape;117;p28"/>
          <p:cNvSpPr txBox="1"/>
          <p:nvPr>
            <p:ph type="title" hasCustomPrompt="1"/>
          </p:nvPr>
        </p:nvSpPr>
        <p:spPr>
          <a:xfrm>
            <a:off x="311700" y="1106125"/>
            <a:ext cx="8520600" cy="1963500"/>
          </a:xfrm>
          <a:prstGeom prst="rect">
            <a:avLst/>
          </a:prstGeom>
        </p:spPr>
        <p:txBody>
          <a:bodyPr spcFirstLastPara="1" wrap="square" lIns="0"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8" name="Google Shape;118;p28"/>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119" name="Google Shape;119;p2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0" name="Shape 120"/>
        <p:cNvGrpSpPr/>
        <p:nvPr/>
      </p:nvGrpSpPr>
      <p:grpSpPr>
        <a:xfrm>
          <a:off x="0" y="0"/>
          <a:ext cx="0" cy="0"/>
          <a:chOff x="0" y="0"/>
          <a:chExt cx="0" cy="0"/>
        </a:xfrm>
      </p:grpSpPr>
      <p:sp>
        <p:nvSpPr>
          <p:cNvPr id="121" name="Google Shape;121;p2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122" name="Shape 122"/>
        <p:cNvGrpSpPr/>
        <p:nvPr/>
      </p:nvGrpSpPr>
      <p:grpSpPr>
        <a:xfrm>
          <a:off x="0" y="0"/>
          <a:ext cx="0" cy="0"/>
          <a:chOff x="0" y="0"/>
          <a:chExt cx="0" cy="0"/>
        </a:xfrm>
      </p:grpSpPr>
      <p:sp>
        <p:nvSpPr>
          <p:cNvPr id="123" name="Google Shape;123;p30"/>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124" name="Google Shape;124;p30"/>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section-2">
  <p:cSld name="CUSTOM_3_2_1_1_1_1_1">
    <p:bg>
      <p:bgPr>
        <a:solidFill>
          <a:schemeClr val="lt1"/>
        </a:solidFill>
        <a:effectLst/>
      </p:bgPr>
    </p:bg>
    <p:spTree>
      <p:nvGrpSpPr>
        <p:cNvPr id="125" name="Shape 125"/>
        <p:cNvGrpSpPr/>
        <p:nvPr/>
      </p:nvGrpSpPr>
      <p:grpSpPr>
        <a:xfrm>
          <a:off x="0" y="0"/>
          <a:ext cx="0" cy="0"/>
          <a:chOff x="0" y="0"/>
          <a:chExt cx="0" cy="0"/>
        </a:xfrm>
      </p:grpSpPr>
      <p:sp>
        <p:nvSpPr>
          <p:cNvPr id="126" name="Google Shape;126;p31"/>
          <p:cNvSpPr txBox="1"/>
          <p:nvPr>
            <p:ph type="body" idx="1"/>
          </p:nvPr>
        </p:nvSpPr>
        <p:spPr>
          <a:xfrm>
            <a:off x="4572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27" name="Google Shape;127;p31"/>
          <p:cNvSpPr txBox="1"/>
          <p:nvPr>
            <p:ph type="subTitle" idx="2"/>
          </p:nvPr>
        </p:nvSpPr>
        <p:spPr>
          <a:xfrm>
            <a:off x="4572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28" name="Google Shape;128;p31"/>
          <p:cNvSpPr txBox="1"/>
          <p:nvPr>
            <p:ph type="body" idx="3"/>
          </p:nvPr>
        </p:nvSpPr>
        <p:spPr>
          <a:xfrm>
            <a:off x="326895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29" name="Google Shape;129;p31"/>
          <p:cNvSpPr txBox="1"/>
          <p:nvPr>
            <p:ph type="subTitle" idx="4"/>
          </p:nvPr>
        </p:nvSpPr>
        <p:spPr>
          <a:xfrm>
            <a:off x="326895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0" name="Google Shape;130;p31"/>
          <p:cNvSpPr txBox="1"/>
          <p:nvPr>
            <p:ph type="body" idx="5"/>
          </p:nvPr>
        </p:nvSpPr>
        <p:spPr>
          <a:xfrm>
            <a:off x="60807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131" name="Google Shape;131;p31"/>
          <p:cNvSpPr txBox="1"/>
          <p:nvPr>
            <p:ph type="subTitle" idx="6"/>
          </p:nvPr>
        </p:nvSpPr>
        <p:spPr>
          <a:xfrm>
            <a:off x="60807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2" name="Google Shape;132;p31"/>
          <p:cNvSpPr txBox="1"/>
          <p:nvPr>
            <p:ph type="title"/>
          </p:nvPr>
        </p:nvSpPr>
        <p:spPr>
          <a:xfrm>
            <a:off x="457200" y="537750"/>
            <a:ext cx="5603400" cy="755700"/>
          </a:xfrm>
          <a:prstGeom prst="rect">
            <a:avLst/>
          </a:prstGeom>
        </p:spPr>
        <p:txBody>
          <a:bodyPr spcFirstLastPara="1" wrap="square" lIns="0"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Sections">
  <p:cSld name="4-Sections">
    <p:spTree>
      <p:nvGrpSpPr>
        <p:cNvPr id="128" name="Shape 128"/>
        <p:cNvGrpSpPr/>
        <p:nvPr/>
      </p:nvGrpSpPr>
      <p:grpSpPr>
        <a:xfrm>
          <a:off x="0" y="0"/>
          <a:ext cx="0" cy="0"/>
          <a:chOff x="0" y="0"/>
          <a:chExt cx="0" cy="0"/>
        </a:xfrm>
      </p:grpSpPr>
      <p:sp>
        <p:nvSpPr>
          <p:cNvPr id="129" name="Google Shape;129;p19"/>
          <p:cNvSpPr txBox="1"/>
          <p:nvPr>
            <p:ph type="title"/>
          </p:nvPr>
        </p:nvSpPr>
        <p:spPr>
          <a:xfrm>
            <a:off x="457200" y="342900"/>
            <a:ext cx="8229600" cy="5943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19"/>
          <p:cNvSpPr txBox="1"/>
          <p:nvPr>
            <p:ph type="body" idx="1"/>
          </p:nvPr>
        </p:nvSpPr>
        <p:spPr>
          <a:xfrm>
            <a:off x="457200"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1" name="Google Shape;131;p19"/>
          <p:cNvSpPr txBox="1"/>
          <p:nvPr>
            <p:ph type="body" idx="2"/>
          </p:nvPr>
        </p:nvSpPr>
        <p:spPr>
          <a:xfrm>
            <a:off x="2539746"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2" name="Google Shape;132;p19"/>
          <p:cNvSpPr txBox="1"/>
          <p:nvPr>
            <p:ph type="dt" idx="10"/>
          </p:nvPr>
        </p:nvSpPr>
        <p:spPr>
          <a:xfrm>
            <a:off x="457200" y="4800600"/>
            <a:ext cx="2229000" cy="2406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9"/>
          <p:cNvSpPr txBox="1"/>
          <p:nvPr>
            <p:ph type="ftr" idx="11"/>
          </p:nvPr>
        </p:nvSpPr>
        <p:spPr>
          <a:xfrm>
            <a:off x="2775585" y="4800600"/>
            <a:ext cx="3592800" cy="2406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9"/>
          <p:cNvSpPr txBox="1"/>
          <p:nvPr>
            <p:ph type="sldNum" idx="12"/>
          </p:nvPr>
        </p:nvSpPr>
        <p:spPr>
          <a:xfrm>
            <a:off x="6865620" y="4800600"/>
            <a:ext cx="1821300" cy="2406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
        <p:nvSpPr>
          <p:cNvPr id="135" name="Google Shape;135;p19"/>
          <p:cNvSpPr txBox="1"/>
          <p:nvPr>
            <p:ph type="body" idx="3"/>
          </p:nvPr>
        </p:nvSpPr>
        <p:spPr>
          <a:xfrm>
            <a:off x="457200"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6" name="Google Shape;136;p19"/>
          <p:cNvSpPr txBox="1"/>
          <p:nvPr>
            <p:ph type="body" idx="4"/>
          </p:nvPr>
        </p:nvSpPr>
        <p:spPr>
          <a:xfrm>
            <a:off x="2539746"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37" name="Google Shape;137;p19"/>
          <p:cNvSpPr txBox="1"/>
          <p:nvPr>
            <p:ph type="body" idx="5"/>
          </p:nvPr>
        </p:nvSpPr>
        <p:spPr>
          <a:xfrm>
            <a:off x="4622292"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8" name="Google Shape;138;p19"/>
          <p:cNvSpPr txBox="1"/>
          <p:nvPr>
            <p:ph type="body" idx="6"/>
          </p:nvPr>
        </p:nvSpPr>
        <p:spPr>
          <a:xfrm>
            <a:off x="6704838" y="1877673"/>
            <a:ext cx="1982100" cy="2817900"/>
          </a:xfrm>
          <a:prstGeom prst="rect">
            <a:avLst/>
          </a:prstGeom>
          <a:noFill/>
          <a:ln>
            <a:noFill/>
          </a:ln>
        </p:spPr>
        <p:txBody>
          <a:bodyPr spcFirstLastPara="1" wrap="square" lIns="68575" tIns="34275" rIns="68575" bIns="34275" anchor="t" anchorCtr="0">
            <a:normAutofit/>
          </a:bodyPr>
          <a:lstStyle>
            <a:lvl1pPr marL="457200" lvl="0" indent="-317500" algn="l">
              <a:lnSpc>
                <a:spcPct val="150000"/>
              </a:lnSpc>
              <a:spcBef>
                <a:spcPts val="900"/>
              </a:spcBef>
              <a:spcAft>
                <a:spcPts val="0"/>
              </a:spcAft>
              <a:buClr>
                <a:schemeClr val="dk1"/>
              </a:buClr>
              <a:buSzPts val="1400"/>
              <a:buChar char="●"/>
              <a:defRPr/>
            </a:lvl1pPr>
            <a:lvl2pPr marL="914400" lvl="1" indent="-317500" algn="l">
              <a:lnSpc>
                <a:spcPct val="150000"/>
              </a:lnSpc>
              <a:spcBef>
                <a:spcPts val="1200"/>
              </a:spcBef>
              <a:spcAft>
                <a:spcPts val="0"/>
              </a:spcAft>
              <a:buClr>
                <a:schemeClr val="dk1"/>
              </a:buClr>
              <a:buSzPts val="1400"/>
              <a:buChar char="○"/>
              <a:defRPr/>
            </a:lvl2pPr>
            <a:lvl3pPr marL="1371600" lvl="2" indent="-317500" algn="l">
              <a:lnSpc>
                <a:spcPct val="150000"/>
              </a:lnSpc>
              <a:spcBef>
                <a:spcPts val="1200"/>
              </a:spcBef>
              <a:spcAft>
                <a:spcPts val="0"/>
              </a:spcAft>
              <a:buClr>
                <a:schemeClr val="dk1"/>
              </a:buClr>
              <a:buSzPts val="1400"/>
              <a:buChar char="■"/>
              <a:defRPr/>
            </a:lvl3pPr>
            <a:lvl4pPr marL="1828800" lvl="3" indent="-317500" algn="l">
              <a:lnSpc>
                <a:spcPct val="150000"/>
              </a:lnSpc>
              <a:spcBef>
                <a:spcPts val="1200"/>
              </a:spcBef>
              <a:spcAft>
                <a:spcPts val="0"/>
              </a:spcAft>
              <a:buClr>
                <a:schemeClr val="dk1"/>
              </a:buClr>
              <a:buSzPts val="1400"/>
              <a:buChar char="●"/>
              <a:defRPr/>
            </a:lvl4pPr>
            <a:lvl5pPr marL="2286000" lvl="4" indent="-317500" algn="l">
              <a:lnSpc>
                <a:spcPct val="15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p:txBody>
      </p:sp>
      <p:sp>
        <p:nvSpPr>
          <p:cNvPr id="139" name="Google Shape;139;p19"/>
          <p:cNvSpPr txBox="1"/>
          <p:nvPr>
            <p:ph type="body" idx="7"/>
          </p:nvPr>
        </p:nvSpPr>
        <p:spPr>
          <a:xfrm>
            <a:off x="4622292"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
        <p:nvSpPr>
          <p:cNvPr id="140" name="Google Shape;140;p19"/>
          <p:cNvSpPr txBox="1"/>
          <p:nvPr>
            <p:ph type="body" idx="8"/>
          </p:nvPr>
        </p:nvSpPr>
        <p:spPr>
          <a:xfrm>
            <a:off x="6704838"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a:lnSpc>
                <a:spcPct val="150000"/>
              </a:lnSpc>
              <a:spcBef>
                <a:spcPts val="1200"/>
              </a:spcBef>
              <a:spcAft>
                <a:spcPts val="0"/>
              </a:spcAft>
              <a:buClr>
                <a:schemeClr val="dk1"/>
              </a:buClr>
              <a:buSzPts val="1500"/>
              <a:buNone/>
              <a:defRPr sz="1500" b="1"/>
            </a:lvl2pPr>
            <a:lvl3pPr marL="1371600" lvl="2" indent="-228600" algn="l">
              <a:lnSpc>
                <a:spcPct val="150000"/>
              </a:lnSpc>
              <a:spcBef>
                <a:spcPts val="1200"/>
              </a:spcBef>
              <a:spcAft>
                <a:spcPts val="0"/>
              </a:spcAft>
              <a:buClr>
                <a:schemeClr val="dk1"/>
              </a:buClr>
              <a:buSzPts val="1400"/>
              <a:buNone/>
              <a:defRPr sz="1400" b="1"/>
            </a:lvl3pPr>
            <a:lvl4pPr marL="1828800" lvl="3" indent="-228600" algn="l">
              <a:lnSpc>
                <a:spcPct val="150000"/>
              </a:lnSpc>
              <a:spcBef>
                <a:spcPts val="1200"/>
              </a:spcBef>
              <a:spcAft>
                <a:spcPts val="0"/>
              </a:spcAft>
              <a:buClr>
                <a:schemeClr val="dk1"/>
              </a:buClr>
              <a:buSzPts val="1200"/>
              <a:buNone/>
              <a:defRPr sz="1200" b="1"/>
            </a:lvl4pPr>
            <a:lvl5pPr marL="2286000" lvl="4" indent="-228600" algn="l">
              <a:lnSpc>
                <a:spcPct val="15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628650" y="4767263"/>
            <a:ext cx="2057400" cy="273844"/>
          </a:xfrm>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a:xfrm>
            <a:off x="3028950" y="4767263"/>
            <a:ext cx="3086100" cy="273844"/>
          </a:xfrm>
        </p:spPr>
        <p:txBody>
          <a:bodyPr/>
          <a:lstStyle/>
          <a:p>
            <a:endParaRPr lang="en-US"/>
          </a:p>
        </p:txBody>
      </p:sp>
      <p:sp>
        <p:nvSpPr>
          <p:cNvPr id="6" name="Slide Number Placeholder 5"/>
          <p:cNvSpPr>
            <a:spLocks noGrp="1"/>
          </p:cNvSpPr>
          <p:nvPr>
            <p:ph type="sldNum" sz="quarter" idx="12"/>
          </p:nvPr>
        </p:nvSpPr>
        <p:spPr>
          <a:xfrm>
            <a:off x="8536302" y="4749851"/>
            <a:ext cx="548700" cy="393600"/>
          </a:xfrm>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4550" y="504188"/>
            <a:ext cx="7782900" cy="687000"/>
          </a:xfrm>
          <a:prstGeom prst="rect">
            <a:avLst/>
          </a:prstGeom>
          <a:noFill/>
          <a:ln>
            <a:noFill/>
          </a:ln>
        </p:spPr>
        <p:txBody>
          <a:bodyPr spcFirstLastPara="1" wrap="square" lIns="0" tIns="91425" rIns="0" bIns="91425" anchor="t" anchorCtr="0">
            <a:normAutofit/>
          </a:bodyPr>
          <a:lstStyle>
            <a:lvl1pPr lvl="0">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1pPr>
            <a:lvl2pPr lvl="1">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2pPr>
            <a:lvl3pPr lvl="2">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3pPr>
            <a:lvl4pPr lvl="3">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4pPr>
            <a:lvl5pPr lvl="4">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5pPr>
            <a:lvl6pPr lvl="5">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6pPr>
            <a:lvl7pPr lvl="6">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7pPr>
            <a:lvl8pPr lvl="7">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8pPr>
            <a:lvl9pPr lvl="8">
              <a:lnSpc>
                <a:spcPct val="75000"/>
              </a:lnSpc>
              <a:spcBef>
                <a:spcPts val="0"/>
              </a:spcBef>
              <a:spcAft>
                <a:spcPts val="0"/>
              </a:spcAft>
              <a:buClr>
                <a:schemeClr val="accent1"/>
              </a:buClr>
              <a:buSzPts val="4800"/>
              <a:buFont typeface="Bebas Neue" panose="020B0606020202050201"/>
              <a:buNone/>
              <a:defRPr sz="4800" b="1">
                <a:solidFill>
                  <a:schemeClr val="accent1"/>
                </a:solidFill>
                <a:latin typeface="Bebas Neue" panose="020B0606020202050201"/>
                <a:ea typeface="Bebas Neue" panose="020B0606020202050201"/>
                <a:cs typeface="Bebas Neue" panose="020B0606020202050201"/>
                <a:sym typeface="Bebas Neue" panose="020B0606020202050201"/>
              </a:defRPr>
            </a:lvl9pPr>
          </a:lstStyle>
          <a:p/>
        </p:txBody>
      </p:sp>
      <p:sp>
        <p:nvSpPr>
          <p:cNvPr id="52" name="Google Shape;52;p13"/>
          <p:cNvSpPr txBox="1"/>
          <p:nvPr>
            <p:ph type="body" idx="1"/>
          </p:nvPr>
        </p:nvSpPr>
        <p:spPr>
          <a:xfrm>
            <a:off x="224550" y="1297900"/>
            <a:ext cx="5942400" cy="32709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2"/>
              </a:buClr>
              <a:buSzPts val="1400"/>
              <a:buFont typeface="Manrope"/>
              <a:buChar char="•"/>
              <a:defRPr>
                <a:solidFill>
                  <a:schemeClr val="dk2"/>
                </a:solidFill>
                <a:latin typeface="Manrope"/>
                <a:ea typeface="Manrope"/>
                <a:cs typeface="Manrope"/>
                <a:sym typeface="Manrope"/>
              </a:defRPr>
            </a:lvl1pPr>
            <a:lvl2pPr marL="914400" lvl="1" indent="-317500">
              <a:lnSpc>
                <a:spcPct val="100000"/>
              </a:lnSpc>
              <a:spcBef>
                <a:spcPts val="800"/>
              </a:spcBef>
              <a:spcAft>
                <a:spcPts val="0"/>
              </a:spcAft>
              <a:buClr>
                <a:schemeClr val="dk2"/>
              </a:buClr>
              <a:buSzPts val="1400"/>
              <a:buFont typeface="Manrope"/>
              <a:buChar char="•"/>
              <a:defRPr>
                <a:solidFill>
                  <a:schemeClr val="dk2"/>
                </a:solidFill>
                <a:latin typeface="Manrope"/>
                <a:ea typeface="Manrope"/>
                <a:cs typeface="Manrope"/>
                <a:sym typeface="Manrope"/>
              </a:defRPr>
            </a:lvl2pPr>
            <a:lvl3pPr marL="1371600" lvl="2" indent="-317500">
              <a:lnSpc>
                <a:spcPct val="100000"/>
              </a:lnSpc>
              <a:spcBef>
                <a:spcPts val="800"/>
              </a:spcBef>
              <a:spcAft>
                <a:spcPts val="0"/>
              </a:spcAft>
              <a:buClr>
                <a:schemeClr val="dk2"/>
              </a:buClr>
              <a:buSzPts val="1400"/>
              <a:buFont typeface="Manrope"/>
              <a:buChar char="•"/>
              <a:defRPr>
                <a:solidFill>
                  <a:schemeClr val="dk2"/>
                </a:solidFill>
                <a:latin typeface="Manrope"/>
                <a:ea typeface="Manrope"/>
                <a:cs typeface="Manrope"/>
                <a:sym typeface="Manrope"/>
              </a:defRPr>
            </a:lvl3pPr>
            <a:lvl4pPr marL="1828800" lvl="3" indent="-317500">
              <a:lnSpc>
                <a:spcPct val="100000"/>
              </a:lnSpc>
              <a:spcBef>
                <a:spcPts val="800"/>
              </a:spcBef>
              <a:spcAft>
                <a:spcPts val="0"/>
              </a:spcAft>
              <a:buClr>
                <a:schemeClr val="dk2"/>
              </a:buClr>
              <a:buSzPts val="1400"/>
              <a:buFont typeface="Manrope"/>
              <a:buChar char="•"/>
              <a:defRPr>
                <a:solidFill>
                  <a:schemeClr val="dk2"/>
                </a:solidFill>
                <a:latin typeface="Manrope"/>
                <a:ea typeface="Manrope"/>
                <a:cs typeface="Manrope"/>
                <a:sym typeface="Manrope"/>
              </a:defRPr>
            </a:lvl4pPr>
            <a:lvl5pPr marL="2286000" lvl="4" indent="-317500">
              <a:lnSpc>
                <a:spcPct val="100000"/>
              </a:lnSpc>
              <a:spcBef>
                <a:spcPts val="800"/>
              </a:spcBef>
              <a:spcAft>
                <a:spcPts val="0"/>
              </a:spcAft>
              <a:buClr>
                <a:schemeClr val="dk2"/>
              </a:buClr>
              <a:buSzPts val="1400"/>
              <a:buFont typeface="Manrope"/>
              <a:buChar char="•"/>
              <a:defRPr>
                <a:solidFill>
                  <a:schemeClr val="dk2"/>
                </a:solidFill>
                <a:latin typeface="Manrope"/>
                <a:ea typeface="Manrope"/>
                <a:cs typeface="Manrope"/>
                <a:sym typeface="Manrope"/>
              </a:defRPr>
            </a:lvl5pPr>
            <a:lvl6pPr marL="2743200" lvl="5" indent="-317500">
              <a:lnSpc>
                <a:spcPct val="100000"/>
              </a:lnSpc>
              <a:spcBef>
                <a:spcPts val="800"/>
              </a:spcBef>
              <a:spcAft>
                <a:spcPts val="0"/>
              </a:spcAft>
              <a:buClr>
                <a:schemeClr val="dk2"/>
              </a:buClr>
              <a:buSzPts val="1400"/>
              <a:buFont typeface="Manrope"/>
              <a:buChar char="•"/>
              <a:defRPr>
                <a:solidFill>
                  <a:schemeClr val="dk2"/>
                </a:solidFill>
                <a:latin typeface="Manrope"/>
                <a:ea typeface="Manrope"/>
                <a:cs typeface="Manrope"/>
                <a:sym typeface="Manrope"/>
              </a:defRPr>
            </a:lvl6pPr>
            <a:lvl7pPr marL="3200400" lvl="6" indent="-317500">
              <a:lnSpc>
                <a:spcPct val="100000"/>
              </a:lnSpc>
              <a:spcBef>
                <a:spcPts val="800"/>
              </a:spcBef>
              <a:spcAft>
                <a:spcPts val="0"/>
              </a:spcAft>
              <a:buClr>
                <a:schemeClr val="dk2"/>
              </a:buClr>
              <a:buSzPts val="1400"/>
              <a:buFont typeface="Manrope"/>
              <a:buChar char="•"/>
              <a:defRPr>
                <a:solidFill>
                  <a:schemeClr val="dk2"/>
                </a:solidFill>
                <a:latin typeface="Manrope"/>
                <a:ea typeface="Manrope"/>
                <a:cs typeface="Manrope"/>
                <a:sym typeface="Manrope"/>
              </a:defRPr>
            </a:lvl7pPr>
            <a:lvl8pPr marL="3657600" lvl="7" indent="-317500">
              <a:lnSpc>
                <a:spcPct val="100000"/>
              </a:lnSpc>
              <a:spcBef>
                <a:spcPts val="800"/>
              </a:spcBef>
              <a:spcAft>
                <a:spcPts val="0"/>
              </a:spcAft>
              <a:buClr>
                <a:schemeClr val="dk2"/>
              </a:buClr>
              <a:buSzPts val="1400"/>
              <a:buFont typeface="Manrope"/>
              <a:buChar char="•"/>
              <a:defRPr>
                <a:solidFill>
                  <a:schemeClr val="dk2"/>
                </a:solidFill>
                <a:latin typeface="Manrope"/>
                <a:ea typeface="Manrope"/>
                <a:cs typeface="Manrope"/>
                <a:sym typeface="Manrope"/>
              </a:defRPr>
            </a:lvl8pPr>
            <a:lvl9pPr marL="4114800" lvl="8" indent="-317500">
              <a:lnSpc>
                <a:spcPct val="100000"/>
              </a:lnSpc>
              <a:spcBef>
                <a:spcPts val="800"/>
              </a:spcBef>
              <a:spcAft>
                <a:spcPts val="800"/>
              </a:spcAft>
              <a:buClr>
                <a:schemeClr val="dk2"/>
              </a:buClr>
              <a:buSzPts val="1400"/>
              <a:buFont typeface="Manrope"/>
              <a:buChar char="•"/>
              <a:defRPr>
                <a:solidFill>
                  <a:schemeClr val="dk2"/>
                </a:solidFill>
                <a:latin typeface="Manrope"/>
                <a:ea typeface="Manrope"/>
                <a:cs typeface="Manrope"/>
                <a:sym typeface="Manrope"/>
              </a:defRPr>
            </a:lvl9pPr>
          </a:lstStyle>
          <a:p/>
        </p:txBody>
      </p:sp>
      <p:cxnSp>
        <p:nvCxnSpPr>
          <p:cNvPr id="53" name="Google Shape;53;p13"/>
          <p:cNvCxnSpPr/>
          <p:nvPr/>
        </p:nvCxnSpPr>
        <p:spPr>
          <a:xfrm>
            <a:off x="224550" y="452900"/>
            <a:ext cx="8694900" cy="0"/>
          </a:xfrm>
          <a:prstGeom prst="straightConnector1">
            <a:avLst/>
          </a:prstGeom>
          <a:noFill/>
          <a:ln w="9525" cap="flat" cmpd="sng">
            <a:solidFill>
              <a:schemeClr val="accent1"/>
            </a:solidFill>
            <a:prstDash val="solid"/>
            <a:round/>
            <a:headEnd type="none" w="med" len="med"/>
            <a:tailEnd type="none" w="med" len="med"/>
          </a:ln>
        </p:spPr>
      </p:cxnSp>
      <p:cxnSp>
        <p:nvCxnSpPr>
          <p:cNvPr id="54" name="Google Shape;54;p13"/>
          <p:cNvCxnSpPr/>
          <p:nvPr/>
        </p:nvCxnSpPr>
        <p:spPr>
          <a:xfrm>
            <a:off x="224550" y="4798600"/>
            <a:ext cx="8694900" cy="0"/>
          </a:xfrm>
          <a:prstGeom prst="straightConnector1">
            <a:avLst/>
          </a:prstGeom>
          <a:noFill/>
          <a:ln w="9525" cap="flat" cmpd="sng">
            <a:solidFill>
              <a:schemeClr val="accent1"/>
            </a:solidFill>
            <a:prstDash val="solid"/>
            <a:round/>
            <a:headEnd type="none" w="med" len="med"/>
            <a:tailEnd type="none" w="med" len="med"/>
          </a:ln>
        </p:spPr>
      </p:cxn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30.xml"/><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8.xml"/><Relationship Id="rId2" Type="http://schemas.openxmlformats.org/officeDocument/2006/relationships/image" Target="../media/image1.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8.xml"/><Relationship Id="rId2" Type="http://schemas.openxmlformats.org/officeDocument/2006/relationships/image" Target="../media/image1.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8.xml"/><Relationship Id="rId2" Type="http://schemas.openxmlformats.org/officeDocument/2006/relationships/image" Target="../media/image1.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5.xml"/><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5.xml"/><Relationship Id="rId2" Type="http://schemas.openxmlformats.org/officeDocument/2006/relationships/image" Target="../media/image1.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image" Target="../media/image1.pn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36" name="Shape 136"/>
        <p:cNvGrpSpPr/>
        <p:nvPr/>
      </p:nvGrpSpPr>
      <p:grpSpPr>
        <a:xfrm>
          <a:off x="0" y="0"/>
          <a:ext cx="0" cy="0"/>
          <a:chOff x="0" y="0"/>
          <a:chExt cx="0" cy="0"/>
        </a:xfrm>
      </p:grpSpPr>
      <p:sp>
        <p:nvSpPr>
          <p:cNvPr id="137" name="Google Shape;137;p32" descr="presentation_title"/>
          <p:cNvSpPr txBox="1"/>
          <p:nvPr>
            <p:ph type="ctrTitle"/>
          </p:nvPr>
        </p:nvSpPr>
        <p:spPr>
          <a:xfrm>
            <a:off x="255750" y="1239400"/>
            <a:ext cx="6599700" cy="2920500"/>
          </a:xfrm>
          <a:prstGeom prst="rect">
            <a:avLst/>
          </a:prstGeom>
        </p:spPr>
        <p:txBody>
          <a:bodyPr spcFirstLastPara="1" wrap="square" lIns="0" tIns="91425" rIns="91425" bIns="91425" anchor="ctr" anchorCtr="0">
            <a:noAutofit/>
          </a:bodyPr>
          <a:lstStyle/>
          <a:p>
            <a:pPr marL="0" lvl="0" indent="0" algn="l" rtl="0">
              <a:spcBef>
                <a:spcPts val="0"/>
              </a:spcBef>
              <a:spcAft>
                <a:spcPts val="0"/>
              </a:spcAft>
              <a:buNone/>
            </a:pPr>
            <a:r>
              <a:rPr lang="en-GB" sz="7300">
                <a:solidFill>
                  <a:schemeClr val="accent1"/>
                </a:solidFill>
              </a:rPr>
              <a:t>Early Childhood Education</a:t>
            </a:r>
            <a:endParaRPr sz="7300" b="1">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139" name="Google Shape;139;p32"/>
          <p:cNvSpPr/>
          <p:nvPr/>
        </p:nvSpPr>
        <p:spPr>
          <a:xfrm>
            <a:off x="7334100" y="3012100"/>
            <a:ext cx="1397400" cy="1479600"/>
          </a:xfrm>
          <a:prstGeom prst="star32">
            <a:avLst>
              <a:gd name="adj" fmla="val 26703"/>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pic>
        <p:nvPicPr>
          <p:cNvPr id="7" name="Picture 6" descr="pixelcut-export (1)"/>
          <p:cNvPicPr>
            <a:picLocks noChangeAspect="1"/>
          </p:cNvPicPr>
          <p:nvPr/>
        </p:nvPicPr>
        <p:blipFill>
          <a:blip r:embed="rId1"/>
          <a:srcRect t="22967" b="48563"/>
          <a:stretch>
            <a:fillRect/>
          </a:stretch>
        </p:blipFill>
        <p:spPr>
          <a:xfrm>
            <a:off x="5189220" y="489585"/>
            <a:ext cx="4306570" cy="1226820"/>
          </a:xfrm>
          <a:prstGeom prst="rect">
            <a:avLst/>
          </a:prstGeom>
        </p:spPr>
      </p:pic>
      <p:sp>
        <p:nvSpPr>
          <p:cNvPr id="1" name="Subtitle 0"/>
          <p:cNvSpPr/>
          <p:nvPr>
            <p:ph type="subTitle" idx="2"/>
          </p:nvPr>
        </p:nvSpPr>
        <p:spPr/>
        <p:txBody>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bg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 </a:t>
            </a:r>
            <a:endParaRPr sz="1200" b="1" i="0">
              <a:solidFill>
                <a:schemeClr val="bg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bg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bg1"/>
              </a:solidFill>
              <a:latin typeface="Calibri"/>
              <a:ea typeface="Arial" panose="020B0604020202090204"/>
            </a:endParaRPr>
          </a:p>
          <a:p>
            <a:pPr marL="0" indent="0" algn="just" defTabSz="266700">
              <a:spcAft>
                <a:spcPct val="0"/>
              </a:spcAft>
            </a:pPr>
            <a:r>
              <a:rPr sz="1200" b="1">
                <a:solidFill>
                  <a:schemeClr val="bg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bg1"/>
              </a:solidFill>
              <a:latin typeface="Heiti SC Medium" panose="02000000000000000000" charset="-122"/>
              <a:ea typeface="Heiti SC Medium" panose="02000000000000000000" charset="-122"/>
            </a:endParaRPr>
          </a:p>
          <a:p>
            <a:pPr marL="0" indent="0" defTabSz="266700">
              <a:spcAft>
                <a:spcPct val="0"/>
              </a:spcAft>
            </a:pPr>
            <a:r>
              <a:rPr sz="1200" b="1">
                <a:solidFill>
                  <a:schemeClr val="bg1"/>
                </a:solidFill>
                <a:latin typeface="Calibri"/>
                <a:sym typeface="+mn-ea"/>
              </a:rPr>
              <a:t> </a:t>
            </a:r>
            <a:endParaRPr sz="1200" b="1" i="0">
              <a:solidFill>
                <a:schemeClr val="bg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bg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bg1"/>
                </a:solidFill>
                <a:latin typeface="Heiti SC Medium" panose="02000000000000000000" charset="-122"/>
                <a:ea typeface="Heiti SC Medium" panose="02000000000000000000" charset="-122"/>
              </a:rPr>
              <a:t>Empowering Mankind</a:t>
            </a:r>
            <a:endParaRPr lang="en-US" sz="2400" b="1">
              <a:solidFill>
                <a:schemeClr val="bg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33"/>
          <p:cNvSpPr txBox="1"/>
          <p:nvPr>
            <p:ph type="subTitle" idx="4294967295"/>
          </p:nvPr>
        </p:nvSpPr>
        <p:spPr>
          <a:xfrm>
            <a:off x="240075" y="116200"/>
            <a:ext cx="1918200" cy="340800"/>
          </a:xfrm>
          <a:prstGeom prst="rect">
            <a:avLst/>
          </a:prstGeom>
        </p:spPr>
        <p:txBody>
          <a:bodyPr spcFirstLastPara="1" wrap="square" lIns="0" tIns="91425" rIns="0" bIns="91425" anchor="t" anchorCtr="0">
            <a:noAutofit/>
          </a:bodyPr>
          <a:lstStyle/>
          <a:p>
            <a:pPr marL="0" lvl="0" indent="0" algn="l" rtl="0">
              <a:lnSpc>
                <a:spcPct val="75000"/>
              </a:lnSpc>
              <a:spcBef>
                <a:spcPts val="0"/>
              </a:spcBef>
              <a:spcAft>
                <a:spcPts val="0"/>
              </a:spcAft>
              <a:buNone/>
            </a:pPr>
            <a:r>
              <a:rPr lang="en-GB" sz="2000" b="1">
                <a:solidFill>
                  <a:schemeClr val="accent1"/>
                </a:solidFill>
                <a:latin typeface="Bebas Neue" panose="020B0606020202050201"/>
                <a:ea typeface="Bebas Neue" panose="020B0606020202050201"/>
                <a:cs typeface="Bebas Neue" panose="020B0606020202050201"/>
                <a:sym typeface="Bebas Neue" panose="020B0606020202050201"/>
              </a:rPr>
              <a:t>Agenda</a:t>
            </a:r>
            <a:endParaRPr sz="2000" b="1">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145" name="Google Shape;145;p33" descr="agenda_0"/>
          <p:cNvSpPr txBox="1"/>
          <p:nvPr/>
        </p:nvSpPr>
        <p:spPr>
          <a:xfrm>
            <a:off x="240075" y="915601"/>
            <a:ext cx="4275000" cy="3786000"/>
          </a:xfrm>
          <a:prstGeom prst="rect">
            <a:avLst/>
          </a:prstGeom>
          <a:noFill/>
          <a:ln>
            <a:noFill/>
          </a:ln>
        </p:spPr>
        <p:txBody>
          <a:bodyPr spcFirstLastPara="1" wrap="square" lIns="0" tIns="91425" rIns="91425" bIns="0" anchor="t" anchorCtr="0">
            <a:noAutofit/>
          </a:bodyPr>
          <a:lstStyle/>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Introduction to Early Childhood Education</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Benefits of Early Childhood Education</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Preparing for School</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Understanding Child Behaviour</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Signs of Difficult Behaviour</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Handling Inappropriate Behaviours</a:t>
            </a:r>
            <a:endParaRPr sz="1600">
              <a:solidFill>
                <a:schemeClr val="lt1"/>
              </a:solidFill>
              <a:latin typeface="Manrope"/>
              <a:ea typeface="Manrope"/>
              <a:cs typeface="Manrope"/>
              <a:sym typeface="Manrope"/>
            </a:endParaRPr>
          </a:p>
        </p:txBody>
      </p:sp>
      <p:sp>
        <p:nvSpPr>
          <p:cNvPr id="146" name="Google Shape;146;p33" descr="agenda_1"/>
          <p:cNvSpPr txBox="1"/>
          <p:nvPr/>
        </p:nvSpPr>
        <p:spPr>
          <a:xfrm>
            <a:off x="4514949" y="915765"/>
            <a:ext cx="4221900" cy="3786000"/>
          </a:xfrm>
          <a:prstGeom prst="rect">
            <a:avLst/>
          </a:prstGeom>
          <a:noFill/>
          <a:ln>
            <a:noFill/>
          </a:ln>
        </p:spPr>
        <p:txBody>
          <a:bodyPr spcFirstLastPara="1" wrap="square" lIns="0" tIns="91425" rIns="91425" bIns="0" anchor="t" anchorCtr="0">
            <a:noAutofit/>
          </a:bodyPr>
          <a:lstStyle/>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Five Stages of Child Development</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Importance of Developmental Milestones</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Role of Trainers in Development</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Connecting with a Child</a:t>
            </a:r>
            <a:endParaRPr sz="1600">
              <a:solidFill>
                <a:schemeClr val="lt1"/>
              </a:solidFill>
              <a:latin typeface="Manrope"/>
              <a:ea typeface="Manrope"/>
              <a:cs typeface="Manrope"/>
              <a:sym typeface="Manrope"/>
            </a:endParaRPr>
          </a:p>
          <a:p>
            <a:pPr marL="0" lvl="0" indent="-190500" algn="l" rtl="0">
              <a:lnSpc>
                <a:spcPct val="150000"/>
              </a:lnSpc>
              <a:spcBef>
                <a:spcPts val="0"/>
              </a:spcBef>
              <a:spcAft>
                <a:spcPts val="0"/>
              </a:spcAft>
              <a:buClr>
                <a:schemeClr val="dk1"/>
              </a:buClr>
              <a:buSzPts val="1200"/>
              <a:buFont typeface="Manrope"/>
              <a:buChar char="•"/>
            </a:pPr>
            <a:r>
              <a:rPr lang="en-GB" sz="1600">
                <a:solidFill>
                  <a:schemeClr val="lt1"/>
                </a:solidFill>
                <a:latin typeface="Manrope"/>
                <a:ea typeface="Manrope"/>
                <a:cs typeface="Manrope"/>
                <a:sym typeface="Manrope"/>
              </a:rPr>
              <a:t>Conflict Resolution Skills</a:t>
            </a:r>
            <a:endParaRPr sz="1600">
              <a:solidFill>
                <a:schemeClr val="lt1"/>
              </a:solidFill>
              <a:latin typeface="Manrope"/>
              <a:ea typeface="Manrope"/>
              <a:cs typeface="Manrope"/>
              <a:sym typeface="Manrope"/>
            </a:endParaRPr>
          </a:p>
        </p:txBody>
      </p:sp>
      <p:sp>
        <p:nvSpPr>
          <p:cNvPr id="147" name="Google Shape;147;p33"/>
          <p:cNvSpPr/>
          <p:nvPr/>
        </p:nvSpPr>
        <p:spPr>
          <a:xfrm>
            <a:off x="921775" y="185950"/>
            <a:ext cx="206700" cy="201300"/>
          </a:xfrm>
          <a:prstGeom prst="star7">
            <a:avLst>
              <a:gd name="adj" fmla="val 17090"/>
              <a:gd name="hf" fmla="val 102572"/>
              <a:gd name="vf" fmla="val 10521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pic>
        <p:nvPicPr>
          <p:cNvPr id="7" name="Picture 6" descr="pixelcut-export (1)"/>
          <p:cNvPicPr>
            <a:picLocks noChangeAspect="1"/>
          </p:cNvPicPr>
          <p:nvPr/>
        </p:nvPicPr>
        <p:blipFill>
          <a:blip r:embed="rId1"/>
          <a:srcRect t="22967" b="48563"/>
          <a:stretch>
            <a:fillRect/>
          </a:stretch>
        </p:blipFill>
        <p:spPr>
          <a:xfrm>
            <a:off x="0" y="43268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51" name="Shape 151"/>
        <p:cNvGrpSpPr/>
        <p:nvPr/>
      </p:nvGrpSpPr>
      <p:grpSpPr>
        <a:xfrm>
          <a:off x="0" y="0"/>
          <a:ext cx="0" cy="0"/>
          <a:chOff x="0" y="0"/>
          <a:chExt cx="0" cy="0"/>
        </a:xfrm>
      </p:grpSpPr>
      <p:sp>
        <p:nvSpPr>
          <p:cNvPr id="152" name="Google Shape;152;p34" descr="title"/>
          <p:cNvSpPr txBox="1"/>
          <p:nvPr>
            <p:ph type="title"/>
          </p:nvPr>
        </p:nvSpPr>
        <p:spPr>
          <a:xfrm>
            <a:off x="232400" y="521275"/>
            <a:ext cx="8686500" cy="572700"/>
          </a:xfrm>
          <a:prstGeom prst="rect">
            <a:avLst/>
          </a:prstGeom>
        </p:spPr>
        <p:txBody>
          <a:bodyPr spcFirstLastPara="1" wrap="square" lIns="0" tIns="91425" rIns="0" bIns="91425" anchor="ctr" anchorCtr="0">
            <a:noAutofit/>
          </a:bodyPr>
          <a:lstStyle/>
          <a:p>
            <a:pPr marL="0" marR="0" lvl="0" indent="0" algn="l" rtl="0">
              <a:lnSpc>
                <a:spcPct val="75000"/>
              </a:lnSpc>
              <a:spcBef>
                <a:spcPts val="0"/>
              </a:spcBef>
              <a:spcAft>
                <a:spcPts val="0"/>
              </a:spcAft>
              <a:buSzPts val="990"/>
              <a:buNone/>
            </a:pPr>
            <a:r>
              <a:rPr lang="en-GB" sz="2500"/>
              <a:t>Introduction to Early Childhood Education</a:t>
            </a:r>
            <a:endParaRPr sz="2500"/>
          </a:p>
        </p:txBody>
      </p:sp>
      <p:sp>
        <p:nvSpPr>
          <p:cNvPr id="153" name="Google Shape;153;p34" descr="detail_0"/>
          <p:cNvSpPr txBox="1"/>
          <p:nvPr>
            <p:ph type="body" idx="1"/>
          </p:nvPr>
        </p:nvSpPr>
        <p:spPr>
          <a:xfrm>
            <a:off x="232413" y="1733260"/>
            <a:ext cx="3898500" cy="12480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Early childhood education is the period of learning that takes place typically from birth to age eight. It lays the foundation of all learning during these critical years.</a:t>
            </a:r>
            <a:endParaRPr sz="1200">
              <a:solidFill>
                <a:schemeClr val="lt1"/>
              </a:solidFill>
            </a:endParaRPr>
          </a:p>
        </p:txBody>
      </p:sp>
      <p:sp>
        <p:nvSpPr>
          <p:cNvPr id="154" name="Google Shape;154;p34" descr="header_0"/>
          <p:cNvSpPr txBox="1"/>
          <p:nvPr>
            <p:ph type="subTitle" idx="4294967295"/>
          </p:nvPr>
        </p:nvSpPr>
        <p:spPr>
          <a:xfrm>
            <a:off x="232400" y="1306595"/>
            <a:ext cx="3898500" cy="426600"/>
          </a:xfrm>
          <a:prstGeom prst="rect">
            <a:avLst/>
          </a:prstGeom>
        </p:spPr>
        <p:txBody>
          <a:bodyPr spcFirstLastPara="1" wrap="square" lIns="0" tIns="0" rIns="91425" bIns="0" anchor="ctr" anchorCtr="0">
            <a:noAutofit/>
          </a:bodyPr>
          <a:lstStyle/>
          <a:p>
            <a:pPr marL="0" marR="0" lvl="0" indent="0" algn="l" rtl="0">
              <a:lnSpc>
                <a:spcPct val="85000"/>
              </a:lnSpc>
              <a:spcBef>
                <a:spcPts val="0"/>
              </a:spcBef>
              <a:spcAft>
                <a:spcPts val="800"/>
              </a:spcAft>
              <a:buNone/>
            </a:pPr>
            <a:r>
              <a:rPr lang="en-GB" sz="1100">
                <a:solidFill>
                  <a:schemeClr val="accent1"/>
                </a:solidFill>
                <a:latin typeface="Bebas Neue" panose="020B0606020202050201"/>
                <a:ea typeface="Bebas Neue" panose="020B0606020202050201"/>
                <a:cs typeface="Bebas Neue" panose="020B0606020202050201"/>
                <a:sym typeface="Bebas Neue" panose="020B0606020202050201"/>
              </a:rPr>
              <a:t>Definition of Early Childhood Education</a:t>
            </a:r>
            <a:endParaRPr sz="1100">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155" name="Google Shape;155;p34" descr="detail_1"/>
          <p:cNvSpPr txBox="1"/>
          <p:nvPr>
            <p:ph type="body" idx="1"/>
          </p:nvPr>
        </p:nvSpPr>
        <p:spPr>
          <a:xfrm>
            <a:off x="5020544" y="1733260"/>
            <a:ext cx="3898500" cy="12480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The early years, from 0 to 8 years, are the most extraordinary period of growth and development in a child’s lifetime.</a:t>
            </a:r>
            <a:endParaRPr sz="1200">
              <a:solidFill>
                <a:schemeClr val="lt1"/>
              </a:solidFill>
            </a:endParaRPr>
          </a:p>
        </p:txBody>
      </p:sp>
      <p:sp>
        <p:nvSpPr>
          <p:cNvPr id="156" name="Google Shape;156;p34" descr="header_1"/>
          <p:cNvSpPr txBox="1"/>
          <p:nvPr>
            <p:ph type="subTitle" idx="4294967295"/>
          </p:nvPr>
        </p:nvSpPr>
        <p:spPr>
          <a:xfrm>
            <a:off x="5020538" y="1306595"/>
            <a:ext cx="3898500" cy="426600"/>
          </a:xfrm>
          <a:prstGeom prst="rect">
            <a:avLst/>
          </a:prstGeom>
        </p:spPr>
        <p:txBody>
          <a:bodyPr spcFirstLastPara="1" wrap="square" lIns="0" tIns="0" rIns="91425" bIns="0" anchor="ctr" anchorCtr="0">
            <a:noAutofit/>
          </a:bodyPr>
          <a:lstStyle/>
          <a:p>
            <a:pPr marL="0" marR="0" lvl="0" indent="0" algn="l" rtl="0">
              <a:lnSpc>
                <a:spcPct val="85000"/>
              </a:lnSpc>
              <a:spcBef>
                <a:spcPts val="0"/>
              </a:spcBef>
              <a:spcAft>
                <a:spcPts val="800"/>
              </a:spcAft>
              <a:buNone/>
            </a:pPr>
            <a:r>
              <a:rPr lang="en-GB" sz="1800">
                <a:solidFill>
                  <a:schemeClr val="accent1"/>
                </a:solidFill>
                <a:latin typeface="Bebas Neue" panose="020B0606020202050201"/>
                <a:ea typeface="Bebas Neue" panose="020B0606020202050201"/>
                <a:cs typeface="Bebas Neue" panose="020B0606020202050201"/>
                <a:sym typeface="Bebas Neue" panose="020B0606020202050201"/>
              </a:rPr>
              <a:t>Age Range Covered</a:t>
            </a:r>
            <a:endParaRPr sz="1800">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157" name="Google Shape;157;p34" descr="detail_2"/>
          <p:cNvSpPr txBox="1"/>
          <p:nvPr>
            <p:ph type="body" idx="1"/>
          </p:nvPr>
        </p:nvSpPr>
        <p:spPr>
          <a:xfrm>
            <a:off x="232413" y="3407475"/>
            <a:ext cx="3898500" cy="12480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This period encompasses essential areas of development: physical, social, intellectual, academic, and emotional.</a:t>
            </a:r>
            <a:endParaRPr sz="1200">
              <a:solidFill>
                <a:schemeClr val="lt1"/>
              </a:solidFill>
            </a:endParaRPr>
          </a:p>
        </p:txBody>
      </p:sp>
      <p:sp>
        <p:nvSpPr>
          <p:cNvPr id="158" name="Google Shape;158;p34" descr="header_2"/>
          <p:cNvSpPr txBox="1"/>
          <p:nvPr>
            <p:ph type="subTitle" idx="4294967295"/>
          </p:nvPr>
        </p:nvSpPr>
        <p:spPr>
          <a:xfrm>
            <a:off x="232400" y="2981019"/>
            <a:ext cx="3898500" cy="426600"/>
          </a:xfrm>
          <a:prstGeom prst="rect">
            <a:avLst/>
          </a:prstGeom>
        </p:spPr>
        <p:txBody>
          <a:bodyPr spcFirstLastPara="1" wrap="square" lIns="0" tIns="0" rIns="91425" bIns="0" anchor="ctr" anchorCtr="0">
            <a:noAutofit/>
          </a:bodyPr>
          <a:lstStyle/>
          <a:p>
            <a:pPr marL="0" marR="0" lvl="0" indent="0" algn="l" rtl="0">
              <a:lnSpc>
                <a:spcPct val="85000"/>
              </a:lnSpc>
              <a:spcBef>
                <a:spcPts val="0"/>
              </a:spcBef>
              <a:spcAft>
                <a:spcPts val="800"/>
              </a:spcAft>
              <a:buNone/>
            </a:pPr>
            <a:r>
              <a:rPr lang="en-GB" sz="1800">
                <a:solidFill>
                  <a:schemeClr val="accent1"/>
                </a:solidFill>
                <a:latin typeface="Bebas Neue" panose="020B0606020202050201"/>
                <a:ea typeface="Bebas Neue" panose="020B0606020202050201"/>
                <a:cs typeface="Bebas Neue" panose="020B0606020202050201"/>
                <a:sym typeface="Bebas Neue" panose="020B0606020202050201"/>
              </a:rPr>
              <a:t>Foundational Aspects</a:t>
            </a:r>
            <a:endParaRPr sz="1800">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159" name="Google Shape;159;p34" descr="detail_3"/>
          <p:cNvSpPr txBox="1"/>
          <p:nvPr>
            <p:ph type="body" idx="1"/>
          </p:nvPr>
        </p:nvSpPr>
        <p:spPr>
          <a:xfrm>
            <a:off x="5020545" y="3407475"/>
            <a:ext cx="3898500" cy="12480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The foundations of all learning are laid during these years, making early childhood education vital for future success.</a:t>
            </a:r>
            <a:endParaRPr sz="1200">
              <a:solidFill>
                <a:schemeClr val="lt1"/>
              </a:solidFill>
            </a:endParaRPr>
          </a:p>
        </p:txBody>
      </p:sp>
      <p:sp>
        <p:nvSpPr>
          <p:cNvPr id="160" name="Google Shape;160;p34" descr="header_3"/>
          <p:cNvSpPr txBox="1"/>
          <p:nvPr>
            <p:ph type="subTitle" idx="4294967295"/>
          </p:nvPr>
        </p:nvSpPr>
        <p:spPr>
          <a:xfrm>
            <a:off x="5020537" y="2981019"/>
            <a:ext cx="3898500" cy="426600"/>
          </a:xfrm>
          <a:prstGeom prst="rect">
            <a:avLst/>
          </a:prstGeom>
        </p:spPr>
        <p:txBody>
          <a:bodyPr spcFirstLastPara="1" wrap="square" lIns="0" tIns="0" rIns="91425" bIns="0" anchor="ctr" anchorCtr="0">
            <a:noAutofit/>
          </a:bodyPr>
          <a:lstStyle/>
          <a:p>
            <a:pPr marL="0" marR="0" lvl="0" indent="0" algn="l" rtl="0">
              <a:lnSpc>
                <a:spcPct val="85000"/>
              </a:lnSpc>
              <a:spcBef>
                <a:spcPts val="0"/>
              </a:spcBef>
              <a:spcAft>
                <a:spcPts val="800"/>
              </a:spcAft>
              <a:buNone/>
            </a:pPr>
            <a:r>
              <a:rPr lang="en-GB" sz="1800">
                <a:solidFill>
                  <a:schemeClr val="accent1"/>
                </a:solidFill>
                <a:latin typeface="Bebas Neue" panose="020B0606020202050201"/>
                <a:ea typeface="Bebas Neue" panose="020B0606020202050201"/>
                <a:cs typeface="Bebas Neue" panose="020B0606020202050201"/>
                <a:sym typeface="Bebas Neue" panose="020B0606020202050201"/>
              </a:rPr>
              <a:t>Significance</a:t>
            </a:r>
            <a:endParaRPr sz="1800">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161" name="Google Shape;161;p34"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Overview</a:t>
            </a:r>
            <a:endParaRPr sz="1000">
              <a:solidFill>
                <a:schemeClr val="accent1"/>
              </a:solidFill>
              <a:latin typeface="Manrope Medium"/>
              <a:ea typeface="Manrope Medium"/>
              <a:cs typeface="Manrope Medium"/>
              <a:sym typeface="Manrope Medium"/>
            </a:endParaRPr>
          </a:p>
        </p:txBody>
      </p:sp>
      <p:grpSp>
        <p:nvGrpSpPr>
          <p:cNvPr id="162" name="Google Shape;162;p34"/>
          <p:cNvGrpSpPr/>
          <p:nvPr/>
        </p:nvGrpSpPr>
        <p:grpSpPr>
          <a:xfrm>
            <a:off x="6922025" y="155925"/>
            <a:ext cx="2057400" cy="1033200"/>
            <a:chOff x="6922975" y="1548525"/>
            <a:chExt cx="2057400" cy="1033200"/>
          </a:xfrm>
        </p:grpSpPr>
        <p:grpSp>
          <p:nvGrpSpPr>
            <p:cNvPr id="163" name="Google Shape;163;p34"/>
            <p:cNvGrpSpPr/>
            <p:nvPr/>
          </p:nvGrpSpPr>
          <p:grpSpPr>
            <a:xfrm>
              <a:off x="6922975" y="1548525"/>
              <a:ext cx="2057400" cy="1033200"/>
              <a:chOff x="6172200" y="152400"/>
              <a:chExt cx="2057400" cy="1033200"/>
            </a:xfrm>
          </p:grpSpPr>
          <p:sp>
            <p:nvSpPr>
              <p:cNvPr id="164" name="Google Shape;164;p34"/>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165" name="Google Shape;165;p3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166" name="Google Shape;166;p3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specific programs or methods used in early childhood education to enhance this slide.</a:t>
              </a:r>
              <a:endParaRPr sz="800">
                <a:latin typeface="Inter" panose="02000503000000020004"/>
                <a:ea typeface="Inter" panose="02000503000000020004"/>
                <a:cs typeface="Inter" panose="02000503000000020004"/>
                <a:sym typeface="Inter" panose="02000503000000020004"/>
              </a:endParaRPr>
            </a:p>
          </p:txBody>
        </p:sp>
        <p:pic>
          <p:nvPicPr>
            <p:cNvPr id="167" name="Google Shape;167;p34"/>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71" name="Shape 171"/>
        <p:cNvGrpSpPr/>
        <p:nvPr/>
      </p:nvGrpSpPr>
      <p:grpSpPr>
        <a:xfrm>
          <a:off x="0" y="0"/>
          <a:ext cx="0" cy="0"/>
          <a:chOff x="0" y="0"/>
          <a:chExt cx="0" cy="0"/>
        </a:xfrm>
      </p:grpSpPr>
      <p:sp>
        <p:nvSpPr>
          <p:cNvPr id="172" name="Google Shape;172;p35" descr="title"/>
          <p:cNvSpPr txBox="1"/>
          <p:nvPr>
            <p:ph type="title"/>
          </p:nvPr>
        </p:nvSpPr>
        <p:spPr>
          <a:xfrm>
            <a:off x="232400" y="521275"/>
            <a:ext cx="8686500" cy="572700"/>
          </a:xfrm>
          <a:prstGeom prst="rect">
            <a:avLst/>
          </a:prstGeom>
        </p:spPr>
        <p:txBody>
          <a:bodyPr spcFirstLastPara="1" wrap="square" lIns="0" tIns="91425" rIns="0" bIns="91425" anchor="ctr" anchorCtr="0">
            <a:noAutofit/>
          </a:bodyPr>
          <a:lstStyle/>
          <a:p>
            <a:pPr marL="0" marR="0" lvl="0" indent="0" algn="l" rtl="0">
              <a:lnSpc>
                <a:spcPct val="75000"/>
              </a:lnSpc>
              <a:spcBef>
                <a:spcPts val="0"/>
              </a:spcBef>
              <a:spcAft>
                <a:spcPts val="0"/>
              </a:spcAft>
              <a:buSzPts val="990"/>
              <a:buNone/>
            </a:pPr>
            <a:r>
              <a:rPr lang="en-GB" sz="2800"/>
              <a:t>Benefits of Early Childhood Education</a:t>
            </a:r>
            <a:endParaRPr sz="2800"/>
          </a:p>
        </p:txBody>
      </p:sp>
      <p:sp>
        <p:nvSpPr>
          <p:cNvPr id="173" name="Google Shape;173;p35" descr="detail_0"/>
          <p:cNvSpPr txBox="1"/>
          <p:nvPr>
            <p:ph type="body" idx="1"/>
          </p:nvPr>
        </p:nvSpPr>
        <p:spPr>
          <a:xfrm>
            <a:off x="232413" y="1733260"/>
            <a:ext cx="3898500" cy="12480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Early childhood education fosters social interactions and helps children develop essential social skills necessary for building relationships.</a:t>
            </a:r>
            <a:endParaRPr sz="1200">
              <a:solidFill>
                <a:schemeClr val="lt1"/>
              </a:solidFill>
            </a:endParaRPr>
          </a:p>
        </p:txBody>
      </p:sp>
      <p:sp>
        <p:nvSpPr>
          <p:cNvPr id="174" name="Google Shape;174;p35" descr="header_0"/>
          <p:cNvSpPr txBox="1"/>
          <p:nvPr>
            <p:ph type="subTitle" idx="4294967295"/>
          </p:nvPr>
        </p:nvSpPr>
        <p:spPr>
          <a:xfrm>
            <a:off x="232400" y="1306595"/>
            <a:ext cx="3898500" cy="426600"/>
          </a:xfrm>
          <a:prstGeom prst="rect">
            <a:avLst/>
          </a:prstGeom>
        </p:spPr>
        <p:txBody>
          <a:bodyPr spcFirstLastPara="1" wrap="square" lIns="0" tIns="0" rIns="91425" bIns="0" anchor="ctr" anchorCtr="0">
            <a:noAutofit/>
          </a:bodyPr>
          <a:lstStyle/>
          <a:p>
            <a:pPr marL="0" lvl="0" indent="0" algn="l" rtl="0">
              <a:lnSpc>
                <a:spcPct val="100000"/>
              </a:lnSpc>
              <a:spcBef>
                <a:spcPts val="0"/>
              </a:spcBef>
              <a:spcAft>
                <a:spcPts val="800"/>
              </a:spcAft>
              <a:buNone/>
            </a:pPr>
            <a:r>
              <a:rPr lang="en-GB" sz="1200" b="1">
                <a:solidFill>
                  <a:schemeClr val="lt1"/>
                </a:solidFill>
              </a:rPr>
              <a:t>Improves Social Skills</a:t>
            </a:r>
            <a:endParaRPr sz="1200" b="1">
              <a:solidFill>
                <a:schemeClr val="lt1"/>
              </a:solidFill>
            </a:endParaRPr>
          </a:p>
        </p:txBody>
      </p:sp>
      <p:sp>
        <p:nvSpPr>
          <p:cNvPr id="175" name="Google Shape;175;p35" descr="detail_1"/>
          <p:cNvSpPr txBox="1"/>
          <p:nvPr>
            <p:ph type="body" idx="1"/>
          </p:nvPr>
        </p:nvSpPr>
        <p:spPr>
          <a:xfrm>
            <a:off x="5020544" y="1733260"/>
            <a:ext cx="3898500" cy="12480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Research indicates that early childhood education is linked to greater success in life, contributing positively to future academic and professional achievements.</a:t>
            </a:r>
            <a:endParaRPr sz="1200">
              <a:solidFill>
                <a:schemeClr val="lt1"/>
              </a:solidFill>
            </a:endParaRPr>
          </a:p>
        </p:txBody>
      </p:sp>
      <p:sp>
        <p:nvSpPr>
          <p:cNvPr id="176" name="Google Shape;176;p35" descr="header_1"/>
          <p:cNvSpPr txBox="1"/>
          <p:nvPr>
            <p:ph type="subTitle" idx="4294967295"/>
          </p:nvPr>
        </p:nvSpPr>
        <p:spPr>
          <a:xfrm>
            <a:off x="5020538" y="1306595"/>
            <a:ext cx="3898500" cy="426600"/>
          </a:xfrm>
          <a:prstGeom prst="rect">
            <a:avLst/>
          </a:prstGeom>
        </p:spPr>
        <p:txBody>
          <a:bodyPr spcFirstLastPara="1" wrap="square" lIns="0" tIns="0" rIns="91425" bIns="0" anchor="ctr" anchorCtr="0">
            <a:noAutofit/>
          </a:bodyPr>
          <a:lstStyle/>
          <a:p>
            <a:pPr marL="0" lvl="0" indent="0" algn="l" rtl="0">
              <a:lnSpc>
                <a:spcPct val="100000"/>
              </a:lnSpc>
              <a:spcBef>
                <a:spcPts val="0"/>
              </a:spcBef>
              <a:spcAft>
                <a:spcPts val="800"/>
              </a:spcAft>
              <a:buNone/>
            </a:pPr>
            <a:r>
              <a:rPr lang="en-GB" sz="1200" b="1">
                <a:solidFill>
                  <a:schemeClr val="lt1"/>
                </a:solidFill>
              </a:rPr>
              <a:t>Linked to Greater Success in Life</a:t>
            </a:r>
            <a:endParaRPr sz="1200" b="1">
              <a:solidFill>
                <a:schemeClr val="lt1"/>
              </a:solidFill>
            </a:endParaRPr>
          </a:p>
        </p:txBody>
      </p:sp>
      <p:sp>
        <p:nvSpPr>
          <p:cNvPr id="177" name="Google Shape;177;p35" descr="detail_2"/>
          <p:cNvSpPr txBox="1"/>
          <p:nvPr>
            <p:ph type="body" idx="1"/>
          </p:nvPr>
        </p:nvSpPr>
        <p:spPr>
          <a:xfrm>
            <a:off x="232413" y="3407475"/>
            <a:ext cx="3898500" cy="12480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Programs often provide screenings for health and behavioral issues, ensuring children receive early interventions when necessary.</a:t>
            </a:r>
            <a:endParaRPr sz="1200">
              <a:solidFill>
                <a:schemeClr val="lt1"/>
              </a:solidFill>
            </a:endParaRPr>
          </a:p>
        </p:txBody>
      </p:sp>
      <p:sp>
        <p:nvSpPr>
          <p:cNvPr id="178" name="Google Shape;178;p35" descr="header_2"/>
          <p:cNvSpPr txBox="1"/>
          <p:nvPr>
            <p:ph type="subTitle" idx="4294967295"/>
          </p:nvPr>
        </p:nvSpPr>
        <p:spPr>
          <a:xfrm>
            <a:off x="232400" y="2981019"/>
            <a:ext cx="3898500" cy="426600"/>
          </a:xfrm>
          <a:prstGeom prst="rect">
            <a:avLst/>
          </a:prstGeom>
        </p:spPr>
        <p:txBody>
          <a:bodyPr spcFirstLastPara="1" wrap="square" lIns="0" tIns="0" rIns="91425" bIns="0" anchor="ctr" anchorCtr="0">
            <a:noAutofit/>
          </a:bodyPr>
          <a:lstStyle/>
          <a:p>
            <a:pPr marL="0" lvl="0" indent="0" algn="l" rtl="0">
              <a:lnSpc>
                <a:spcPct val="100000"/>
              </a:lnSpc>
              <a:spcBef>
                <a:spcPts val="0"/>
              </a:spcBef>
              <a:spcAft>
                <a:spcPts val="800"/>
              </a:spcAft>
              <a:buNone/>
            </a:pPr>
            <a:r>
              <a:rPr lang="en-GB" sz="1100" b="1">
                <a:solidFill>
                  <a:schemeClr val="lt1"/>
                </a:solidFill>
              </a:rPr>
              <a:t>Offers Health and Behavioral Screenings</a:t>
            </a:r>
            <a:endParaRPr sz="1100" b="1">
              <a:solidFill>
                <a:schemeClr val="lt1"/>
              </a:solidFill>
            </a:endParaRPr>
          </a:p>
        </p:txBody>
      </p:sp>
      <p:sp>
        <p:nvSpPr>
          <p:cNvPr id="179" name="Google Shape;179;p35" descr="detail_3"/>
          <p:cNvSpPr txBox="1"/>
          <p:nvPr>
            <p:ph type="body" idx="1"/>
          </p:nvPr>
        </p:nvSpPr>
        <p:spPr>
          <a:xfrm>
            <a:off x="5020545" y="3407475"/>
            <a:ext cx="3898500" cy="1248000"/>
          </a:xfrm>
          <a:prstGeom prst="rect">
            <a:avLst/>
          </a:prstGeom>
        </p:spPr>
        <p:txBody>
          <a:bodyPr spcFirstLastPara="1" wrap="square" lIns="0" tIns="91425" rIns="91425" bIns="91425" anchor="t" anchorCtr="0">
            <a:noAutofit/>
          </a:bodyPr>
          <a:lstStyle/>
          <a:p>
            <a:pPr marL="0" lvl="0" indent="0" algn="l" rtl="0">
              <a:spcBef>
                <a:spcPts val="0"/>
              </a:spcBef>
              <a:spcAft>
                <a:spcPts val="1000"/>
              </a:spcAft>
              <a:buNone/>
            </a:pPr>
            <a:r>
              <a:rPr lang="en-GB" sz="1200">
                <a:solidFill>
                  <a:schemeClr val="lt1"/>
                </a:solidFill>
              </a:rPr>
              <a:t>Investing in early childhood education positively impacts society by reducing future social costs and improving community well-being.</a:t>
            </a:r>
            <a:endParaRPr sz="1200">
              <a:solidFill>
                <a:schemeClr val="lt1"/>
              </a:solidFill>
            </a:endParaRPr>
          </a:p>
        </p:txBody>
      </p:sp>
      <p:sp>
        <p:nvSpPr>
          <p:cNvPr id="180" name="Google Shape;180;p35" descr="header_3"/>
          <p:cNvSpPr txBox="1"/>
          <p:nvPr>
            <p:ph type="subTitle" idx="4294967295"/>
          </p:nvPr>
        </p:nvSpPr>
        <p:spPr>
          <a:xfrm>
            <a:off x="5020537" y="2981019"/>
            <a:ext cx="3898500" cy="426600"/>
          </a:xfrm>
          <a:prstGeom prst="rect">
            <a:avLst/>
          </a:prstGeom>
        </p:spPr>
        <p:txBody>
          <a:bodyPr spcFirstLastPara="1" wrap="square" lIns="0" tIns="0" rIns="91425" bIns="0" anchor="ctr" anchorCtr="0">
            <a:noAutofit/>
          </a:bodyPr>
          <a:lstStyle/>
          <a:p>
            <a:pPr marL="0" lvl="0" indent="0" algn="l" rtl="0">
              <a:lnSpc>
                <a:spcPct val="100000"/>
              </a:lnSpc>
              <a:spcBef>
                <a:spcPts val="0"/>
              </a:spcBef>
              <a:spcAft>
                <a:spcPts val="800"/>
              </a:spcAft>
              <a:buNone/>
            </a:pPr>
            <a:r>
              <a:rPr lang="en-GB" sz="1200" b="1">
                <a:solidFill>
                  <a:schemeClr val="lt1"/>
                </a:solidFill>
              </a:rPr>
              <a:t>Positively Impacts Society</a:t>
            </a:r>
            <a:endParaRPr sz="1200" b="1">
              <a:solidFill>
                <a:schemeClr val="lt1"/>
              </a:solidFill>
            </a:endParaRPr>
          </a:p>
        </p:txBody>
      </p:sp>
      <p:sp>
        <p:nvSpPr>
          <p:cNvPr id="181" name="Google Shape;181;p35"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Benefits</a:t>
            </a:r>
            <a:endParaRPr sz="1000">
              <a:solidFill>
                <a:schemeClr val="accent1"/>
              </a:solidFill>
              <a:latin typeface="Manrope Medium"/>
              <a:ea typeface="Manrope Medium"/>
              <a:cs typeface="Manrope Medium"/>
              <a:sym typeface="Manrope Medium"/>
            </a:endParaRPr>
          </a:p>
        </p:txBody>
      </p:sp>
      <p:grpSp>
        <p:nvGrpSpPr>
          <p:cNvPr id="182" name="Google Shape;182;p35"/>
          <p:cNvGrpSpPr/>
          <p:nvPr/>
        </p:nvGrpSpPr>
        <p:grpSpPr>
          <a:xfrm>
            <a:off x="6922025" y="155925"/>
            <a:ext cx="2057400" cy="1033200"/>
            <a:chOff x="6922975" y="1548525"/>
            <a:chExt cx="2057400" cy="1033200"/>
          </a:xfrm>
        </p:grpSpPr>
        <p:grpSp>
          <p:nvGrpSpPr>
            <p:cNvPr id="183" name="Google Shape;183;p35"/>
            <p:cNvGrpSpPr/>
            <p:nvPr/>
          </p:nvGrpSpPr>
          <p:grpSpPr>
            <a:xfrm>
              <a:off x="6922975" y="1548525"/>
              <a:ext cx="2057400" cy="1033200"/>
              <a:chOff x="6172200" y="152400"/>
              <a:chExt cx="2057400" cy="1033200"/>
            </a:xfrm>
          </p:grpSpPr>
          <p:sp>
            <p:nvSpPr>
              <p:cNvPr id="184" name="Google Shape;184;p35"/>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185" name="Google Shape;185;p3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186" name="Google Shape;186;p3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statistics or quotes from research studies to enhance the credibility of each benefit.</a:t>
              </a:r>
              <a:endParaRPr sz="800">
                <a:latin typeface="Inter" panose="02000503000000020004"/>
                <a:ea typeface="Inter" panose="02000503000000020004"/>
                <a:cs typeface="Inter" panose="02000503000000020004"/>
                <a:sym typeface="Inter" panose="02000503000000020004"/>
              </a:endParaRPr>
            </a:p>
          </p:txBody>
        </p:sp>
        <p:pic>
          <p:nvPicPr>
            <p:cNvPr id="187" name="Google Shape;187;p35"/>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91" name="Shape 191"/>
        <p:cNvGrpSpPr/>
        <p:nvPr/>
      </p:nvGrpSpPr>
      <p:grpSpPr>
        <a:xfrm>
          <a:off x="0" y="0"/>
          <a:ext cx="0" cy="0"/>
          <a:chOff x="0" y="0"/>
          <a:chExt cx="0" cy="0"/>
        </a:xfrm>
      </p:grpSpPr>
      <p:sp>
        <p:nvSpPr>
          <p:cNvPr id="192" name="Google Shape;192;p36" descr="detail_0"/>
          <p:cNvSpPr txBox="1"/>
          <p:nvPr>
            <p:ph type="body" idx="1"/>
          </p:nvPr>
        </p:nvSpPr>
        <p:spPr>
          <a:xfrm>
            <a:off x="3669000" y="2261925"/>
            <a:ext cx="5223600" cy="2319300"/>
          </a:xfrm>
          <a:prstGeom prst="rect">
            <a:avLst/>
          </a:prstGeom>
        </p:spPr>
        <p:txBody>
          <a:bodyPr spcFirstLastPara="1" wrap="square" lIns="0" tIns="91425" rIns="91425" bIns="91425" anchor="b" anchorCtr="0">
            <a:noAutofit/>
          </a:bodyPr>
          <a:lstStyle/>
          <a:p>
            <a:pPr marL="0" lvl="0" indent="0" algn="l" rtl="0">
              <a:lnSpc>
                <a:spcPct val="115000"/>
              </a:lnSpc>
              <a:spcBef>
                <a:spcPts val="0"/>
              </a:spcBef>
              <a:spcAft>
                <a:spcPts val="1500"/>
              </a:spcAft>
              <a:buNone/>
            </a:pPr>
            <a:r>
              <a:rPr lang="en-GB" sz="1600">
                <a:solidFill>
                  <a:schemeClr val="lt1"/>
                </a:solidFill>
              </a:rPr>
              <a:t>Early childhood education plays a crucial role in preparing children for school by fostering independence and instilling new routines. By engaging in structured activities, children learn to manage their time and responsibilities, which enhances their ability to transition into a formal school environment. This stage of education also emphasizes the development of social skills and emotional regulation, both essential for successful interactions in a classroom setting. Through various educational experiences, children gain the confidence needed to navigate school life effectively.</a:t>
            </a:r>
            <a:endParaRPr sz="1600">
              <a:solidFill>
                <a:schemeClr val="lt1"/>
              </a:solidFill>
            </a:endParaRPr>
          </a:p>
        </p:txBody>
      </p:sp>
      <p:sp>
        <p:nvSpPr>
          <p:cNvPr id="193" name="Google Shape;193;p36" descr="title"/>
          <p:cNvSpPr txBox="1"/>
          <p:nvPr>
            <p:ph type="title"/>
          </p:nvPr>
        </p:nvSpPr>
        <p:spPr>
          <a:xfrm>
            <a:off x="232400" y="521275"/>
            <a:ext cx="5259600" cy="1649400"/>
          </a:xfrm>
          <a:prstGeom prst="rect">
            <a:avLst/>
          </a:prstGeom>
        </p:spPr>
        <p:txBody>
          <a:bodyPr spcFirstLastPara="1" wrap="square" lIns="0" tIns="91425" rIns="0" bIns="91425" anchor="t" anchorCtr="0">
            <a:noAutofit/>
          </a:bodyPr>
          <a:lstStyle/>
          <a:p>
            <a:pPr marL="0" marR="0" lvl="0" indent="0" algn="l" rtl="0">
              <a:lnSpc>
                <a:spcPct val="75000"/>
              </a:lnSpc>
              <a:spcBef>
                <a:spcPts val="0"/>
              </a:spcBef>
              <a:spcAft>
                <a:spcPts val="0"/>
              </a:spcAft>
              <a:buSzPts val="990"/>
              <a:buNone/>
            </a:pPr>
            <a:r>
              <a:rPr lang="en-GB"/>
              <a:t>Preparing for School</a:t>
            </a:r>
            <a:endParaRPr lang="en-GB"/>
          </a:p>
        </p:txBody>
      </p:sp>
      <p:sp>
        <p:nvSpPr>
          <p:cNvPr id="194" name="Google Shape;194;p36"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Child Psychology</a:t>
            </a:r>
            <a:endParaRPr sz="1000">
              <a:solidFill>
                <a:schemeClr val="accent1"/>
              </a:solidFill>
              <a:latin typeface="Manrope Medium"/>
              <a:ea typeface="Manrope Medium"/>
              <a:cs typeface="Manrope Medium"/>
              <a:sym typeface="Manrope Medium"/>
            </a:endParaRPr>
          </a:p>
        </p:txBody>
      </p:sp>
      <p:pic>
        <p:nvPicPr>
          <p:cNvPr id="7" name="Picture 6" descr="pixelcut-export (1)"/>
          <p:cNvPicPr>
            <a:picLocks noChangeAspect="1"/>
          </p:cNvPicPr>
          <p:nvPr/>
        </p:nvPicPr>
        <p:blipFill>
          <a:blip r:embed="rId1"/>
          <a:srcRect t="22967" b="48563"/>
          <a:stretch>
            <a:fillRect/>
          </a:stretch>
        </p:blipFill>
        <p:spPr>
          <a:xfrm>
            <a:off x="0" y="43268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98" name="Shape 198"/>
        <p:cNvGrpSpPr/>
        <p:nvPr/>
      </p:nvGrpSpPr>
      <p:grpSpPr>
        <a:xfrm>
          <a:off x="0" y="0"/>
          <a:ext cx="0" cy="0"/>
          <a:chOff x="0" y="0"/>
          <a:chExt cx="0" cy="0"/>
        </a:xfrm>
      </p:grpSpPr>
      <p:sp>
        <p:nvSpPr>
          <p:cNvPr id="199" name="Google Shape;199;p37" descr="header_0"/>
          <p:cNvSpPr txBox="1"/>
          <p:nvPr>
            <p:ph type="subTitle" idx="4294967295"/>
          </p:nvPr>
        </p:nvSpPr>
        <p:spPr>
          <a:xfrm>
            <a:off x="232400" y="1394300"/>
            <a:ext cx="2544300" cy="697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700">
                <a:solidFill>
                  <a:schemeClr val="lt1"/>
                </a:solidFill>
                <a:latin typeface="Bebas Neue" panose="020B0606020202050201"/>
                <a:ea typeface="Bebas Neue" panose="020B0606020202050201"/>
                <a:cs typeface="Bebas Neue" panose="020B0606020202050201"/>
                <a:sym typeface="Bebas Neue" panose="020B0606020202050201"/>
              </a:rPr>
              <a:t>Definition of Child Behaviour</a:t>
            </a:r>
            <a:endParaRPr sz="17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00" name="Google Shape;200;p37" descr="header_1"/>
          <p:cNvSpPr txBox="1"/>
          <p:nvPr>
            <p:ph type="subTitle" idx="4294967295"/>
          </p:nvPr>
        </p:nvSpPr>
        <p:spPr>
          <a:xfrm>
            <a:off x="3189330" y="1394300"/>
            <a:ext cx="2544300" cy="697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Good vs. Bad Behaviour</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01" name="Google Shape;201;p37" descr="header_2"/>
          <p:cNvSpPr txBox="1"/>
          <p:nvPr>
            <p:ph type="subTitle" idx="4294967295"/>
          </p:nvPr>
        </p:nvSpPr>
        <p:spPr>
          <a:xfrm>
            <a:off x="6146242" y="1394300"/>
            <a:ext cx="2544300" cy="697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Importance of Behaviour</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02" name="Google Shape;202;p37" descr="detail_0"/>
          <p:cNvSpPr txBox="1"/>
          <p:nvPr>
            <p:ph type="body" idx="1"/>
          </p:nvPr>
        </p:nvSpPr>
        <p:spPr>
          <a:xfrm>
            <a:off x="232400" y="2443900"/>
            <a:ext cx="2544300" cy="235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Child behavior is defined as "the actions, reactions and functioning in response to everyday environments and situations." Understanding behavior is critical for assessing a child's developmental health.</a:t>
            </a:r>
            <a:endParaRPr sz="1200">
              <a:solidFill>
                <a:schemeClr val="lt1"/>
              </a:solidFill>
            </a:endParaRPr>
          </a:p>
        </p:txBody>
      </p:sp>
      <p:sp>
        <p:nvSpPr>
          <p:cNvPr id="203" name="Google Shape;203;p37" descr="detail_1"/>
          <p:cNvSpPr txBox="1"/>
          <p:nvPr>
            <p:ph type="body" idx="1"/>
          </p:nvPr>
        </p:nvSpPr>
        <p:spPr>
          <a:xfrm>
            <a:off x="3189324" y="2443900"/>
            <a:ext cx="2544300" cy="235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Good behavior promotes health and enhances quality of life, while bad behavior can lead to social isolation and challenges. Good behaviors include cooperation, sharing, and following directions, whereas bad behaviors might include defiance and aggression.</a:t>
            </a:r>
            <a:endParaRPr sz="1200">
              <a:solidFill>
                <a:schemeClr val="lt1"/>
              </a:solidFill>
            </a:endParaRPr>
          </a:p>
        </p:txBody>
      </p:sp>
      <p:sp>
        <p:nvSpPr>
          <p:cNvPr id="204" name="Google Shape;204;p37" descr="detail_2"/>
          <p:cNvSpPr txBox="1"/>
          <p:nvPr>
            <p:ph type="body" idx="1"/>
          </p:nvPr>
        </p:nvSpPr>
        <p:spPr>
          <a:xfrm>
            <a:off x="6146223" y="2443900"/>
            <a:ext cx="2544300" cy="235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Behavior is important as it leads to better health and quality of life. Challenging behavior can cause social isolation and may contribute to mental health issues, such as loneliness and depression from an early age.</a:t>
            </a:r>
            <a:endParaRPr sz="1200">
              <a:solidFill>
                <a:schemeClr val="lt1"/>
              </a:solidFill>
            </a:endParaRPr>
          </a:p>
        </p:txBody>
      </p:sp>
      <p:sp>
        <p:nvSpPr>
          <p:cNvPr id="205" name="Google Shape;205;p37" descr="title"/>
          <p:cNvSpPr txBox="1"/>
          <p:nvPr>
            <p:ph type="title"/>
          </p:nvPr>
        </p:nvSpPr>
        <p:spPr>
          <a:xfrm>
            <a:off x="232400" y="521275"/>
            <a:ext cx="8675700" cy="572700"/>
          </a:xfrm>
          <a:prstGeom prst="rect">
            <a:avLst/>
          </a:prstGeom>
        </p:spPr>
        <p:txBody>
          <a:bodyPr spcFirstLastPara="1" wrap="square" lIns="0" tIns="91425" rIns="0" bIns="91425" anchor="t" anchorCtr="0">
            <a:noAutofit/>
          </a:bodyPr>
          <a:lstStyle/>
          <a:p>
            <a:pPr marL="0" marR="0" lvl="0" indent="0" algn="l" rtl="0">
              <a:lnSpc>
                <a:spcPct val="75000"/>
              </a:lnSpc>
              <a:spcBef>
                <a:spcPts val="0"/>
              </a:spcBef>
              <a:spcAft>
                <a:spcPts val="0"/>
              </a:spcAft>
              <a:buSzPts val="990"/>
              <a:buNone/>
            </a:pPr>
            <a:r>
              <a:rPr lang="en-GB" sz="3000"/>
              <a:t>Understanding Child Behaviour</a:t>
            </a:r>
            <a:endParaRPr sz="3000"/>
          </a:p>
        </p:txBody>
      </p:sp>
      <p:sp>
        <p:nvSpPr>
          <p:cNvPr id="206" name="Google Shape;206;p37"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Child Behaviour</a:t>
            </a:r>
            <a:endParaRPr sz="1000">
              <a:solidFill>
                <a:schemeClr val="accent1"/>
              </a:solidFill>
              <a:latin typeface="Manrope Medium"/>
              <a:ea typeface="Manrope Medium"/>
              <a:cs typeface="Manrope Medium"/>
              <a:sym typeface="Manrope Medium"/>
            </a:endParaRPr>
          </a:p>
        </p:txBody>
      </p:sp>
      <p:sp>
        <p:nvSpPr>
          <p:cNvPr id="207" name="Google Shape;207;p37"/>
          <p:cNvSpPr/>
          <p:nvPr/>
        </p:nvSpPr>
        <p:spPr>
          <a:xfrm rot="500247">
            <a:off x="247332" y="2155990"/>
            <a:ext cx="211030" cy="223418"/>
          </a:xfrm>
          <a:prstGeom prst="star8">
            <a:avLst>
              <a:gd name="adj" fmla="val 173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sp>
        <p:nvSpPr>
          <p:cNvPr id="208" name="Google Shape;208;p37"/>
          <p:cNvSpPr/>
          <p:nvPr/>
        </p:nvSpPr>
        <p:spPr>
          <a:xfrm rot="500247">
            <a:off x="3204257" y="2155990"/>
            <a:ext cx="211030" cy="223418"/>
          </a:xfrm>
          <a:prstGeom prst="star8">
            <a:avLst>
              <a:gd name="adj" fmla="val 173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sp>
        <p:nvSpPr>
          <p:cNvPr id="209" name="Google Shape;209;p37"/>
          <p:cNvSpPr/>
          <p:nvPr/>
        </p:nvSpPr>
        <p:spPr>
          <a:xfrm rot="500247">
            <a:off x="6161182" y="2155990"/>
            <a:ext cx="211030" cy="223418"/>
          </a:xfrm>
          <a:prstGeom prst="star8">
            <a:avLst>
              <a:gd name="adj" fmla="val 173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grpSp>
        <p:nvGrpSpPr>
          <p:cNvPr id="210" name="Google Shape;210;p37"/>
          <p:cNvGrpSpPr/>
          <p:nvPr/>
        </p:nvGrpSpPr>
        <p:grpSpPr>
          <a:xfrm>
            <a:off x="6922025" y="155925"/>
            <a:ext cx="2057400" cy="1033200"/>
            <a:chOff x="6922975" y="1548525"/>
            <a:chExt cx="2057400" cy="1033200"/>
          </a:xfrm>
        </p:grpSpPr>
        <p:grpSp>
          <p:nvGrpSpPr>
            <p:cNvPr id="211" name="Google Shape;211;p37"/>
            <p:cNvGrpSpPr/>
            <p:nvPr/>
          </p:nvGrpSpPr>
          <p:grpSpPr>
            <a:xfrm>
              <a:off x="6922975" y="1548525"/>
              <a:ext cx="2057400" cy="1033200"/>
              <a:chOff x="6172200" y="152400"/>
              <a:chExt cx="2057400" cy="1033200"/>
            </a:xfrm>
          </p:grpSpPr>
          <p:sp>
            <p:nvSpPr>
              <p:cNvPr id="212" name="Google Shape;212;p37"/>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13" name="Google Shape;213;p3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14" name="Google Shape;214;p3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including specific examples of good and bad behaviors relevant to different age groups to further illustrate these concepts.</a:t>
              </a:r>
              <a:endParaRPr sz="800">
                <a:latin typeface="Inter" panose="02000503000000020004"/>
                <a:ea typeface="Inter" panose="02000503000000020004"/>
                <a:cs typeface="Inter" panose="02000503000000020004"/>
                <a:sym typeface="Inter" panose="02000503000000020004"/>
              </a:endParaRPr>
            </a:p>
          </p:txBody>
        </p:sp>
        <p:pic>
          <p:nvPicPr>
            <p:cNvPr id="215" name="Google Shape;215;p37"/>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19" name="Shape 219"/>
        <p:cNvGrpSpPr/>
        <p:nvPr/>
      </p:nvGrpSpPr>
      <p:grpSpPr>
        <a:xfrm>
          <a:off x="0" y="0"/>
          <a:ext cx="0" cy="0"/>
          <a:chOff x="0" y="0"/>
          <a:chExt cx="0" cy="0"/>
        </a:xfrm>
      </p:grpSpPr>
      <p:sp>
        <p:nvSpPr>
          <p:cNvPr id="220" name="Google Shape;220;p38" descr="detail_0"/>
          <p:cNvSpPr txBox="1"/>
          <p:nvPr>
            <p:ph type="body" idx="1"/>
          </p:nvPr>
        </p:nvSpPr>
        <p:spPr>
          <a:xfrm>
            <a:off x="4701975" y="441525"/>
            <a:ext cx="4230000" cy="4359000"/>
          </a:xfrm>
          <a:prstGeom prst="rect">
            <a:avLst/>
          </a:prstGeom>
        </p:spPr>
        <p:txBody>
          <a:bodyPr spcFirstLastPara="1" wrap="square" lIns="0" tIns="91425" rIns="0" bIns="91425" anchor="ctr" anchorCtr="0">
            <a:noAutofit/>
          </a:bodyPr>
          <a:lstStyle/>
          <a:p>
            <a:pPr marL="400050" lvl="0" indent="-273050" algn="l" rtl="0">
              <a:spcBef>
                <a:spcPts val="0"/>
              </a:spcBef>
              <a:spcAft>
                <a:spcPts val="0"/>
              </a:spcAft>
              <a:buClr>
                <a:schemeClr val="lt1"/>
              </a:buClr>
              <a:buSzPts val="1600"/>
              <a:buChar char="•"/>
            </a:pPr>
            <a:r>
              <a:rPr lang="en-GB">
                <a:solidFill>
                  <a:schemeClr val="lt1"/>
                </a:solidFill>
              </a:rPr>
              <a:t>Gets frustrated easily.</a:t>
            </a:r>
            <a:endParaRPr>
              <a:solidFill>
                <a:schemeClr val="lt1"/>
              </a:solidFill>
            </a:endParaRPr>
          </a:p>
          <a:p>
            <a:pPr marL="400050" lvl="0" indent="-273050" algn="l" rtl="0">
              <a:spcBef>
                <a:spcPts val="1000"/>
              </a:spcBef>
              <a:spcAft>
                <a:spcPts val="0"/>
              </a:spcAft>
              <a:buClr>
                <a:schemeClr val="lt1"/>
              </a:buClr>
              <a:buSzPts val="1600"/>
              <a:buChar char="•"/>
            </a:pPr>
            <a:r>
              <a:rPr lang="en-GB">
                <a:solidFill>
                  <a:schemeClr val="lt1"/>
                </a:solidFill>
              </a:rPr>
              <a:t>Displays opposition to parent or adult requests.</a:t>
            </a:r>
            <a:endParaRPr>
              <a:solidFill>
                <a:schemeClr val="lt1"/>
              </a:solidFill>
            </a:endParaRPr>
          </a:p>
          <a:p>
            <a:pPr marL="400050" lvl="0" indent="-273050" algn="l" rtl="0">
              <a:spcBef>
                <a:spcPts val="1000"/>
              </a:spcBef>
              <a:spcAft>
                <a:spcPts val="0"/>
              </a:spcAft>
              <a:buClr>
                <a:schemeClr val="lt1"/>
              </a:buClr>
              <a:buSzPts val="1600"/>
              <a:buChar char="•"/>
            </a:pPr>
            <a:r>
              <a:rPr lang="en-GB">
                <a:solidFill>
                  <a:schemeClr val="lt1"/>
                </a:solidFill>
              </a:rPr>
              <a:t>Has frequent tantrums.</a:t>
            </a:r>
            <a:endParaRPr>
              <a:solidFill>
                <a:schemeClr val="lt1"/>
              </a:solidFill>
            </a:endParaRPr>
          </a:p>
          <a:p>
            <a:pPr marL="400050" lvl="0" indent="-273050" algn="l" rtl="0">
              <a:spcBef>
                <a:spcPts val="1000"/>
              </a:spcBef>
              <a:spcAft>
                <a:spcPts val="0"/>
              </a:spcAft>
              <a:buClr>
                <a:schemeClr val="lt1"/>
              </a:buClr>
              <a:buSzPts val="1600"/>
              <a:buChar char="•"/>
            </a:pPr>
            <a:r>
              <a:rPr lang="en-GB">
                <a:solidFill>
                  <a:schemeClr val="lt1"/>
                </a:solidFill>
              </a:rPr>
              <a:t>Has tantrums that last for a long time.</a:t>
            </a:r>
            <a:endParaRPr>
              <a:solidFill>
                <a:schemeClr val="lt1"/>
              </a:solidFill>
            </a:endParaRPr>
          </a:p>
          <a:p>
            <a:pPr marL="400050" lvl="0" indent="-273050" algn="l" rtl="0">
              <a:spcBef>
                <a:spcPts val="1000"/>
              </a:spcBef>
              <a:spcAft>
                <a:spcPts val="1000"/>
              </a:spcAft>
              <a:buClr>
                <a:schemeClr val="lt1"/>
              </a:buClr>
              <a:buSzPts val="1600"/>
              <a:buChar char="•"/>
            </a:pPr>
            <a:r>
              <a:rPr lang="en-GB">
                <a:solidFill>
                  <a:schemeClr val="lt1"/>
                </a:solidFill>
              </a:rPr>
              <a:t>Is difficult to discipline.</a:t>
            </a:r>
            <a:endParaRPr>
              <a:solidFill>
                <a:schemeClr val="lt1"/>
              </a:solidFill>
            </a:endParaRPr>
          </a:p>
        </p:txBody>
      </p:sp>
      <p:sp>
        <p:nvSpPr>
          <p:cNvPr id="221" name="Google Shape;221;p38" descr="title"/>
          <p:cNvSpPr txBox="1"/>
          <p:nvPr>
            <p:ph type="title"/>
          </p:nvPr>
        </p:nvSpPr>
        <p:spPr>
          <a:xfrm>
            <a:off x="232400" y="521275"/>
            <a:ext cx="3416100" cy="4227300"/>
          </a:xfrm>
          <a:prstGeom prst="rect">
            <a:avLst/>
          </a:prstGeom>
        </p:spPr>
        <p:txBody>
          <a:bodyPr spcFirstLastPara="1" wrap="square" lIns="0" tIns="91425" rIns="0" bIns="91425" anchor="ctr" anchorCtr="0">
            <a:noAutofit/>
          </a:bodyPr>
          <a:lstStyle/>
          <a:p>
            <a:pPr marL="0" marR="0" lvl="0" indent="0" algn="l" rtl="0">
              <a:lnSpc>
                <a:spcPct val="75000"/>
              </a:lnSpc>
              <a:spcBef>
                <a:spcPts val="0"/>
              </a:spcBef>
              <a:spcAft>
                <a:spcPts val="0"/>
              </a:spcAft>
              <a:buSzPts val="990"/>
              <a:buNone/>
            </a:pPr>
            <a:r>
              <a:rPr lang="en-GB"/>
              <a:t>Signs of Difficult Behaviour</a:t>
            </a:r>
            <a:endParaRPr lang="en-GB"/>
          </a:p>
        </p:txBody>
      </p:sp>
      <p:sp>
        <p:nvSpPr>
          <p:cNvPr id="222" name="Google Shape;222;p38"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Child Behaviour</a:t>
            </a:r>
            <a:endParaRPr sz="1000">
              <a:solidFill>
                <a:schemeClr val="accent1"/>
              </a:solidFill>
              <a:latin typeface="Manrope Medium"/>
              <a:ea typeface="Manrope Medium"/>
              <a:cs typeface="Manrope Medium"/>
              <a:sym typeface="Manrope Medium"/>
            </a:endParaRPr>
          </a:p>
        </p:txBody>
      </p:sp>
      <p:pic>
        <p:nvPicPr>
          <p:cNvPr id="7" name="Picture 6" descr="pixelcut-export (1)"/>
          <p:cNvPicPr>
            <a:picLocks noChangeAspect="1"/>
          </p:cNvPicPr>
          <p:nvPr/>
        </p:nvPicPr>
        <p:blipFill>
          <a:blip r:embed="rId1"/>
          <a:srcRect t="22967" b="48563"/>
          <a:stretch>
            <a:fillRect/>
          </a:stretch>
        </p:blipFill>
        <p:spPr>
          <a:xfrm>
            <a:off x="0" y="43268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26" name="Shape 226"/>
        <p:cNvGrpSpPr/>
        <p:nvPr/>
      </p:nvGrpSpPr>
      <p:grpSpPr>
        <a:xfrm>
          <a:off x="0" y="0"/>
          <a:ext cx="0" cy="0"/>
          <a:chOff x="0" y="0"/>
          <a:chExt cx="0" cy="0"/>
        </a:xfrm>
      </p:grpSpPr>
      <p:sp>
        <p:nvSpPr>
          <p:cNvPr id="227" name="Google Shape;227;p39" descr="header_0"/>
          <p:cNvSpPr txBox="1"/>
          <p:nvPr>
            <p:ph type="subTitle" idx="4294967295"/>
          </p:nvPr>
        </p:nvSpPr>
        <p:spPr>
          <a:xfrm>
            <a:off x="232397" y="1292000"/>
            <a:ext cx="3779700" cy="861600"/>
          </a:xfrm>
          <a:prstGeom prst="rect">
            <a:avLst/>
          </a:prstGeom>
        </p:spPr>
        <p:txBody>
          <a:bodyPr spcFirstLastPara="1" wrap="square" lIns="0" tIns="91425" rIns="91425" bIns="91425" anchor="b" anchorCtr="0">
            <a:noAutofit/>
          </a:bodyPr>
          <a:lstStyle/>
          <a:p>
            <a:pPr marL="0" lvl="0" indent="0" algn="l" rtl="0">
              <a:lnSpc>
                <a:spcPct val="85000"/>
              </a:lnSpc>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Strategies for Managing Inappropriate Behaviours</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28" name="Google Shape;228;p39" descr="header_1"/>
          <p:cNvSpPr txBox="1"/>
          <p:nvPr>
            <p:ph type="subTitle" idx="4294967295"/>
          </p:nvPr>
        </p:nvSpPr>
        <p:spPr>
          <a:xfrm>
            <a:off x="4577217" y="1292000"/>
            <a:ext cx="3779700" cy="861600"/>
          </a:xfrm>
          <a:prstGeom prst="rect">
            <a:avLst/>
          </a:prstGeom>
        </p:spPr>
        <p:txBody>
          <a:bodyPr spcFirstLastPara="1" wrap="square" lIns="0" tIns="91425" rIns="91425" bIns="91425" anchor="b" anchorCtr="0">
            <a:noAutofit/>
          </a:bodyPr>
          <a:lstStyle/>
          <a:p>
            <a:pPr marL="0" lvl="0" indent="0" algn="l" rtl="0">
              <a:lnSpc>
                <a:spcPct val="85000"/>
              </a:lnSpc>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Importance of Supportive Responses</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29" name="Google Shape;229;p39" descr="detail_0"/>
          <p:cNvSpPr txBox="1"/>
          <p:nvPr>
            <p:ph type="body" idx="1"/>
          </p:nvPr>
        </p:nvSpPr>
        <p:spPr>
          <a:xfrm>
            <a:off x="232397" y="2273975"/>
            <a:ext cx="3779700" cy="2482800"/>
          </a:xfrm>
          <a:prstGeom prst="rect">
            <a:avLst/>
          </a:prstGeom>
        </p:spPr>
        <p:txBody>
          <a:bodyPr spcFirstLastPara="1" wrap="square" lIns="0" tIns="91425" rIns="0" bIns="91425" anchor="t" anchorCtr="0">
            <a:noAutofit/>
          </a:bodyPr>
          <a:lstStyle/>
          <a:p>
            <a:pPr marL="342900" lvl="0" indent="-219075" algn="l" rtl="0">
              <a:spcBef>
                <a:spcPts val="0"/>
              </a:spcBef>
              <a:spcAft>
                <a:spcPts val="0"/>
              </a:spcAft>
              <a:buClr>
                <a:schemeClr val="accent1"/>
              </a:buClr>
              <a:buSzPts val="1200"/>
              <a:buChar char="✷"/>
            </a:pPr>
            <a:r>
              <a:rPr lang="en-GB" sz="1200">
                <a:solidFill>
                  <a:schemeClr val="lt1"/>
                </a:solidFill>
              </a:rPr>
              <a:t>Listen to the child by actively nodding and repeating back their feelings.</a:t>
            </a:r>
            <a:endParaRPr sz="1200">
              <a:solidFill>
                <a:schemeClr val="lt1"/>
              </a:solidFill>
            </a:endParaRPr>
          </a:p>
          <a:p>
            <a:pPr marL="342900" lvl="0" indent="-219075" algn="l" rtl="0">
              <a:spcBef>
                <a:spcPts val="1000"/>
              </a:spcBef>
              <a:spcAft>
                <a:spcPts val="0"/>
              </a:spcAft>
              <a:buClr>
                <a:schemeClr val="accent1"/>
              </a:buClr>
              <a:buSzPts val="1200"/>
              <a:buChar char="✷"/>
            </a:pPr>
            <a:r>
              <a:rPr lang="en-GB" sz="1200">
                <a:solidFill>
                  <a:schemeClr val="lt1"/>
                </a:solidFill>
              </a:rPr>
              <a:t>Don't criticize a child's behavior to avoid embarrassment.</a:t>
            </a:r>
            <a:endParaRPr sz="1200">
              <a:solidFill>
                <a:schemeClr val="lt1"/>
              </a:solidFill>
            </a:endParaRPr>
          </a:p>
          <a:p>
            <a:pPr marL="342900" lvl="0" indent="-219075" algn="l" rtl="0">
              <a:spcBef>
                <a:spcPts val="1000"/>
              </a:spcBef>
              <a:spcAft>
                <a:spcPts val="1000"/>
              </a:spcAft>
              <a:buClr>
                <a:schemeClr val="accent1"/>
              </a:buClr>
              <a:buSzPts val="1200"/>
              <a:buChar char="✷"/>
            </a:pPr>
            <a:r>
              <a:rPr lang="en-GB" sz="1200">
                <a:solidFill>
                  <a:schemeClr val="lt1"/>
                </a:solidFill>
              </a:rPr>
              <a:t>Try not to overreact, as it can escalate the situation.</a:t>
            </a:r>
            <a:endParaRPr sz="1200">
              <a:solidFill>
                <a:schemeClr val="lt1"/>
              </a:solidFill>
            </a:endParaRPr>
          </a:p>
        </p:txBody>
      </p:sp>
      <p:sp>
        <p:nvSpPr>
          <p:cNvPr id="230" name="Google Shape;230;p39" descr="detail_1"/>
          <p:cNvSpPr txBox="1"/>
          <p:nvPr>
            <p:ph type="body" idx="1"/>
          </p:nvPr>
        </p:nvSpPr>
        <p:spPr>
          <a:xfrm>
            <a:off x="4577217" y="2273975"/>
            <a:ext cx="3779700" cy="2482800"/>
          </a:xfrm>
          <a:prstGeom prst="rect">
            <a:avLst/>
          </a:prstGeom>
        </p:spPr>
        <p:txBody>
          <a:bodyPr spcFirstLastPara="1" wrap="square" lIns="0" tIns="91425" rIns="0" bIns="91425" anchor="t" anchorCtr="0">
            <a:noAutofit/>
          </a:bodyPr>
          <a:lstStyle/>
          <a:p>
            <a:pPr marL="342900" lvl="0" indent="-219075" algn="l" rtl="0">
              <a:spcBef>
                <a:spcPts val="0"/>
              </a:spcBef>
              <a:spcAft>
                <a:spcPts val="0"/>
              </a:spcAft>
              <a:buClr>
                <a:schemeClr val="accent1"/>
              </a:buClr>
              <a:buSzPts val="1200"/>
              <a:buChar char="✷"/>
            </a:pPr>
            <a:r>
              <a:rPr lang="en-GB" sz="1200">
                <a:solidFill>
                  <a:schemeClr val="lt1"/>
                </a:solidFill>
              </a:rPr>
              <a:t>Listening helps children feel heard and understood.</a:t>
            </a:r>
            <a:endParaRPr sz="1200">
              <a:solidFill>
                <a:schemeClr val="lt1"/>
              </a:solidFill>
            </a:endParaRPr>
          </a:p>
          <a:p>
            <a:pPr marL="342900" lvl="0" indent="-219075" algn="l" rtl="0">
              <a:spcBef>
                <a:spcPts val="1000"/>
              </a:spcBef>
              <a:spcAft>
                <a:spcPts val="0"/>
              </a:spcAft>
              <a:buClr>
                <a:schemeClr val="accent1"/>
              </a:buClr>
              <a:buSzPts val="1200"/>
              <a:buChar char="✷"/>
            </a:pPr>
            <a:r>
              <a:rPr lang="en-GB" sz="1200">
                <a:solidFill>
                  <a:schemeClr val="lt1"/>
                </a:solidFill>
              </a:rPr>
              <a:t>Supportive responses foster trust and openness.</a:t>
            </a:r>
            <a:endParaRPr sz="1200">
              <a:solidFill>
                <a:schemeClr val="lt1"/>
              </a:solidFill>
            </a:endParaRPr>
          </a:p>
          <a:p>
            <a:pPr marL="342900" lvl="0" indent="-219075" algn="l" rtl="0">
              <a:spcBef>
                <a:spcPts val="1000"/>
              </a:spcBef>
              <a:spcAft>
                <a:spcPts val="1000"/>
              </a:spcAft>
              <a:buClr>
                <a:schemeClr val="accent1"/>
              </a:buClr>
              <a:buSzPts val="1200"/>
              <a:buChar char="✷"/>
            </a:pPr>
            <a:r>
              <a:rPr lang="en-GB" sz="1200">
                <a:solidFill>
                  <a:schemeClr val="lt1"/>
                </a:solidFill>
              </a:rPr>
              <a:t>Managing reactions can lead to better behavior outcomes.</a:t>
            </a:r>
            <a:endParaRPr sz="1200">
              <a:solidFill>
                <a:schemeClr val="lt1"/>
              </a:solidFill>
            </a:endParaRPr>
          </a:p>
        </p:txBody>
      </p:sp>
      <p:sp>
        <p:nvSpPr>
          <p:cNvPr id="231" name="Google Shape;231;p39" descr="title"/>
          <p:cNvSpPr txBox="1"/>
          <p:nvPr>
            <p:ph type="title"/>
          </p:nvPr>
        </p:nvSpPr>
        <p:spPr>
          <a:xfrm>
            <a:off x="232400" y="521275"/>
            <a:ext cx="8675700" cy="572700"/>
          </a:xfrm>
          <a:prstGeom prst="rect">
            <a:avLst/>
          </a:prstGeom>
        </p:spPr>
        <p:txBody>
          <a:bodyPr spcFirstLastPara="1" wrap="square" lIns="0" tIns="91425" rIns="0" bIns="91425" anchor="t" anchorCtr="0">
            <a:noAutofit/>
          </a:bodyPr>
          <a:lstStyle/>
          <a:p>
            <a:pPr marL="0" marR="0" lvl="0" indent="0" algn="l" rtl="0">
              <a:lnSpc>
                <a:spcPct val="75000"/>
              </a:lnSpc>
              <a:spcBef>
                <a:spcPts val="0"/>
              </a:spcBef>
              <a:spcAft>
                <a:spcPts val="0"/>
              </a:spcAft>
              <a:buSzPts val="990"/>
              <a:buNone/>
            </a:pPr>
            <a:r>
              <a:rPr lang="en-GB" sz="3000"/>
              <a:t>Handling Inappropriate Behaviours</a:t>
            </a:r>
            <a:endParaRPr sz="3000"/>
          </a:p>
        </p:txBody>
      </p:sp>
      <p:sp>
        <p:nvSpPr>
          <p:cNvPr id="232" name="Google Shape;232;p39"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Child Behaviour</a:t>
            </a:r>
            <a:endParaRPr sz="1000">
              <a:solidFill>
                <a:schemeClr val="accent1"/>
              </a:solidFill>
              <a:latin typeface="Manrope Medium"/>
              <a:ea typeface="Manrope Medium"/>
              <a:cs typeface="Manrope Medium"/>
              <a:sym typeface="Manrope Medium"/>
            </a:endParaRPr>
          </a:p>
        </p:txBody>
      </p:sp>
      <p:grpSp>
        <p:nvGrpSpPr>
          <p:cNvPr id="233" name="Google Shape;233;p39"/>
          <p:cNvGrpSpPr/>
          <p:nvPr/>
        </p:nvGrpSpPr>
        <p:grpSpPr>
          <a:xfrm>
            <a:off x="6922025" y="155925"/>
            <a:ext cx="2057400" cy="1033200"/>
            <a:chOff x="6922975" y="1548525"/>
            <a:chExt cx="2057400" cy="1033200"/>
          </a:xfrm>
        </p:grpSpPr>
        <p:grpSp>
          <p:nvGrpSpPr>
            <p:cNvPr id="234" name="Google Shape;234;p39"/>
            <p:cNvGrpSpPr/>
            <p:nvPr/>
          </p:nvGrpSpPr>
          <p:grpSpPr>
            <a:xfrm>
              <a:off x="6922975" y="1548525"/>
              <a:ext cx="2057400" cy="1033200"/>
              <a:chOff x="6172200" y="152400"/>
              <a:chExt cx="2057400" cy="1033200"/>
            </a:xfrm>
          </p:grpSpPr>
          <p:sp>
            <p:nvSpPr>
              <p:cNvPr id="235" name="Google Shape;235;p39"/>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36" name="Google Shape;236;p3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37" name="Google Shape;237;p3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or scenarios to illustrate these strategies effectively.</a:t>
              </a:r>
              <a:endParaRPr sz="800">
                <a:latin typeface="Inter" panose="02000503000000020004"/>
                <a:ea typeface="Inter" panose="02000503000000020004"/>
                <a:cs typeface="Inter" panose="02000503000000020004"/>
                <a:sym typeface="Inter" panose="02000503000000020004"/>
              </a:endParaRPr>
            </a:p>
          </p:txBody>
        </p:sp>
        <p:pic>
          <p:nvPicPr>
            <p:cNvPr id="238" name="Google Shape;238;p39"/>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42" name="Shape 242"/>
        <p:cNvGrpSpPr/>
        <p:nvPr/>
      </p:nvGrpSpPr>
      <p:grpSpPr>
        <a:xfrm>
          <a:off x="0" y="0"/>
          <a:ext cx="0" cy="0"/>
          <a:chOff x="0" y="0"/>
          <a:chExt cx="0" cy="0"/>
        </a:xfrm>
      </p:grpSpPr>
      <p:cxnSp>
        <p:nvCxnSpPr>
          <p:cNvPr id="243" name="Google Shape;243;p40"/>
          <p:cNvCxnSpPr/>
          <p:nvPr/>
        </p:nvCxnSpPr>
        <p:spPr>
          <a:xfrm>
            <a:off x="224250" y="1485700"/>
            <a:ext cx="8695500" cy="0"/>
          </a:xfrm>
          <a:prstGeom prst="straightConnector1">
            <a:avLst/>
          </a:prstGeom>
          <a:noFill/>
          <a:ln w="9525" cap="flat" cmpd="sng">
            <a:solidFill>
              <a:schemeClr val="accent1"/>
            </a:solidFill>
            <a:prstDash val="solid"/>
            <a:round/>
            <a:headEnd type="none" w="med" len="med"/>
            <a:tailEnd type="none" w="med" len="med"/>
          </a:ln>
        </p:spPr>
      </p:cxnSp>
      <p:sp>
        <p:nvSpPr>
          <p:cNvPr id="244" name="Google Shape;244;p40" descr="header_0"/>
          <p:cNvSpPr txBox="1"/>
          <p:nvPr/>
        </p:nvSpPr>
        <p:spPr>
          <a:xfrm>
            <a:off x="235450" y="1539025"/>
            <a:ext cx="2047800" cy="506700"/>
          </a:xfrm>
          <a:prstGeom prst="rect">
            <a:avLst/>
          </a:prstGeom>
          <a:noFill/>
          <a:ln>
            <a:noFill/>
          </a:ln>
        </p:spPr>
        <p:txBody>
          <a:bodyPr spcFirstLastPara="1" wrap="square" lIns="0" tIns="0" rIns="91425" bIns="0" anchor="b" anchorCtr="0">
            <a:noAutofit/>
          </a:bodyPr>
          <a:lstStyle/>
          <a:p>
            <a:pPr marL="0" lvl="0" indent="0" algn="l" rtl="0">
              <a:lnSpc>
                <a:spcPct val="75000"/>
              </a:lnSpc>
              <a:spcBef>
                <a:spcPts val="0"/>
              </a:spcBef>
              <a:spcAft>
                <a:spcPts val="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Newborn (0-3 months)</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45" name="Google Shape;245;p40" descr="header_1"/>
          <p:cNvSpPr txBox="1"/>
          <p:nvPr/>
        </p:nvSpPr>
        <p:spPr>
          <a:xfrm>
            <a:off x="2444828" y="1539025"/>
            <a:ext cx="2047800" cy="506700"/>
          </a:xfrm>
          <a:prstGeom prst="rect">
            <a:avLst/>
          </a:prstGeom>
          <a:noFill/>
          <a:ln>
            <a:noFill/>
          </a:ln>
        </p:spPr>
        <p:txBody>
          <a:bodyPr spcFirstLastPara="1" wrap="square" lIns="0" tIns="0" rIns="91425" bIns="0" anchor="b" anchorCtr="0">
            <a:noAutofit/>
          </a:bodyPr>
          <a:lstStyle/>
          <a:p>
            <a:pPr marL="0" lvl="0" indent="0" algn="l" rtl="0">
              <a:lnSpc>
                <a:spcPct val="75000"/>
              </a:lnSpc>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Infant (3-12 months)</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46" name="Google Shape;246;p40" descr="header_2"/>
          <p:cNvSpPr txBox="1"/>
          <p:nvPr/>
        </p:nvSpPr>
        <p:spPr>
          <a:xfrm>
            <a:off x="4654205" y="1539025"/>
            <a:ext cx="2047800" cy="506700"/>
          </a:xfrm>
          <a:prstGeom prst="rect">
            <a:avLst/>
          </a:prstGeom>
          <a:noFill/>
          <a:ln>
            <a:noFill/>
          </a:ln>
        </p:spPr>
        <p:txBody>
          <a:bodyPr spcFirstLastPara="1" wrap="square" lIns="0" tIns="0" rIns="91425" bIns="0" anchor="b" anchorCtr="0">
            <a:noAutofit/>
          </a:bodyPr>
          <a:lstStyle/>
          <a:p>
            <a:pPr marL="0" lvl="0" indent="0" algn="l" rtl="0">
              <a:lnSpc>
                <a:spcPct val="75000"/>
              </a:lnSpc>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Toddler (1-3 years)</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47" name="Google Shape;247;p40" descr="header_3"/>
          <p:cNvSpPr txBox="1"/>
          <p:nvPr/>
        </p:nvSpPr>
        <p:spPr>
          <a:xfrm>
            <a:off x="6863600" y="1539025"/>
            <a:ext cx="2047800" cy="506700"/>
          </a:xfrm>
          <a:prstGeom prst="rect">
            <a:avLst/>
          </a:prstGeom>
          <a:noFill/>
          <a:ln>
            <a:noFill/>
          </a:ln>
        </p:spPr>
        <p:txBody>
          <a:bodyPr spcFirstLastPara="1" wrap="square" lIns="0" tIns="0" rIns="91425" bIns="0" anchor="b" anchorCtr="0">
            <a:noAutofit/>
          </a:bodyPr>
          <a:lstStyle/>
          <a:p>
            <a:pPr marL="0" lvl="0" indent="0" algn="l" rtl="0">
              <a:lnSpc>
                <a:spcPct val="75000"/>
              </a:lnSpc>
              <a:spcBef>
                <a:spcPts val="0"/>
              </a:spcBef>
              <a:spcAft>
                <a:spcPts val="800"/>
              </a:spcAft>
              <a:buNone/>
            </a:pPr>
            <a:r>
              <a:rPr lang="en-GB">
                <a:solidFill>
                  <a:schemeClr val="lt1"/>
                </a:solidFill>
                <a:latin typeface="Bebas Neue" panose="020B0606020202050201"/>
                <a:ea typeface="Bebas Neue" panose="020B0606020202050201"/>
                <a:cs typeface="Bebas Neue" panose="020B0606020202050201"/>
                <a:sym typeface="Bebas Neue" panose="020B0606020202050201"/>
              </a:rPr>
              <a:t>Preschool Age (3-4 years)</a:t>
            </a:r>
            <a:endParaRPr>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248" name="Google Shape;248;p40" descr="detail_0"/>
          <p:cNvSpPr txBox="1"/>
          <p:nvPr/>
        </p:nvSpPr>
        <p:spPr>
          <a:xfrm>
            <a:off x="232400" y="2173575"/>
            <a:ext cx="20478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2000"/>
              </a:spcAft>
              <a:buNone/>
            </a:pPr>
            <a:r>
              <a:rPr lang="en-GB" sz="1100">
                <a:solidFill>
                  <a:schemeClr val="lt1"/>
                </a:solidFill>
                <a:latin typeface="Manrope"/>
                <a:ea typeface="Manrope"/>
                <a:cs typeface="Manrope"/>
                <a:sym typeface="Manrope"/>
              </a:rPr>
              <a:t>Rapid growth and basic reflexes develop. Newborns communicate through crying and cooing, recognizing caregivers.</a:t>
            </a:r>
            <a:endParaRPr sz="1100">
              <a:solidFill>
                <a:schemeClr val="lt1"/>
              </a:solidFill>
              <a:latin typeface="Manrope"/>
              <a:ea typeface="Manrope"/>
              <a:cs typeface="Manrope"/>
              <a:sym typeface="Manrope"/>
            </a:endParaRPr>
          </a:p>
        </p:txBody>
      </p:sp>
      <p:sp>
        <p:nvSpPr>
          <p:cNvPr id="249" name="Google Shape;249;p40" descr="detail_1"/>
          <p:cNvSpPr txBox="1"/>
          <p:nvPr/>
        </p:nvSpPr>
        <p:spPr>
          <a:xfrm>
            <a:off x="2441774" y="2173575"/>
            <a:ext cx="20478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800"/>
              </a:spcAft>
              <a:buNone/>
            </a:pPr>
            <a:r>
              <a:rPr lang="en-GB" sz="900">
                <a:solidFill>
                  <a:schemeClr val="lt1"/>
                </a:solidFill>
                <a:latin typeface="Manrope"/>
                <a:ea typeface="Manrope"/>
                <a:cs typeface="Manrope"/>
                <a:sym typeface="Manrope"/>
              </a:rPr>
              <a:t>Infants gain control over movements, exploring their surroundings. They sit, crawl, and begin to walk, engaging with caregivers through smiles and babbles.</a:t>
            </a:r>
            <a:endParaRPr sz="900">
              <a:solidFill>
                <a:schemeClr val="lt1"/>
              </a:solidFill>
              <a:latin typeface="Manrope"/>
              <a:ea typeface="Manrope"/>
              <a:cs typeface="Manrope"/>
              <a:sym typeface="Manrope"/>
            </a:endParaRPr>
          </a:p>
        </p:txBody>
      </p:sp>
      <p:sp>
        <p:nvSpPr>
          <p:cNvPr id="250" name="Google Shape;250;p40" descr="detail_2"/>
          <p:cNvSpPr txBox="1"/>
          <p:nvPr/>
        </p:nvSpPr>
        <p:spPr>
          <a:xfrm>
            <a:off x="4651148" y="2173575"/>
            <a:ext cx="20478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800"/>
              </a:spcAft>
              <a:buNone/>
            </a:pPr>
            <a:r>
              <a:rPr lang="en-GB" sz="900">
                <a:solidFill>
                  <a:schemeClr val="lt1"/>
                </a:solidFill>
                <a:latin typeface="Manrope"/>
                <a:ea typeface="Manrope"/>
                <a:cs typeface="Manrope"/>
                <a:sym typeface="Manrope"/>
              </a:rPr>
              <a:t>Language develops significantly, and toddlers assert independence. They engage in parallel play and start to understand sharing and taking turns.</a:t>
            </a:r>
            <a:endParaRPr sz="900">
              <a:solidFill>
                <a:schemeClr val="lt1"/>
              </a:solidFill>
              <a:latin typeface="Manrope"/>
              <a:ea typeface="Manrope"/>
              <a:cs typeface="Manrope"/>
              <a:sym typeface="Manrope"/>
            </a:endParaRPr>
          </a:p>
        </p:txBody>
      </p:sp>
      <p:sp>
        <p:nvSpPr>
          <p:cNvPr id="251" name="Google Shape;251;p40" descr="detail_3"/>
          <p:cNvSpPr txBox="1"/>
          <p:nvPr/>
        </p:nvSpPr>
        <p:spPr>
          <a:xfrm>
            <a:off x="6860540" y="2173575"/>
            <a:ext cx="2047800" cy="11328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800"/>
              </a:spcAft>
              <a:buNone/>
            </a:pPr>
            <a:r>
              <a:rPr lang="en-GB" sz="900">
                <a:solidFill>
                  <a:schemeClr val="lt1"/>
                </a:solidFill>
                <a:latin typeface="Manrope"/>
                <a:ea typeface="Manrope"/>
                <a:cs typeface="Manrope"/>
                <a:sym typeface="Manrope"/>
              </a:rPr>
              <a:t>Children enhance social skills, form friendships, and engage in imaginative play. They recognize letters and numbers and understand basic rules.</a:t>
            </a:r>
            <a:endParaRPr sz="900">
              <a:solidFill>
                <a:schemeClr val="lt1"/>
              </a:solidFill>
              <a:latin typeface="Manrope"/>
              <a:ea typeface="Manrope"/>
              <a:cs typeface="Manrope"/>
              <a:sym typeface="Manrope"/>
            </a:endParaRPr>
          </a:p>
        </p:txBody>
      </p:sp>
      <p:sp>
        <p:nvSpPr>
          <p:cNvPr id="252" name="Google Shape;252;p40" descr="deliverable_0"/>
          <p:cNvSpPr txBox="1"/>
          <p:nvPr/>
        </p:nvSpPr>
        <p:spPr>
          <a:xfrm>
            <a:off x="232400" y="3434150"/>
            <a:ext cx="2047800" cy="13107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lt2"/>
                </a:solidFill>
                <a:latin typeface="Manrope"/>
                <a:ea typeface="Manrope"/>
                <a:cs typeface="Manrope"/>
                <a:sym typeface="Manrope"/>
              </a:rPr>
              <a:t>Physical growth chart</a:t>
            </a:r>
            <a:endParaRPr sz="1000">
              <a:solidFill>
                <a:schemeClr val="lt2"/>
              </a:solidFill>
              <a:latin typeface="Manrope"/>
              <a:ea typeface="Manrope"/>
              <a:cs typeface="Manrope"/>
              <a:sym typeface="Manrope"/>
            </a:endParaRPr>
          </a:p>
          <a:p>
            <a:pPr marL="0" lvl="0" indent="0" algn="l" rtl="0">
              <a:spcBef>
                <a:spcPts val="0"/>
              </a:spcBef>
              <a:spcAft>
                <a:spcPts val="0"/>
              </a:spcAft>
              <a:buNone/>
            </a:pPr>
            <a:r>
              <a:rPr lang="en-GB" sz="1000">
                <a:solidFill>
                  <a:schemeClr val="lt2"/>
                </a:solidFill>
                <a:latin typeface="Manrope"/>
                <a:ea typeface="Manrope"/>
                <a:cs typeface="Manrope"/>
                <a:sym typeface="Manrope"/>
              </a:rPr>
              <a:t>Reflex development checklist</a:t>
            </a:r>
            <a:endParaRPr sz="1000">
              <a:solidFill>
                <a:schemeClr val="lt2"/>
              </a:solidFill>
              <a:latin typeface="Manrope"/>
              <a:ea typeface="Manrope"/>
              <a:cs typeface="Manrope"/>
              <a:sym typeface="Manrope"/>
            </a:endParaRPr>
          </a:p>
        </p:txBody>
      </p:sp>
      <p:sp>
        <p:nvSpPr>
          <p:cNvPr id="253" name="Google Shape;253;p40" descr="deliverable_1"/>
          <p:cNvSpPr txBox="1"/>
          <p:nvPr/>
        </p:nvSpPr>
        <p:spPr>
          <a:xfrm>
            <a:off x="2441777" y="3434150"/>
            <a:ext cx="2047800" cy="13107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lt2"/>
                </a:solidFill>
                <a:latin typeface="Manrope"/>
                <a:ea typeface="Manrope"/>
                <a:cs typeface="Manrope"/>
                <a:sym typeface="Manrope"/>
              </a:rPr>
              <a:t>Motor skills assessment</a:t>
            </a:r>
            <a:endParaRPr sz="1000">
              <a:solidFill>
                <a:schemeClr val="lt2"/>
              </a:solidFill>
              <a:latin typeface="Manrope"/>
              <a:ea typeface="Manrope"/>
              <a:cs typeface="Manrope"/>
              <a:sym typeface="Manrope"/>
            </a:endParaRPr>
          </a:p>
          <a:p>
            <a:pPr marL="0" lvl="0" indent="0" algn="l" rtl="0">
              <a:spcBef>
                <a:spcPts val="0"/>
              </a:spcBef>
              <a:spcAft>
                <a:spcPts val="0"/>
              </a:spcAft>
              <a:buNone/>
            </a:pPr>
            <a:r>
              <a:rPr lang="en-GB" sz="1000">
                <a:solidFill>
                  <a:schemeClr val="lt2"/>
                </a:solidFill>
                <a:latin typeface="Manrope"/>
                <a:ea typeface="Manrope"/>
                <a:cs typeface="Manrope"/>
                <a:sym typeface="Manrope"/>
              </a:rPr>
              <a:t>Social engagement observation</a:t>
            </a:r>
            <a:endParaRPr sz="1000">
              <a:solidFill>
                <a:schemeClr val="lt2"/>
              </a:solidFill>
              <a:latin typeface="Manrope"/>
              <a:ea typeface="Manrope"/>
              <a:cs typeface="Manrope"/>
              <a:sym typeface="Manrope"/>
            </a:endParaRPr>
          </a:p>
        </p:txBody>
      </p:sp>
      <p:sp>
        <p:nvSpPr>
          <p:cNvPr id="254" name="Google Shape;254;p40" descr="deliverable_2"/>
          <p:cNvSpPr txBox="1"/>
          <p:nvPr/>
        </p:nvSpPr>
        <p:spPr>
          <a:xfrm>
            <a:off x="4651155" y="3434150"/>
            <a:ext cx="2047800" cy="13107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lt2"/>
                </a:solidFill>
                <a:latin typeface="Manrope"/>
                <a:ea typeface="Manrope"/>
                <a:cs typeface="Manrope"/>
                <a:sym typeface="Manrope"/>
              </a:rPr>
              <a:t>Language development report</a:t>
            </a:r>
            <a:endParaRPr sz="1000">
              <a:solidFill>
                <a:schemeClr val="lt2"/>
              </a:solidFill>
              <a:latin typeface="Manrope"/>
              <a:ea typeface="Manrope"/>
              <a:cs typeface="Manrope"/>
              <a:sym typeface="Manrope"/>
            </a:endParaRPr>
          </a:p>
          <a:p>
            <a:pPr marL="0" lvl="0" indent="0" algn="l" rtl="0">
              <a:spcBef>
                <a:spcPts val="0"/>
              </a:spcBef>
              <a:spcAft>
                <a:spcPts val="0"/>
              </a:spcAft>
              <a:buNone/>
            </a:pPr>
            <a:r>
              <a:rPr lang="en-GB" sz="1000">
                <a:solidFill>
                  <a:schemeClr val="lt2"/>
                </a:solidFill>
                <a:latin typeface="Manrope"/>
                <a:ea typeface="Manrope"/>
                <a:cs typeface="Manrope"/>
                <a:sym typeface="Manrope"/>
              </a:rPr>
              <a:t>Play interaction logs</a:t>
            </a:r>
            <a:endParaRPr sz="1000">
              <a:solidFill>
                <a:schemeClr val="lt2"/>
              </a:solidFill>
              <a:latin typeface="Manrope"/>
              <a:ea typeface="Manrope"/>
              <a:cs typeface="Manrope"/>
              <a:sym typeface="Manrope"/>
            </a:endParaRPr>
          </a:p>
        </p:txBody>
      </p:sp>
      <p:sp>
        <p:nvSpPr>
          <p:cNvPr id="255" name="Google Shape;255;p40" descr="deliverable_3"/>
          <p:cNvSpPr txBox="1"/>
          <p:nvPr/>
        </p:nvSpPr>
        <p:spPr>
          <a:xfrm>
            <a:off x="6860549" y="3434150"/>
            <a:ext cx="2047800" cy="13107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lt2"/>
                </a:solidFill>
                <a:latin typeface="Manrope"/>
                <a:ea typeface="Manrope"/>
                <a:cs typeface="Manrope"/>
                <a:sym typeface="Manrope"/>
              </a:rPr>
              <a:t>Social skills evaluation</a:t>
            </a:r>
            <a:endParaRPr sz="1000">
              <a:solidFill>
                <a:schemeClr val="lt2"/>
              </a:solidFill>
              <a:latin typeface="Manrope"/>
              <a:ea typeface="Manrope"/>
              <a:cs typeface="Manrope"/>
              <a:sym typeface="Manrope"/>
            </a:endParaRPr>
          </a:p>
          <a:p>
            <a:pPr marL="0" lvl="0" indent="0" algn="l" rtl="0">
              <a:spcBef>
                <a:spcPts val="0"/>
              </a:spcBef>
              <a:spcAft>
                <a:spcPts val="0"/>
              </a:spcAft>
              <a:buNone/>
            </a:pPr>
            <a:r>
              <a:rPr lang="en-GB" sz="1000">
                <a:solidFill>
                  <a:schemeClr val="lt2"/>
                </a:solidFill>
                <a:latin typeface="Manrope"/>
                <a:ea typeface="Manrope"/>
                <a:cs typeface="Manrope"/>
                <a:sym typeface="Manrope"/>
              </a:rPr>
              <a:t>Imaginative play assessment</a:t>
            </a:r>
            <a:endParaRPr sz="1000">
              <a:solidFill>
                <a:schemeClr val="lt2"/>
              </a:solidFill>
              <a:latin typeface="Manrope"/>
              <a:ea typeface="Manrope"/>
              <a:cs typeface="Manrope"/>
              <a:sym typeface="Manrope"/>
            </a:endParaRPr>
          </a:p>
        </p:txBody>
      </p:sp>
      <p:sp>
        <p:nvSpPr>
          <p:cNvPr id="256" name="Google Shape;256;p40" descr="title"/>
          <p:cNvSpPr txBox="1"/>
          <p:nvPr>
            <p:ph type="title"/>
          </p:nvPr>
        </p:nvSpPr>
        <p:spPr>
          <a:xfrm>
            <a:off x="232400" y="521275"/>
            <a:ext cx="8679000" cy="572700"/>
          </a:xfrm>
          <a:prstGeom prst="rect">
            <a:avLst/>
          </a:prstGeom>
        </p:spPr>
        <p:txBody>
          <a:bodyPr spcFirstLastPara="1" wrap="square" lIns="0" tIns="91425" rIns="0" bIns="91425" anchor="ctr" anchorCtr="0">
            <a:noAutofit/>
          </a:bodyPr>
          <a:lstStyle/>
          <a:p>
            <a:pPr marL="0" marR="0" lvl="0" indent="0" algn="l" rtl="0">
              <a:lnSpc>
                <a:spcPct val="75000"/>
              </a:lnSpc>
              <a:spcBef>
                <a:spcPts val="0"/>
              </a:spcBef>
              <a:spcAft>
                <a:spcPts val="0"/>
              </a:spcAft>
              <a:buSzPts val="990"/>
              <a:buNone/>
            </a:pPr>
            <a:r>
              <a:rPr lang="en-GB" sz="3000"/>
              <a:t>Five Stages of Child Development</a:t>
            </a:r>
            <a:endParaRPr sz="3000"/>
          </a:p>
        </p:txBody>
      </p:sp>
      <p:sp>
        <p:nvSpPr>
          <p:cNvPr id="257" name="Google Shape;257;p40"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Developmental Milestones</a:t>
            </a:r>
            <a:endParaRPr sz="1000">
              <a:solidFill>
                <a:schemeClr val="accent1"/>
              </a:solidFill>
              <a:latin typeface="Manrope Medium"/>
              <a:ea typeface="Manrope Medium"/>
              <a:cs typeface="Manrope Medium"/>
              <a:sym typeface="Manrope Medium"/>
            </a:endParaRPr>
          </a:p>
        </p:txBody>
      </p:sp>
      <p:sp>
        <p:nvSpPr>
          <p:cNvPr id="258" name="Google Shape;258;p40"/>
          <p:cNvSpPr/>
          <p:nvPr/>
        </p:nvSpPr>
        <p:spPr>
          <a:xfrm rot="1148416">
            <a:off x="2391460" y="1379582"/>
            <a:ext cx="200377" cy="212241"/>
          </a:xfrm>
          <a:prstGeom prst="star8">
            <a:avLst>
              <a:gd name="adj" fmla="val 173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grpSp>
        <p:nvGrpSpPr>
          <p:cNvPr id="259" name="Google Shape;259;p40"/>
          <p:cNvGrpSpPr/>
          <p:nvPr/>
        </p:nvGrpSpPr>
        <p:grpSpPr>
          <a:xfrm>
            <a:off x="6922025" y="155925"/>
            <a:ext cx="2057400" cy="1033200"/>
            <a:chOff x="6922975" y="1548525"/>
            <a:chExt cx="2057400" cy="1033200"/>
          </a:xfrm>
        </p:grpSpPr>
        <p:grpSp>
          <p:nvGrpSpPr>
            <p:cNvPr id="260" name="Google Shape;260;p40"/>
            <p:cNvGrpSpPr/>
            <p:nvPr/>
          </p:nvGrpSpPr>
          <p:grpSpPr>
            <a:xfrm>
              <a:off x="6922975" y="1548525"/>
              <a:ext cx="2057400" cy="1033200"/>
              <a:chOff x="6172200" y="152400"/>
              <a:chExt cx="2057400" cy="1033200"/>
            </a:xfrm>
          </p:grpSpPr>
          <p:sp>
            <p:nvSpPr>
              <p:cNvPr id="261" name="Google Shape;261;p40"/>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62" name="Google Shape;262;p4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63" name="Google Shape;263;p4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visuals or examples of activities that correspond to each developmental stage to enhance engagement.</a:t>
              </a:r>
              <a:endParaRPr sz="800">
                <a:latin typeface="Inter" panose="02000503000000020004"/>
                <a:ea typeface="Inter" panose="02000503000000020004"/>
                <a:cs typeface="Inter" panose="02000503000000020004"/>
                <a:sym typeface="Inter" panose="02000503000000020004"/>
              </a:endParaRPr>
            </a:p>
          </p:txBody>
        </p:sp>
        <p:pic>
          <p:nvPicPr>
            <p:cNvPr id="264" name="Google Shape;264;p40"/>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68" name="Shape 268"/>
        <p:cNvGrpSpPr/>
        <p:nvPr/>
      </p:nvGrpSpPr>
      <p:grpSpPr>
        <a:xfrm>
          <a:off x="0" y="0"/>
          <a:ext cx="0" cy="0"/>
          <a:chOff x="0" y="0"/>
          <a:chExt cx="0" cy="0"/>
        </a:xfrm>
      </p:grpSpPr>
      <p:sp>
        <p:nvSpPr>
          <p:cNvPr id="269" name="Google Shape;269;p41" descr="header_0"/>
          <p:cNvSpPr txBox="1"/>
          <p:nvPr>
            <p:ph type="subTitle" idx="4294967295"/>
          </p:nvPr>
        </p:nvSpPr>
        <p:spPr>
          <a:xfrm>
            <a:off x="232426" y="1220500"/>
            <a:ext cx="2847300" cy="1684200"/>
          </a:xfrm>
          <a:prstGeom prst="rect">
            <a:avLst/>
          </a:prstGeom>
        </p:spPr>
        <p:txBody>
          <a:bodyPr spcFirstLastPara="1" wrap="square" lIns="0" tIns="91425" rIns="91425" bIns="91425" anchor="t" anchorCtr="0">
            <a:noAutofit/>
          </a:bodyPr>
          <a:lstStyle/>
          <a:p>
            <a:pPr marL="0" lvl="0" indent="0" algn="l" rtl="0">
              <a:lnSpc>
                <a:spcPct val="85000"/>
              </a:lnSpc>
              <a:spcBef>
                <a:spcPts val="0"/>
              </a:spcBef>
              <a:spcAft>
                <a:spcPts val="800"/>
              </a:spcAft>
              <a:buNone/>
            </a:pPr>
            <a:r>
              <a:rPr lang="en-GB" sz="1800">
                <a:solidFill>
                  <a:schemeClr val="accent1"/>
                </a:solidFill>
                <a:latin typeface="Bebas Neue" panose="020B0606020202050201"/>
                <a:ea typeface="Bebas Neue" panose="020B0606020202050201"/>
                <a:cs typeface="Bebas Neue" panose="020B0606020202050201"/>
                <a:sym typeface="Bebas Neue" panose="020B0606020202050201"/>
              </a:rPr>
              <a:t>Identifying Delays</a:t>
            </a:r>
            <a:endParaRPr sz="1800">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270" name="Google Shape;270;p41" descr="detail_0"/>
          <p:cNvSpPr txBox="1"/>
          <p:nvPr>
            <p:ph type="body" idx="1"/>
          </p:nvPr>
        </p:nvSpPr>
        <p:spPr>
          <a:xfrm>
            <a:off x="3200075" y="1220400"/>
            <a:ext cx="5595300" cy="1684200"/>
          </a:xfrm>
          <a:prstGeom prst="rect">
            <a:avLst/>
          </a:prstGeom>
        </p:spPr>
        <p:txBody>
          <a:bodyPr spcFirstLastPara="1" wrap="square" lIns="0" tIns="91425" rIns="0" bIns="91425" anchor="t" anchorCtr="0">
            <a:noAutofit/>
          </a:bodyPr>
          <a:lstStyle/>
          <a:p>
            <a:pPr marL="342900" lvl="0" indent="-219075" algn="l" rtl="0">
              <a:spcBef>
                <a:spcPts val="0"/>
              </a:spcBef>
              <a:spcAft>
                <a:spcPts val="0"/>
              </a:spcAft>
              <a:buClr>
                <a:schemeClr val="accent1"/>
              </a:buClr>
              <a:buSzPts val="1200"/>
              <a:buChar char="✷"/>
            </a:pPr>
            <a:r>
              <a:rPr lang="en-GB" sz="1200">
                <a:solidFill>
                  <a:schemeClr val="lt1"/>
                </a:solidFill>
              </a:rPr>
              <a:t>Developmental milestones offer important clues about a child’s developmental health.</a:t>
            </a:r>
            <a:endParaRPr sz="1200">
              <a:solidFill>
                <a:schemeClr val="lt1"/>
              </a:solidFill>
            </a:endParaRPr>
          </a:p>
          <a:p>
            <a:pPr marL="342900" lvl="0" indent="-219075" algn="l" rtl="0">
              <a:spcBef>
                <a:spcPts val="1000"/>
              </a:spcBef>
              <a:spcAft>
                <a:spcPts val="0"/>
              </a:spcAft>
              <a:buClr>
                <a:schemeClr val="accent1"/>
              </a:buClr>
              <a:buSzPts val="1200"/>
              <a:buChar char="✷"/>
            </a:pPr>
            <a:r>
              <a:rPr lang="en-GB" sz="1200">
                <a:solidFill>
                  <a:schemeClr val="lt1"/>
                </a:solidFill>
              </a:rPr>
              <a:t>If a child doesn't reach a milestone at the typical age, it could indicate a developmental delay.</a:t>
            </a:r>
            <a:endParaRPr sz="1200">
              <a:solidFill>
                <a:schemeClr val="lt1"/>
              </a:solidFill>
            </a:endParaRPr>
          </a:p>
          <a:p>
            <a:pPr marL="342900" lvl="0" indent="-219075" algn="l" rtl="0">
              <a:spcBef>
                <a:spcPts val="1000"/>
              </a:spcBef>
              <a:spcAft>
                <a:spcPts val="1000"/>
              </a:spcAft>
              <a:buClr>
                <a:schemeClr val="accent1"/>
              </a:buClr>
              <a:buSzPts val="1200"/>
              <a:buChar char="✷"/>
            </a:pPr>
            <a:r>
              <a:rPr lang="en-GB" sz="1200">
                <a:solidFill>
                  <a:schemeClr val="lt1"/>
                </a:solidFill>
              </a:rPr>
              <a:t>Early identification of delays can lead to timely interventions, improving outcomes for the child.</a:t>
            </a:r>
            <a:endParaRPr sz="1200">
              <a:solidFill>
                <a:schemeClr val="lt1"/>
              </a:solidFill>
            </a:endParaRPr>
          </a:p>
        </p:txBody>
      </p:sp>
      <p:sp>
        <p:nvSpPr>
          <p:cNvPr id="271" name="Google Shape;271;p41" descr="header_1"/>
          <p:cNvSpPr txBox="1"/>
          <p:nvPr>
            <p:ph type="subTitle" idx="4294967295"/>
          </p:nvPr>
        </p:nvSpPr>
        <p:spPr>
          <a:xfrm>
            <a:off x="232400" y="3119751"/>
            <a:ext cx="2847300" cy="1684200"/>
          </a:xfrm>
          <a:prstGeom prst="rect">
            <a:avLst/>
          </a:prstGeom>
        </p:spPr>
        <p:txBody>
          <a:bodyPr spcFirstLastPara="1" wrap="square" lIns="0" tIns="91425" rIns="91425" bIns="91425" anchor="t" anchorCtr="0">
            <a:noAutofit/>
          </a:bodyPr>
          <a:lstStyle/>
          <a:p>
            <a:pPr marL="0" lvl="0" indent="0" algn="l" rtl="0">
              <a:lnSpc>
                <a:spcPct val="85000"/>
              </a:lnSpc>
              <a:spcBef>
                <a:spcPts val="0"/>
              </a:spcBef>
              <a:spcAft>
                <a:spcPts val="800"/>
              </a:spcAft>
              <a:buNone/>
            </a:pPr>
            <a:r>
              <a:rPr lang="en-GB" sz="1800">
                <a:solidFill>
                  <a:schemeClr val="accent1"/>
                </a:solidFill>
                <a:latin typeface="Bebas Neue" panose="020B0606020202050201"/>
                <a:ea typeface="Bebas Neue" panose="020B0606020202050201"/>
                <a:cs typeface="Bebas Neue" panose="020B0606020202050201"/>
                <a:sym typeface="Bebas Neue" panose="020B0606020202050201"/>
              </a:rPr>
              <a:t>Building a Foundation for Future Learning</a:t>
            </a:r>
            <a:endParaRPr sz="1800">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272" name="Google Shape;272;p41" descr="detail_1"/>
          <p:cNvSpPr txBox="1"/>
          <p:nvPr>
            <p:ph type="body" idx="1"/>
          </p:nvPr>
        </p:nvSpPr>
        <p:spPr>
          <a:xfrm>
            <a:off x="3200050" y="3119653"/>
            <a:ext cx="5595300" cy="1684200"/>
          </a:xfrm>
          <a:prstGeom prst="rect">
            <a:avLst/>
          </a:prstGeom>
        </p:spPr>
        <p:txBody>
          <a:bodyPr spcFirstLastPara="1" wrap="square" lIns="0" tIns="91425" rIns="0" bIns="91425" anchor="t" anchorCtr="0">
            <a:noAutofit/>
          </a:bodyPr>
          <a:lstStyle/>
          <a:p>
            <a:pPr marL="342900" lvl="0" indent="-219075" algn="l" rtl="0">
              <a:spcBef>
                <a:spcPts val="0"/>
              </a:spcBef>
              <a:spcAft>
                <a:spcPts val="0"/>
              </a:spcAft>
              <a:buClr>
                <a:schemeClr val="accent1"/>
              </a:buClr>
              <a:buSzPts val="1200"/>
              <a:buChar char="✷"/>
            </a:pPr>
            <a:r>
              <a:rPr lang="en-GB" sz="1200">
                <a:solidFill>
                  <a:schemeClr val="lt1"/>
                </a:solidFill>
              </a:rPr>
              <a:t>Milestones help children develop skills that form a strong foundation for future learning.</a:t>
            </a:r>
            <a:endParaRPr sz="1200">
              <a:solidFill>
                <a:schemeClr val="lt1"/>
              </a:solidFill>
            </a:endParaRPr>
          </a:p>
          <a:p>
            <a:pPr marL="342900" lvl="0" indent="-219075" algn="l" rtl="0">
              <a:spcBef>
                <a:spcPts val="1000"/>
              </a:spcBef>
              <a:spcAft>
                <a:spcPts val="0"/>
              </a:spcAft>
              <a:buClr>
                <a:schemeClr val="accent1"/>
              </a:buClr>
              <a:buSzPts val="1200"/>
              <a:buChar char="✷"/>
            </a:pPr>
            <a:r>
              <a:rPr lang="en-GB" sz="1200">
                <a:solidFill>
                  <a:schemeClr val="lt1"/>
                </a:solidFill>
              </a:rPr>
              <a:t>Understanding milestones ensures that children receive appropriate support during critical growth stages.</a:t>
            </a:r>
            <a:endParaRPr sz="1200">
              <a:solidFill>
                <a:schemeClr val="lt1"/>
              </a:solidFill>
            </a:endParaRPr>
          </a:p>
          <a:p>
            <a:pPr marL="342900" lvl="0" indent="-219075" algn="l" rtl="0">
              <a:spcBef>
                <a:spcPts val="1000"/>
              </a:spcBef>
              <a:spcAft>
                <a:spcPts val="1000"/>
              </a:spcAft>
              <a:buClr>
                <a:schemeClr val="accent1"/>
              </a:buClr>
              <a:buSzPts val="1200"/>
              <a:buChar char="✷"/>
            </a:pPr>
            <a:r>
              <a:rPr lang="en-GB" sz="1200">
                <a:solidFill>
                  <a:schemeClr val="lt1"/>
                </a:solidFill>
              </a:rPr>
              <a:t>Tracking milestones can guide parents and educators in fostering each child's unique developmental journey.</a:t>
            </a:r>
            <a:endParaRPr sz="1200">
              <a:solidFill>
                <a:schemeClr val="lt1"/>
              </a:solidFill>
            </a:endParaRPr>
          </a:p>
        </p:txBody>
      </p:sp>
      <p:sp>
        <p:nvSpPr>
          <p:cNvPr id="273" name="Google Shape;273;p41" descr="title"/>
          <p:cNvSpPr txBox="1"/>
          <p:nvPr>
            <p:ph type="title"/>
          </p:nvPr>
        </p:nvSpPr>
        <p:spPr>
          <a:xfrm>
            <a:off x="232400" y="521275"/>
            <a:ext cx="8450400" cy="572700"/>
          </a:xfrm>
          <a:prstGeom prst="rect">
            <a:avLst/>
          </a:prstGeom>
        </p:spPr>
        <p:txBody>
          <a:bodyPr spcFirstLastPara="1" wrap="square" lIns="0" tIns="91425" rIns="0" bIns="91425" anchor="t" anchorCtr="0">
            <a:noAutofit/>
          </a:bodyPr>
          <a:lstStyle/>
          <a:p>
            <a:pPr marL="0" marR="0" lvl="0" indent="0" algn="l" rtl="0">
              <a:lnSpc>
                <a:spcPct val="75000"/>
              </a:lnSpc>
              <a:spcBef>
                <a:spcPts val="0"/>
              </a:spcBef>
              <a:spcAft>
                <a:spcPts val="0"/>
              </a:spcAft>
              <a:buSzPts val="990"/>
              <a:buNone/>
            </a:pPr>
            <a:r>
              <a:rPr lang="en-GB" sz="2700"/>
              <a:t>Importance of Developmental Milestones</a:t>
            </a:r>
            <a:endParaRPr sz="2700"/>
          </a:p>
        </p:txBody>
      </p:sp>
      <p:sp>
        <p:nvSpPr>
          <p:cNvPr id="274" name="Google Shape;274;p41"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Development</a:t>
            </a:r>
            <a:endParaRPr sz="1000">
              <a:solidFill>
                <a:schemeClr val="accent1"/>
              </a:solidFill>
              <a:latin typeface="Manrope Medium"/>
              <a:ea typeface="Manrope Medium"/>
              <a:cs typeface="Manrope Medium"/>
              <a:sym typeface="Manrope Medium"/>
            </a:endParaRPr>
          </a:p>
        </p:txBody>
      </p:sp>
      <p:grpSp>
        <p:nvGrpSpPr>
          <p:cNvPr id="275" name="Google Shape;275;p41"/>
          <p:cNvGrpSpPr/>
          <p:nvPr/>
        </p:nvGrpSpPr>
        <p:grpSpPr>
          <a:xfrm>
            <a:off x="6922025" y="155925"/>
            <a:ext cx="2057400" cy="1033200"/>
            <a:chOff x="6922975" y="1548525"/>
            <a:chExt cx="2057400" cy="1033200"/>
          </a:xfrm>
        </p:grpSpPr>
        <p:grpSp>
          <p:nvGrpSpPr>
            <p:cNvPr id="276" name="Google Shape;276;p41"/>
            <p:cNvGrpSpPr/>
            <p:nvPr/>
          </p:nvGrpSpPr>
          <p:grpSpPr>
            <a:xfrm>
              <a:off x="6922975" y="1548525"/>
              <a:ext cx="2057400" cy="1033200"/>
              <a:chOff x="6172200" y="152400"/>
              <a:chExt cx="2057400" cy="1033200"/>
            </a:xfrm>
          </p:grpSpPr>
          <p:sp>
            <p:nvSpPr>
              <p:cNvPr id="277" name="Google Shape;277;p41"/>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78" name="Google Shape;278;p41"/>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79" name="Google Shape;279;p41"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developmental milestones to illustrate their importance.</a:t>
              </a:r>
              <a:endParaRPr sz="800">
                <a:latin typeface="Inter" panose="02000503000000020004"/>
                <a:ea typeface="Inter" panose="02000503000000020004"/>
                <a:cs typeface="Inter" panose="02000503000000020004"/>
                <a:sym typeface="Inter" panose="02000503000000020004"/>
              </a:endParaRPr>
            </a:p>
          </p:txBody>
        </p:sp>
        <p:pic>
          <p:nvPicPr>
            <p:cNvPr id="280" name="Google Shape;280;p41"/>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284" name="Shape 284"/>
        <p:cNvGrpSpPr/>
        <p:nvPr/>
      </p:nvGrpSpPr>
      <p:grpSpPr>
        <a:xfrm>
          <a:off x="0" y="0"/>
          <a:ext cx="0" cy="0"/>
          <a:chOff x="0" y="0"/>
          <a:chExt cx="0" cy="0"/>
        </a:xfrm>
      </p:grpSpPr>
      <p:sp>
        <p:nvSpPr>
          <p:cNvPr id="285" name="Google Shape;285;p42" descr="header_0"/>
          <p:cNvSpPr txBox="1"/>
          <p:nvPr>
            <p:ph type="subTitle" idx="4294967295"/>
          </p:nvPr>
        </p:nvSpPr>
        <p:spPr>
          <a:xfrm>
            <a:off x="232425" y="1241402"/>
            <a:ext cx="27693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Mentorship</a:t>
            </a:r>
            <a:endParaRPr sz="1200" b="1">
              <a:solidFill>
                <a:schemeClr val="lt1"/>
              </a:solidFill>
            </a:endParaRPr>
          </a:p>
        </p:txBody>
      </p:sp>
      <p:sp>
        <p:nvSpPr>
          <p:cNvPr id="286" name="Google Shape;286;p42" descr="detail_0"/>
          <p:cNvSpPr txBox="1"/>
          <p:nvPr>
            <p:ph type="body" idx="1"/>
          </p:nvPr>
        </p:nvSpPr>
        <p:spPr>
          <a:xfrm>
            <a:off x="3200076" y="1241325"/>
            <a:ext cx="57159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Providing mentorship is crucial for trainers as it helps guide children's development by offering support and encouragement tailored to each child's needs.</a:t>
            </a:r>
            <a:endParaRPr sz="1200">
              <a:solidFill>
                <a:schemeClr val="lt1"/>
              </a:solidFill>
            </a:endParaRPr>
          </a:p>
        </p:txBody>
      </p:sp>
      <p:sp>
        <p:nvSpPr>
          <p:cNvPr id="287" name="Google Shape;287;p42" descr="header_1"/>
          <p:cNvSpPr txBox="1"/>
          <p:nvPr>
            <p:ph type="subTitle" idx="4294967295"/>
          </p:nvPr>
        </p:nvSpPr>
        <p:spPr>
          <a:xfrm>
            <a:off x="232400" y="2427805"/>
            <a:ext cx="27693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Inspiring Learning</a:t>
            </a:r>
            <a:endParaRPr sz="1200" b="1">
              <a:solidFill>
                <a:schemeClr val="lt1"/>
              </a:solidFill>
            </a:endParaRPr>
          </a:p>
        </p:txBody>
      </p:sp>
      <p:sp>
        <p:nvSpPr>
          <p:cNvPr id="288" name="Google Shape;288;p42" descr="detail_1"/>
          <p:cNvSpPr txBox="1"/>
          <p:nvPr>
            <p:ph type="body" idx="1"/>
          </p:nvPr>
        </p:nvSpPr>
        <p:spPr>
          <a:xfrm>
            <a:off x="3200050" y="2427729"/>
            <a:ext cx="57159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Trainers play a vital role in inspiring learning by nurturing healthy curiosity in children, encouraging them to explore and ask questions.</a:t>
            </a:r>
            <a:endParaRPr sz="1200">
              <a:solidFill>
                <a:schemeClr val="lt1"/>
              </a:solidFill>
            </a:endParaRPr>
          </a:p>
        </p:txBody>
      </p:sp>
      <p:sp>
        <p:nvSpPr>
          <p:cNvPr id="289" name="Google Shape;289;p42" descr="header_2"/>
          <p:cNvSpPr txBox="1"/>
          <p:nvPr>
            <p:ph type="subTitle" idx="4294967295"/>
          </p:nvPr>
        </p:nvSpPr>
        <p:spPr>
          <a:xfrm>
            <a:off x="232400" y="3614273"/>
            <a:ext cx="2769300" cy="1186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200" b="1">
                <a:solidFill>
                  <a:schemeClr val="lt1"/>
                </a:solidFill>
              </a:rPr>
              <a:t>Creating Meaningful Experiences</a:t>
            </a:r>
            <a:endParaRPr sz="1200" b="1">
              <a:solidFill>
                <a:schemeClr val="lt1"/>
              </a:solidFill>
            </a:endParaRPr>
          </a:p>
        </p:txBody>
      </p:sp>
      <p:sp>
        <p:nvSpPr>
          <p:cNvPr id="290" name="Google Shape;290;p42" descr="detail_2"/>
          <p:cNvSpPr txBox="1"/>
          <p:nvPr>
            <p:ph type="body" idx="1"/>
          </p:nvPr>
        </p:nvSpPr>
        <p:spPr>
          <a:xfrm>
            <a:off x="3200050" y="3614198"/>
            <a:ext cx="5715900" cy="11862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Creating meaningful learning experiences involves leveraging technology and mediating interactions to connect children with their learning environment.</a:t>
            </a:r>
            <a:endParaRPr sz="1200">
              <a:solidFill>
                <a:schemeClr val="lt1"/>
              </a:solidFill>
            </a:endParaRPr>
          </a:p>
        </p:txBody>
      </p:sp>
      <p:sp>
        <p:nvSpPr>
          <p:cNvPr id="291" name="Google Shape;291;p42" descr="title"/>
          <p:cNvSpPr txBox="1"/>
          <p:nvPr>
            <p:ph type="title"/>
          </p:nvPr>
        </p:nvSpPr>
        <p:spPr>
          <a:xfrm>
            <a:off x="232500" y="521275"/>
            <a:ext cx="8683500" cy="572700"/>
          </a:xfrm>
          <a:prstGeom prst="rect">
            <a:avLst/>
          </a:prstGeom>
        </p:spPr>
        <p:txBody>
          <a:bodyPr spcFirstLastPara="1" wrap="square" lIns="0" tIns="91425" rIns="0" bIns="91425" anchor="t" anchorCtr="0">
            <a:noAutofit/>
          </a:bodyPr>
          <a:lstStyle/>
          <a:p>
            <a:pPr marL="0" marR="0" lvl="0" indent="0" algn="l" rtl="0">
              <a:lnSpc>
                <a:spcPct val="75000"/>
              </a:lnSpc>
              <a:spcBef>
                <a:spcPts val="0"/>
              </a:spcBef>
              <a:spcAft>
                <a:spcPts val="0"/>
              </a:spcAft>
              <a:buSzPts val="990"/>
              <a:buNone/>
            </a:pPr>
            <a:r>
              <a:rPr lang="en-GB" sz="3000"/>
              <a:t>Role of Trainers in Development</a:t>
            </a:r>
            <a:endParaRPr sz="3000"/>
          </a:p>
        </p:txBody>
      </p:sp>
      <p:sp>
        <p:nvSpPr>
          <p:cNvPr id="292" name="Google Shape;292;p42"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Development</a:t>
            </a:r>
            <a:endParaRPr sz="1000">
              <a:solidFill>
                <a:schemeClr val="accent1"/>
              </a:solidFill>
              <a:latin typeface="Manrope Medium"/>
              <a:ea typeface="Manrope Medium"/>
              <a:cs typeface="Manrope Medium"/>
              <a:sym typeface="Manrope Medium"/>
            </a:endParaRPr>
          </a:p>
        </p:txBody>
      </p:sp>
      <p:grpSp>
        <p:nvGrpSpPr>
          <p:cNvPr id="293" name="Google Shape;293;p42"/>
          <p:cNvGrpSpPr/>
          <p:nvPr/>
        </p:nvGrpSpPr>
        <p:grpSpPr>
          <a:xfrm>
            <a:off x="6922025" y="155925"/>
            <a:ext cx="2057400" cy="1033200"/>
            <a:chOff x="6922975" y="1548525"/>
            <a:chExt cx="2057400" cy="1033200"/>
          </a:xfrm>
        </p:grpSpPr>
        <p:grpSp>
          <p:nvGrpSpPr>
            <p:cNvPr id="294" name="Google Shape;294;p42"/>
            <p:cNvGrpSpPr/>
            <p:nvPr/>
          </p:nvGrpSpPr>
          <p:grpSpPr>
            <a:xfrm>
              <a:off x="6922975" y="1548525"/>
              <a:ext cx="2057400" cy="1033200"/>
              <a:chOff x="6172200" y="152400"/>
              <a:chExt cx="2057400" cy="1033200"/>
            </a:xfrm>
          </p:grpSpPr>
          <p:sp>
            <p:nvSpPr>
              <p:cNvPr id="295" name="Google Shape;295;p42"/>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296" name="Google Shape;296;p42"/>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297" name="Google Shape;297;p42"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of mentorship techniques or types of meaningful experiences that trainers can create.</a:t>
              </a:r>
              <a:endParaRPr sz="800">
                <a:latin typeface="Inter" panose="02000503000000020004"/>
                <a:ea typeface="Inter" panose="02000503000000020004"/>
                <a:cs typeface="Inter" panose="02000503000000020004"/>
                <a:sym typeface="Inter" panose="02000503000000020004"/>
              </a:endParaRPr>
            </a:p>
          </p:txBody>
        </p:sp>
        <p:pic>
          <p:nvPicPr>
            <p:cNvPr id="298" name="Google Shape;298;p42"/>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02" name="Shape 302"/>
        <p:cNvGrpSpPr/>
        <p:nvPr/>
      </p:nvGrpSpPr>
      <p:grpSpPr>
        <a:xfrm>
          <a:off x="0" y="0"/>
          <a:ext cx="0" cy="0"/>
          <a:chOff x="0" y="0"/>
          <a:chExt cx="0" cy="0"/>
        </a:xfrm>
      </p:grpSpPr>
      <p:sp>
        <p:nvSpPr>
          <p:cNvPr id="303" name="Google Shape;303;p43" descr="header_0"/>
          <p:cNvSpPr txBox="1"/>
          <p:nvPr>
            <p:ph type="subTitle" idx="4294967295"/>
          </p:nvPr>
        </p:nvSpPr>
        <p:spPr>
          <a:xfrm>
            <a:off x="3413425" y="1093975"/>
            <a:ext cx="1773600" cy="27651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Effective Connection Strategies</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304" name="Google Shape;304;p43" descr="detail_0"/>
          <p:cNvSpPr txBox="1"/>
          <p:nvPr>
            <p:ph type="body" idx="1"/>
          </p:nvPr>
        </p:nvSpPr>
        <p:spPr>
          <a:xfrm>
            <a:off x="5270425" y="1093975"/>
            <a:ext cx="3633600" cy="3628800"/>
          </a:xfrm>
          <a:prstGeom prst="rect">
            <a:avLst/>
          </a:prstGeom>
        </p:spPr>
        <p:txBody>
          <a:bodyPr spcFirstLastPara="1" wrap="square" lIns="0" tIns="91425" rIns="0" bIns="91425" anchor="t" anchorCtr="0">
            <a:noAutofit/>
          </a:bodyPr>
          <a:lstStyle/>
          <a:p>
            <a:pPr marL="342900" lvl="0" indent="-212725" algn="l" rtl="0">
              <a:spcBef>
                <a:spcPts val="0"/>
              </a:spcBef>
              <a:spcAft>
                <a:spcPts val="0"/>
              </a:spcAft>
              <a:buClr>
                <a:schemeClr val="accent1"/>
              </a:buClr>
              <a:buSzPts val="1100"/>
              <a:buChar char="✷"/>
            </a:pPr>
            <a:r>
              <a:rPr lang="en-GB" sz="1100">
                <a:solidFill>
                  <a:schemeClr val="lt1"/>
                </a:solidFill>
              </a:rPr>
              <a:t>Acknowledge children's efforts by praising their accomplishments, no matter how small, to build their self-esteem and confidence.</a:t>
            </a:r>
            <a:endParaRPr sz="1100">
              <a:solidFill>
                <a:schemeClr val="lt1"/>
              </a:solidFill>
            </a:endParaRPr>
          </a:p>
          <a:p>
            <a:pPr marL="342900" lvl="0" indent="-212725" algn="l" rtl="0">
              <a:spcBef>
                <a:spcPts val="1000"/>
              </a:spcBef>
              <a:spcAft>
                <a:spcPts val="0"/>
              </a:spcAft>
              <a:buClr>
                <a:schemeClr val="accent1"/>
              </a:buClr>
              <a:buSzPts val="1100"/>
              <a:buChar char="✷"/>
            </a:pPr>
            <a:r>
              <a:rPr lang="en-GB" sz="1100">
                <a:solidFill>
                  <a:schemeClr val="lt1"/>
                </a:solidFill>
              </a:rPr>
              <a:t>Engage in children's play by joining them in their activities, which helps to foster trust and strengthen the bond between caregiver and child.</a:t>
            </a:r>
            <a:endParaRPr sz="1100">
              <a:solidFill>
                <a:schemeClr val="lt1"/>
              </a:solidFill>
            </a:endParaRPr>
          </a:p>
          <a:p>
            <a:pPr marL="342900" lvl="0" indent="-212725" algn="l" rtl="0">
              <a:spcBef>
                <a:spcPts val="1000"/>
              </a:spcBef>
              <a:spcAft>
                <a:spcPts val="0"/>
              </a:spcAft>
              <a:buClr>
                <a:schemeClr val="accent1"/>
              </a:buClr>
              <a:buSzPts val="1100"/>
              <a:buChar char="✷"/>
            </a:pPr>
            <a:r>
              <a:rPr lang="en-GB" sz="1100">
                <a:solidFill>
                  <a:schemeClr val="lt1"/>
                </a:solidFill>
              </a:rPr>
              <a:t>Use calm communication by maintaining a soothing tone and body language, which creates a safe environment for children to express themselves.</a:t>
            </a:r>
            <a:endParaRPr sz="1100">
              <a:solidFill>
                <a:schemeClr val="lt1"/>
              </a:solidFill>
            </a:endParaRPr>
          </a:p>
          <a:p>
            <a:pPr marL="342900" lvl="0" indent="-212725" algn="l" rtl="0">
              <a:spcBef>
                <a:spcPts val="1000"/>
              </a:spcBef>
              <a:spcAft>
                <a:spcPts val="1000"/>
              </a:spcAft>
              <a:buClr>
                <a:schemeClr val="accent1"/>
              </a:buClr>
              <a:buSzPts val="1100"/>
              <a:buChar char="✷"/>
            </a:pPr>
            <a:r>
              <a:rPr lang="en-GB" sz="1100">
                <a:solidFill>
                  <a:schemeClr val="lt1"/>
                </a:solidFill>
              </a:rPr>
              <a:t>Make eye contact and actively listen to children, ensuring they feel heard and valued, which is crucial for social and emotional development.</a:t>
            </a:r>
            <a:endParaRPr sz="1100">
              <a:solidFill>
                <a:schemeClr val="lt1"/>
              </a:solidFill>
            </a:endParaRPr>
          </a:p>
        </p:txBody>
      </p:sp>
      <p:pic>
        <p:nvPicPr>
          <p:cNvPr id="305" name="Google Shape;305;p43"/>
          <p:cNvPicPr preferRelativeResize="0"/>
          <p:nvPr/>
        </p:nvPicPr>
        <p:blipFill rotWithShape="1">
          <a:blip r:embed="rId1"/>
          <a:srcRect l="7655" r="7655"/>
          <a:stretch>
            <a:fillRect/>
          </a:stretch>
        </p:blipFill>
        <p:spPr>
          <a:xfrm>
            <a:off x="240030" y="1094105"/>
            <a:ext cx="3073400" cy="3126105"/>
          </a:xfrm>
          <a:prstGeom prst="rect">
            <a:avLst/>
          </a:prstGeom>
          <a:noFill/>
          <a:ln>
            <a:noFill/>
          </a:ln>
        </p:spPr>
      </p:pic>
      <p:sp>
        <p:nvSpPr>
          <p:cNvPr id="306" name="Google Shape;306;p43" descr="title"/>
          <p:cNvSpPr txBox="1"/>
          <p:nvPr>
            <p:ph type="title"/>
          </p:nvPr>
        </p:nvSpPr>
        <p:spPr>
          <a:xfrm>
            <a:off x="232400" y="521275"/>
            <a:ext cx="4230000" cy="572700"/>
          </a:xfrm>
          <a:prstGeom prst="rect">
            <a:avLst/>
          </a:prstGeom>
        </p:spPr>
        <p:txBody>
          <a:bodyPr spcFirstLastPara="1" wrap="square" lIns="0" tIns="91425" rIns="0" bIns="91425" anchor="t" anchorCtr="0">
            <a:noAutofit/>
          </a:bodyPr>
          <a:lstStyle/>
          <a:p>
            <a:pPr marL="0" marR="0" lvl="0" indent="0" algn="l" rtl="0">
              <a:lnSpc>
                <a:spcPct val="75000"/>
              </a:lnSpc>
              <a:spcBef>
                <a:spcPts val="0"/>
              </a:spcBef>
              <a:spcAft>
                <a:spcPts val="0"/>
              </a:spcAft>
              <a:buSzPts val="990"/>
              <a:buNone/>
            </a:pPr>
            <a:r>
              <a:rPr lang="en-GB" sz="3000"/>
              <a:t>Connecting with a Child</a:t>
            </a:r>
            <a:endParaRPr sz="3000"/>
          </a:p>
        </p:txBody>
      </p:sp>
      <p:sp>
        <p:nvSpPr>
          <p:cNvPr id="307" name="Google Shape;307;p43"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Child Psychology</a:t>
            </a:r>
            <a:endParaRPr sz="1000">
              <a:solidFill>
                <a:schemeClr val="accent1"/>
              </a:solidFill>
              <a:latin typeface="Manrope Medium"/>
              <a:ea typeface="Manrope Medium"/>
              <a:cs typeface="Manrope Medium"/>
              <a:sym typeface="Manrope Medium"/>
            </a:endParaRPr>
          </a:p>
        </p:txBody>
      </p:sp>
      <p:grpSp>
        <p:nvGrpSpPr>
          <p:cNvPr id="308" name="Google Shape;308;p43"/>
          <p:cNvGrpSpPr/>
          <p:nvPr/>
        </p:nvGrpSpPr>
        <p:grpSpPr>
          <a:xfrm>
            <a:off x="6959550" y="3984675"/>
            <a:ext cx="2057400" cy="1033200"/>
            <a:chOff x="6922975" y="1548525"/>
            <a:chExt cx="2057400" cy="1033200"/>
          </a:xfrm>
        </p:grpSpPr>
        <p:grpSp>
          <p:nvGrpSpPr>
            <p:cNvPr id="309" name="Google Shape;309;p43"/>
            <p:cNvGrpSpPr/>
            <p:nvPr/>
          </p:nvGrpSpPr>
          <p:grpSpPr>
            <a:xfrm>
              <a:off x="6922975" y="1548525"/>
              <a:ext cx="2057400" cy="1033200"/>
              <a:chOff x="6172200" y="152400"/>
              <a:chExt cx="2057400" cy="1033200"/>
            </a:xfrm>
          </p:grpSpPr>
          <p:sp>
            <p:nvSpPr>
              <p:cNvPr id="310" name="Google Shape;310;p43"/>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11" name="Google Shape;311;p43"/>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12" name="Google Shape;312;p43"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700">
                  <a:latin typeface="Inter" panose="02000503000000020004"/>
                  <a:ea typeface="Inter" panose="02000503000000020004"/>
                  <a:cs typeface="Inter" panose="02000503000000020004"/>
                  <a:sym typeface="Inter" panose="02000503000000020004"/>
                </a:rPr>
                <a:t>Consider incorporating specific examples of activities or phrases you use to connect with children in your own context. This could enhance relatability and applicability.</a:t>
              </a:r>
              <a:endParaRPr sz="700">
                <a:latin typeface="Inter" panose="02000503000000020004"/>
                <a:ea typeface="Inter" panose="02000503000000020004"/>
                <a:cs typeface="Inter" panose="02000503000000020004"/>
                <a:sym typeface="Inter" panose="02000503000000020004"/>
              </a:endParaRPr>
            </a:p>
          </p:txBody>
        </p:sp>
        <p:pic>
          <p:nvPicPr>
            <p:cNvPr id="313" name="Google Shape;313;p43"/>
            <p:cNvPicPr preferRelativeResize="0"/>
            <p:nvPr/>
          </p:nvPicPr>
          <p:blipFill>
            <a:blip r:embed="rId2"/>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3"/>
          <a:srcRect t="22967" b="48563"/>
          <a:stretch>
            <a:fillRect/>
          </a:stretch>
        </p:blipFill>
        <p:spPr>
          <a:xfrm>
            <a:off x="0" y="4326890"/>
            <a:ext cx="2733040" cy="778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17" name="Shape 317"/>
        <p:cNvGrpSpPr/>
        <p:nvPr/>
      </p:nvGrpSpPr>
      <p:grpSpPr>
        <a:xfrm>
          <a:off x="0" y="0"/>
          <a:ext cx="0" cy="0"/>
          <a:chOff x="0" y="0"/>
          <a:chExt cx="0" cy="0"/>
        </a:xfrm>
      </p:grpSpPr>
      <p:sp>
        <p:nvSpPr>
          <p:cNvPr id="318" name="Google Shape;318;p44" descr="header_0"/>
          <p:cNvSpPr txBox="1"/>
          <p:nvPr>
            <p:ph type="subTitle" idx="4294967295"/>
          </p:nvPr>
        </p:nvSpPr>
        <p:spPr>
          <a:xfrm>
            <a:off x="232400" y="1394300"/>
            <a:ext cx="2544300" cy="697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Active Listening Skills</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319" name="Google Shape;319;p44" descr="header_1"/>
          <p:cNvSpPr txBox="1"/>
          <p:nvPr>
            <p:ph type="subTitle" idx="4294967295"/>
          </p:nvPr>
        </p:nvSpPr>
        <p:spPr>
          <a:xfrm>
            <a:off x="3189330" y="1394300"/>
            <a:ext cx="2544300" cy="697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Patience</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320" name="Google Shape;320;p44" descr="header_2"/>
          <p:cNvSpPr txBox="1"/>
          <p:nvPr>
            <p:ph type="subTitle" idx="4294967295"/>
          </p:nvPr>
        </p:nvSpPr>
        <p:spPr>
          <a:xfrm>
            <a:off x="6146242" y="1394300"/>
            <a:ext cx="2544300" cy="697200"/>
          </a:xfrm>
          <a:prstGeom prst="rect">
            <a:avLst/>
          </a:prstGeom>
        </p:spPr>
        <p:txBody>
          <a:bodyPr spcFirstLastPara="1" wrap="square" lIns="0" tIns="91425" rIns="91425" bIns="91425" anchor="t" anchorCtr="0">
            <a:noAutofit/>
          </a:bodyPr>
          <a:lstStyle/>
          <a:p>
            <a:pPr marL="0" lvl="0" indent="0" algn="l" rtl="0">
              <a:spcBef>
                <a:spcPts val="0"/>
              </a:spcBef>
              <a:spcAft>
                <a:spcPts val="800"/>
              </a:spcAft>
              <a:buNone/>
            </a:pPr>
            <a:r>
              <a:rPr lang="en-GB" sz="1800">
                <a:solidFill>
                  <a:schemeClr val="lt1"/>
                </a:solidFill>
                <a:latin typeface="Bebas Neue" panose="020B0606020202050201"/>
                <a:ea typeface="Bebas Neue" panose="020B0606020202050201"/>
                <a:cs typeface="Bebas Neue" panose="020B0606020202050201"/>
                <a:sym typeface="Bebas Neue" panose="020B0606020202050201"/>
              </a:rPr>
              <a:t>Use of Humor</a:t>
            </a:r>
            <a:endParaRPr sz="1800">
              <a:solidFill>
                <a:schemeClr val="lt1"/>
              </a:solidFill>
              <a:latin typeface="Bebas Neue" panose="020B0606020202050201"/>
              <a:ea typeface="Bebas Neue" panose="020B0606020202050201"/>
              <a:cs typeface="Bebas Neue" panose="020B0606020202050201"/>
              <a:sym typeface="Bebas Neue" panose="020B0606020202050201"/>
            </a:endParaRPr>
          </a:p>
        </p:txBody>
      </p:sp>
      <p:sp>
        <p:nvSpPr>
          <p:cNvPr id="321" name="Google Shape;321;p44" descr="detail_0"/>
          <p:cNvSpPr txBox="1"/>
          <p:nvPr>
            <p:ph type="body" idx="1"/>
          </p:nvPr>
        </p:nvSpPr>
        <p:spPr>
          <a:xfrm>
            <a:off x="232400" y="2443900"/>
            <a:ext cx="2544300" cy="235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Active listening focuses on being attentive to what the other person has to say. It involves nodding and repeating back what you think the other person is feeling, which helps them feel heard.</a:t>
            </a:r>
            <a:endParaRPr sz="1200">
              <a:solidFill>
                <a:schemeClr val="lt1"/>
              </a:solidFill>
            </a:endParaRPr>
          </a:p>
        </p:txBody>
      </p:sp>
      <p:sp>
        <p:nvSpPr>
          <p:cNvPr id="322" name="Google Shape;322;p44" descr="detail_1"/>
          <p:cNvSpPr txBox="1"/>
          <p:nvPr>
            <p:ph type="body" idx="1"/>
          </p:nvPr>
        </p:nvSpPr>
        <p:spPr>
          <a:xfrm>
            <a:off x="3189324" y="2443900"/>
            <a:ext cx="2544300" cy="235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It's important to keep in mind that the problem may not be solved right away, even if the solution seems obvious. Patience is crucial in resolving conflicts.</a:t>
            </a:r>
            <a:endParaRPr sz="1200">
              <a:solidFill>
                <a:schemeClr val="lt1"/>
              </a:solidFill>
            </a:endParaRPr>
          </a:p>
        </p:txBody>
      </p:sp>
      <p:sp>
        <p:nvSpPr>
          <p:cNvPr id="323" name="Google Shape;323;p44" descr="detail_2"/>
          <p:cNvSpPr txBox="1"/>
          <p:nvPr>
            <p:ph type="body" idx="1"/>
          </p:nvPr>
        </p:nvSpPr>
        <p:spPr>
          <a:xfrm>
            <a:off x="6146223" y="2443900"/>
            <a:ext cx="2544300" cy="2356800"/>
          </a:xfrm>
          <a:prstGeom prst="rect">
            <a:avLst/>
          </a:prstGeom>
        </p:spPr>
        <p:txBody>
          <a:bodyPr spcFirstLastPara="1" wrap="square" lIns="0" tIns="91425" rIns="0" bIns="91425" anchor="t" anchorCtr="0">
            <a:noAutofit/>
          </a:bodyPr>
          <a:lstStyle/>
          <a:p>
            <a:pPr marL="0" lvl="0" indent="0" algn="l" rtl="0">
              <a:lnSpc>
                <a:spcPct val="115000"/>
              </a:lnSpc>
              <a:spcBef>
                <a:spcPts val="0"/>
              </a:spcBef>
              <a:spcAft>
                <a:spcPts val="1000"/>
              </a:spcAft>
              <a:buNone/>
            </a:pPr>
            <a:r>
              <a:rPr lang="en-GB" sz="1200">
                <a:solidFill>
                  <a:schemeClr val="lt1"/>
                </a:solidFill>
              </a:rPr>
              <a:t>Try using humor while trying to resolve conflicts if you know the situation is not severe. Humor can lighten up the mood and resolve tension.</a:t>
            </a:r>
            <a:endParaRPr sz="1200">
              <a:solidFill>
                <a:schemeClr val="lt1"/>
              </a:solidFill>
            </a:endParaRPr>
          </a:p>
        </p:txBody>
      </p:sp>
      <p:sp>
        <p:nvSpPr>
          <p:cNvPr id="324" name="Google Shape;324;p44" descr="title"/>
          <p:cNvSpPr txBox="1"/>
          <p:nvPr>
            <p:ph type="title"/>
          </p:nvPr>
        </p:nvSpPr>
        <p:spPr>
          <a:xfrm>
            <a:off x="232400" y="521275"/>
            <a:ext cx="8675700" cy="572700"/>
          </a:xfrm>
          <a:prstGeom prst="rect">
            <a:avLst/>
          </a:prstGeom>
        </p:spPr>
        <p:txBody>
          <a:bodyPr spcFirstLastPara="1" wrap="square" lIns="0" tIns="91425" rIns="0" bIns="91425" anchor="t" anchorCtr="0">
            <a:noAutofit/>
          </a:bodyPr>
          <a:lstStyle/>
          <a:p>
            <a:pPr marL="0" marR="0" lvl="0" indent="0" algn="l" rtl="0">
              <a:lnSpc>
                <a:spcPct val="75000"/>
              </a:lnSpc>
              <a:spcBef>
                <a:spcPts val="0"/>
              </a:spcBef>
              <a:spcAft>
                <a:spcPts val="0"/>
              </a:spcAft>
              <a:buSzPts val="990"/>
              <a:buNone/>
            </a:pPr>
            <a:r>
              <a:rPr lang="en-GB" sz="3000"/>
              <a:t>Conflict Resolution Skills</a:t>
            </a:r>
            <a:endParaRPr sz="3000"/>
          </a:p>
        </p:txBody>
      </p:sp>
      <p:sp>
        <p:nvSpPr>
          <p:cNvPr id="325" name="Google Shape;325;p44" descr="chapter"/>
          <p:cNvSpPr txBox="1"/>
          <p:nvPr/>
        </p:nvSpPr>
        <p:spPr>
          <a:xfrm>
            <a:off x="232400" y="155925"/>
            <a:ext cx="4230000" cy="241200"/>
          </a:xfrm>
          <a:prstGeom prst="rect">
            <a:avLst/>
          </a:prstGeom>
          <a:noFill/>
          <a:ln>
            <a:noFill/>
          </a:ln>
        </p:spPr>
        <p:txBody>
          <a:bodyPr spcFirstLastPara="1" wrap="square" lIns="0" tIns="91425" rIns="91425" bIns="91425" anchor="t" anchorCtr="0">
            <a:noAutofit/>
          </a:bodyPr>
          <a:lstStyle/>
          <a:p>
            <a:pPr marL="0" lvl="0" indent="0" algn="l" rtl="0">
              <a:spcBef>
                <a:spcPts val="0"/>
              </a:spcBef>
              <a:spcAft>
                <a:spcPts val="0"/>
              </a:spcAft>
              <a:buNone/>
            </a:pPr>
            <a:r>
              <a:rPr lang="en-GB" sz="1000">
                <a:solidFill>
                  <a:schemeClr val="accent1"/>
                </a:solidFill>
                <a:latin typeface="Manrope Medium"/>
                <a:ea typeface="Manrope Medium"/>
                <a:cs typeface="Manrope Medium"/>
                <a:sym typeface="Manrope Medium"/>
              </a:rPr>
              <a:t>Conflict Resolution</a:t>
            </a:r>
            <a:endParaRPr sz="1000">
              <a:solidFill>
                <a:schemeClr val="accent1"/>
              </a:solidFill>
              <a:latin typeface="Manrope Medium"/>
              <a:ea typeface="Manrope Medium"/>
              <a:cs typeface="Manrope Medium"/>
              <a:sym typeface="Manrope Medium"/>
            </a:endParaRPr>
          </a:p>
        </p:txBody>
      </p:sp>
      <p:sp>
        <p:nvSpPr>
          <p:cNvPr id="326" name="Google Shape;326;p44"/>
          <p:cNvSpPr/>
          <p:nvPr/>
        </p:nvSpPr>
        <p:spPr>
          <a:xfrm rot="500247">
            <a:off x="247332" y="2155990"/>
            <a:ext cx="211030" cy="223418"/>
          </a:xfrm>
          <a:prstGeom prst="star8">
            <a:avLst>
              <a:gd name="adj" fmla="val 173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sp>
        <p:nvSpPr>
          <p:cNvPr id="327" name="Google Shape;327;p44"/>
          <p:cNvSpPr/>
          <p:nvPr/>
        </p:nvSpPr>
        <p:spPr>
          <a:xfrm rot="500247">
            <a:off x="3204257" y="2155990"/>
            <a:ext cx="211030" cy="223418"/>
          </a:xfrm>
          <a:prstGeom prst="star8">
            <a:avLst>
              <a:gd name="adj" fmla="val 173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sp>
        <p:nvSpPr>
          <p:cNvPr id="328" name="Google Shape;328;p44"/>
          <p:cNvSpPr/>
          <p:nvPr/>
        </p:nvSpPr>
        <p:spPr>
          <a:xfrm rot="500247">
            <a:off x="6161182" y="2155990"/>
            <a:ext cx="211030" cy="223418"/>
          </a:xfrm>
          <a:prstGeom prst="star8">
            <a:avLst>
              <a:gd name="adj" fmla="val 1737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anrope"/>
              <a:ea typeface="Manrope"/>
              <a:cs typeface="Manrope"/>
              <a:sym typeface="Manrope"/>
            </a:endParaRPr>
          </a:p>
        </p:txBody>
      </p:sp>
      <p:grpSp>
        <p:nvGrpSpPr>
          <p:cNvPr id="329" name="Google Shape;329;p44"/>
          <p:cNvGrpSpPr/>
          <p:nvPr/>
        </p:nvGrpSpPr>
        <p:grpSpPr>
          <a:xfrm>
            <a:off x="6922025" y="155925"/>
            <a:ext cx="2057400" cy="1033200"/>
            <a:chOff x="6922975" y="1548525"/>
            <a:chExt cx="2057400" cy="1033200"/>
          </a:xfrm>
        </p:grpSpPr>
        <p:grpSp>
          <p:nvGrpSpPr>
            <p:cNvPr id="330" name="Google Shape;330;p44"/>
            <p:cNvGrpSpPr/>
            <p:nvPr/>
          </p:nvGrpSpPr>
          <p:grpSpPr>
            <a:xfrm>
              <a:off x="6922975" y="1548525"/>
              <a:ext cx="2057400" cy="1033200"/>
              <a:chOff x="6172200" y="152400"/>
              <a:chExt cx="2057400" cy="1033200"/>
            </a:xfrm>
          </p:grpSpPr>
          <p:sp>
            <p:nvSpPr>
              <p:cNvPr id="331" name="Google Shape;331;p44"/>
              <p:cNvSpPr/>
              <p:nvPr/>
            </p:nvSpPr>
            <p:spPr>
              <a:xfrm>
                <a:off x="6172200" y="152400"/>
                <a:ext cx="2057400" cy="1033200"/>
              </a:xfrm>
              <a:prstGeom prst="roundRect">
                <a:avLst>
                  <a:gd name="adj" fmla="val 8292"/>
                </a:avLst>
              </a:prstGeom>
              <a:solidFill>
                <a:srgbClr val="FFFEAC"/>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32" name="Google Shape;332;p4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33" name="Google Shape;333;p4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each skill in practice to enhance understanding.</a:t>
              </a:r>
              <a:endParaRPr sz="800">
                <a:latin typeface="Inter" panose="02000503000000020004"/>
                <a:ea typeface="Inter" panose="02000503000000020004"/>
                <a:cs typeface="Inter" panose="02000503000000020004"/>
                <a:sym typeface="Inter" panose="02000503000000020004"/>
              </a:endParaRPr>
            </a:p>
          </p:txBody>
        </p:sp>
        <p:pic>
          <p:nvPicPr>
            <p:cNvPr id="334" name="Google Shape;334;p44"/>
            <p:cNvPicPr preferRelativeResize="0"/>
            <p:nvPr/>
          </p:nvPicPr>
          <p:blipFill>
            <a:blip r:embed="rId1"/>
            <a:stretch>
              <a:fillRect/>
            </a:stretch>
          </p:blipFill>
          <p:spPr>
            <a:xfrm>
              <a:off x="7016628" y="1652466"/>
              <a:ext cx="164591" cy="164591"/>
            </a:xfrm>
            <a:prstGeom prst="rect">
              <a:avLst/>
            </a:prstGeom>
            <a:noFill/>
            <a:ln>
              <a:noFill/>
            </a:ln>
          </p:spPr>
        </p:pic>
      </p:grpSp>
      <p:pic>
        <p:nvPicPr>
          <p:cNvPr id="7" name="Picture 6" descr="pixelcut-export (1)"/>
          <p:cNvPicPr>
            <a:picLocks noChangeAspect="1"/>
          </p:cNvPicPr>
          <p:nvPr/>
        </p:nvPicPr>
        <p:blipFill>
          <a:blip r:embed="rId2"/>
          <a:srcRect t="22967" b="48563"/>
          <a:stretch>
            <a:fillRect/>
          </a:stretch>
        </p:blipFill>
        <p:spPr>
          <a:xfrm>
            <a:off x="0" y="4326890"/>
            <a:ext cx="2733040" cy="7785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tx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tx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digo">
  <a:themeElements>
    <a:clrScheme name="Custom">
      <a:dk1>
        <a:srgbClr val="F6F4EE"/>
      </a:dk1>
      <a:lt1>
        <a:srgbClr val="3D3C3C"/>
      </a:lt1>
      <a:dk2>
        <a:srgbClr val="3D3C3C"/>
      </a:dk2>
      <a:lt2>
        <a:srgbClr val="959494"/>
      </a:lt2>
      <a:accent1>
        <a:srgbClr val="0C6DD5"/>
      </a:accent1>
      <a:accent2>
        <a:srgbClr val="5180B5"/>
      </a:accent2>
      <a:accent3>
        <a:srgbClr val="81B0E1"/>
      </a:accent3>
      <a:accent4>
        <a:srgbClr val="406E8E"/>
      </a:accent4>
      <a:accent5>
        <a:srgbClr val="7DA4B3"/>
      </a:accent5>
      <a:accent6>
        <a:srgbClr val="F4F5F6"/>
      </a:accent6>
      <a:hlink>
        <a:srgbClr val="453B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9239</Words>
  <Application>WPS Writer</Application>
  <PresentationFormat/>
  <Paragraphs>244</Paragraphs>
  <Slides>15</Slides>
  <Notes>0</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15</vt:i4>
      </vt:variant>
    </vt:vector>
  </HeadingPairs>
  <TitlesOfParts>
    <vt:vector size="37" baseType="lpstr">
      <vt:lpstr>Arial</vt:lpstr>
      <vt:lpstr>SimSun</vt:lpstr>
      <vt:lpstr>Wingdings</vt:lpstr>
      <vt:lpstr>Arial</vt:lpstr>
      <vt:lpstr>Bebas Neue</vt:lpstr>
      <vt:lpstr>Manrope</vt:lpstr>
      <vt:lpstr>Inter Medium</vt:lpstr>
      <vt:lpstr>Inter</vt:lpstr>
      <vt:lpstr>Manrope Medium</vt:lpstr>
      <vt:lpstr>Microsoft YaHei</vt:lpstr>
      <vt:lpstr>汉仪旗黑</vt:lpstr>
      <vt:lpstr>Arial Unicode MS</vt:lpstr>
      <vt:lpstr>Libre Franklin Medium</vt:lpstr>
      <vt:lpstr>Thonburi</vt:lpstr>
      <vt:lpstr>Hanken Grotesk</vt:lpstr>
      <vt:lpstr>Heiti SC Medium</vt:lpstr>
      <vt:lpstr>Calibri</vt:lpstr>
      <vt:lpstr>Helvetica Neue</vt:lpstr>
      <vt:lpstr>Outfit</vt:lpstr>
      <vt:lpstr>苹方-简</vt:lpstr>
      <vt:lpstr>Simple Light</vt:lpstr>
      <vt:lpstr>Indigo</vt:lpstr>
      <vt:lpstr>Early Childhood Education</vt:lpstr>
      <vt:lpstr>PowerPoint 演示文稿</vt:lpstr>
      <vt:lpstr>PowerPoint 演示文稿</vt:lpstr>
      <vt:lpstr>Introduction to Early Childhood Education</vt:lpstr>
      <vt:lpstr>Benefits of Early Childhood Education</vt:lpstr>
      <vt:lpstr>Preparing for School</vt:lpstr>
      <vt:lpstr>Understanding Child Behaviour</vt:lpstr>
      <vt:lpstr>Signs of Difficult Behaviour</vt:lpstr>
      <vt:lpstr>Handling Inappropriate Behaviours</vt:lpstr>
      <vt:lpstr>Five Stages of Child Development</vt:lpstr>
      <vt:lpstr>Importance of Developmental Milestones</vt:lpstr>
      <vt:lpstr>Role of Trainers in Development</vt:lpstr>
      <vt:lpstr>Connecting with a Child</vt:lpstr>
      <vt:lpstr>Conflict Resolution Skills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Childhood Education</dc:title>
  <dc:creator/>
  <cp:lastModifiedBy>apple</cp:lastModifiedBy>
  <cp:revision>1</cp:revision>
  <dcterms:created xsi:type="dcterms:W3CDTF">2024-11-04T04:47:03Z</dcterms:created>
  <dcterms:modified xsi:type="dcterms:W3CDTF">2024-11-04T04:47:03Z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60BC663BAC7D72EFC6512867F6523823_43</vt:lpwstr>
  </property>
  <property fmtid="{D5CDD505-2E9C-101B-9397-08002B2CF9AE}" pid="3" name="KSOProductBuildVer">
    <vt:lpwstr>1033-6.10.1.8203</vt:lpwstr>
  </property>
</Properties>
</file>