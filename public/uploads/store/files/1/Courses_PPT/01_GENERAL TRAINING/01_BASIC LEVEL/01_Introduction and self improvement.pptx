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Bodoni Moda"/>
      <p:regular r:id="rId23"/>
      <p:bold r:id="rId24"/>
      <p:italic r:id="rId25"/>
      <p:boldItalic r:id="rId26"/>
    </p:embeddedFont>
    <p:embeddedFont>
      <p:font typeface="Hanken Grotesk"/>
      <p:regular r:id="rId27"/>
      <p:bold r:id="rId28"/>
      <p:italic r:id="rId29"/>
      <p:boldItalic r:id="rId30"/>
    </p:embeddedFont>
    <p:embeddedFont>
      <p:font typeface="Inter"/>
      <p:regular r:id="rId31"/>
      <p:bold r:id="rId32"/>
      <p:italic r:id="rId33"/>
      <p:boldItalic r:id="rId34"/>
    </p:embeddedFont>
    <p:embeddedFont>
      <p:font typeface="Noto Sans"/>
      <p:regular r:id="rId35"/>
      <p:bold r:id="rId36"/>
      <p:italic r:id="rId37"/>
      <p:boldItalic r:id="rId38"/>
    </p:embeddedFont>
    <p:embeddedFont>
      <p:font typeface="Outfit"/>
      <p:regular r:id="rId39"/>
      <p:bold r:id="rId40"/>
    </p:embeddedFont>
    <p:embeddedFont>
      <p:font typeface="Bodoni Moda ExtraBold"/>
      <p:bold r:id="rId41"/>
      <p:boldItalic r:id="rId42"/>
    </p:embeddedFont>
    <p:embeddedFont>
      <p:font typeface="Libre Franklin Medium"/>
      <p:regular r:id="rId43"/>
      <p:bold r:id="rId44"/>
      <p:italic r:id="rId45"/>
      <p:boldItalic r:id="rId46"/>
    </p:embeddedFont>
    <p:embeddedFont>
      <p:font typeface="Inter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1" roundtripDataSignature="AMtx7mgZ+T1uqR0ecfBBInSVzDtWIuSd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utfit-bold.fntdata"/><Relationship Id="rId42" Type="http://schemas.openxmlformats.org/officeDocument/2006/relationships/font" Target="fonts/BodoniModaExtraBold-boldItalic.fntdata"/><Relationship Id="rId41" Type="http://schemas.openxmlformats.org/officeDocument/2006/relationships/font" Target="fonts/BodoniModaExtraBold-bold.fntdata"/><Relationship Id="rId44" Type="http://schemas.openxmlformats.org/officeDocument/2006/relationships/font" Target="fonts/LibreFranklinMedium-bold.fntdata"/><Relationship Id="rId43" Type="http://schemas.openxmlformats.org/officeDocument/2006/relationships/font" Target="fonts/LibreFranklinMedium-regular.fntdata"/><Relationship Id="rId46" Type="http://schemas.openxmlformats.org/officeDocument/2006/relationships/font" Target="fonts/LibreFranklinMedium-boldItalic.fntdata"/><Relationship Id="rId45" Type="http://schemas.openxmlformats.org/officeDocument/2006/relationships/font" Target="fonts/LibreFranklinMedium-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nterMedium-bold.fntdata"/><Relationship Id="rId47" Type="http://schemas.openxmlformats.org/officeDocument/2006/relationships/font" Target="fonts/InterMedium-regular.fntdata"/><Relationship Id="rId49" Type="http://schemas.openxmlformats.org/officeDocument/2006/relationships/font" Target="fonts/Inter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regular.fntdata"/><Relationship Id="rId30" Type="http://schemas.openxmlformats.org/officeDocument/2006/relationships/font" Target="fonts/HankenGrotesk-boldItalic.fntdata"/><Relationship Id="rId33" Type="http://schemas.openxmlformats.org/officeDocument/2006/relationships/font" Target="fonts/Inter-italic.fntdata"/><Relationship Id="rId32" Type="http://schemas.openxmlformats.org/officeDocument/2006/relationships/font" Target="fonts/Inter-bold.fntdata"/><Relationship Id="rId35" Type="http://schemas.openxmlformats.org/officeDocument/2006/relationships/font" Target="fonts/NotoSans-regular.fntdata"/><Relationship Id="rId34" Type="http://schemas.openxmlformats.org/officeDocument/2006/relationships/font" Target="fonts/Inter-boldItalic.fntdata"/><Relationship Id="rId37" Type="http://schemas.openxmlformats.org/officeDocument/2006/relationships/font" Target="fonts/NotoSans-italic.fntdata"/><Relationship Id="rId36" Type="http://schemas.openxmlformats.org/officeDocument/2006/relationships/font" Target="fonts/NotoSans-bold.fntdata"/><Relationship Id="rId39" Type="http://schemas.openxmlformats.org/officeDocument/2006/relationships/font" Target="fonts/Outfit-regular.fntdata"/><Relationship Id="rId38" Type="http://schemas.openxmlformats.org/officeDocument/2006/relationships/font" Target="fonts/Noto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BodoniModa-bold.fntdata"/><Relationship Id="rId23" Type="http://schemas.openxmlformats.org/officeDocument/2006/relationships/font" Target="fonts/BodoniModa-regular.fntdata"/><Relationship Id="rId26" Type="http://schemas.openxmlformats.org/officeDocument/2006/relationships/font" Target="fonts/BodoniModa-boldItalic.fntdata"/><Relationship Id="rId25" Type="http://schemas.openxmlformats.org/officeDocument/2006/relationships/font" Target="fonts/BodoniModa-italic.fntdata"/><Relationship Id="rId28" Type="http://schemas.openxmlformats.org/officeDocument/2006/relationships/font" Target="fonts/HankenGrotesk-bold.fntdata"/><Relationship Id="rId27" Type="http://schemas.openxmlformats.org/officeDocument/2006/relationships/font" Target="fonts/HankenGrotesk-regular.fntdata"/><Relationship Id="rId29" Type="http://schemas.openxmlformats.org/officeDocument/2006/relationships/font" Target="fonts/HankenGrotesk-italic.fntdata"/><Relationship Id="rId51" Type="http://customschemas.google.com/relationships/presentationmetadata" Target="metadata"/><Relationship Id="rId50"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61" name="Google Shape;16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Sans"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18"/>
          <p:cNvSpPr txBox="1"/>
          <p:nvPr>
            <p:ph type="ctrTitle"/>
          </p:nvPr>
        </p:nvSpPr>
        <p:spPr>
          <a:xfrm>
            <a:off x="570225" y="1545450"/>
            <a:ext cx="5601900" cy="20526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Clr>
                <a:schemeClr val="lt1"/>
              </a:buClr>
              <a:buSzPts val="5200"/>
              <a:buNone/>
              <a:defRPr sz="5200">
                <a:solidFill>
                  <a:schemeClr val="lt1"/>
                </a:solidFill>
              </a:defRPr>
            </a:lvl1pPr>
            <a:lvl2pPr lvl="1" algn="l">
              <a:lnSpc>
                <a:spcPct val="75000"/>
              </a:lnSpc>
              <a:spcBef>
                <a:spcPts val="0"/>
              </a:spcBef>
              <a:spcAft>
                <a:spcPts val="0"/>
              </a:spcAft>
              <a:buClr>
                <a:schemeClr val="lt1"/>
              </a:buClr>
              <a:buSzPts val="5200"/>
              <a:buNone/>
              <a:defRPr sz="5200">
                <a:solidFill>
                  <a:schemeClr val="lt1"/>
                </a:solidFill>
              </a:defRPr>
            </a:lvl2pPr>
            <a:lvl3pPr lvl="2" algn="l">
              <a:lnSpc>
                <a:spcPct val="75000"/>
              </a:lnSpc>
              <a:spcBef>
                <a:spcPts val="0"/>
              </a:spcBef>
              <a:spcAft>
                <a:spcPts val="0"/>
              </a:spcAft>
              <a:buClr>
                <a:schemeClr val="lt1"/>
              </a:buClr>
              <a:buSzPts val="5200"/>
              <a:buNone/>
              <a:defRPr sz="5200">
                <a:solidFill>
                  <a:schemeClr val="lt1"/>
                </a:solidFill>
              </a:defRPr>
            </a:lvl3pPr>
            <a:lvl4pPr lvl="3" algn="l">
              <a:lnSpc>
                <a:spcPct val="75000"/>
              </a:lnSpc>
              <a:spcBef>
                <a:spcPts val="0"/>
              </a:spcBef>
              <a:spcAft>
                <a:spcPts val="0"/>
              </a:spcAft>
              <a:buClr>
                <a:schemeClr val="lt1"/>
              </a:buClr>
              <a:buSzPts val="5200"/>
              <a:buNone/>
              <a:defRPr sz="5200">
                <a:solidFill>
                  <a:schemeClr val="lt1"/>
                </a:solidFill>
              </a:defRPr>
            </a:lvl4pPr>
            <a:lvl5pPr lvl="4" algn="l">
              <a:lnSpc>
                <a:spcPct val="75000"/>
              </a:lnSpc>
              <a:spcBef>
                <a:spcPts val="0"/>
              </a:spcBef>
              <a:spcAft>
                <a:spcPts val="0"/>
              </a:spcAft>
              <a:buClr>
                <a:schemeClr val="lt1"/>
              </a:buClr>
              <a:buSzPts val="5200"/>
              <a:buNone/>
              <a:defRPr sz="5200">
                <a:solidFill>
                  <a:schemeClr val="lt1"/>
                </a:solidFill>
              </a:defRPr>
            </a:lvl5pPr>
            <a:lvl6pPr lvl="5" algn="l">
              <a:lnSpc>
                <a:spcPct val="75000"/>
              </a:lnSpc>
              <a:spcBef>
                <a:spcPts val="0"/>
              </a:spcBef>
              <a:spcAft>
                <a:spcPts val="0"/>
              </a:spcAft>
              <a:buClr>
                <a:schemeClr val="lt1"/>
              </a:buClr>
              <a:buSzPts val="5200"/>
              <a:buNone/>
              <a:defRPr sz="5200">
                <a:solidFill>
                  <a:schemeClr val="lt1"/>
                </a:solidFill>
              </a:defRPr>
            </a:lvl6pPr>
            <a:lvl7pPr lvl="6" algn="l">
              <a:lnSpc>
                <a:spcPct val="75000"/>
              </a:lnSpc>
              <a:spcBef>
                <a:spcPts val="0"/>
              </a:spcBef>
              <a:spcAft>
                <a:spcPts val="0"/>
              </a:spcAft>
              <a:buClr>
                <a:schemeClr val="lt1"/>
              </a:buClr>
              <a:buSzPts val="5200"/>
              <a:buNone/>
              <a:defRPr sz="5200">
                <a:solidFill>
                  <a:schemeClr val="lt1"/>
                </a:solidFill>
              </a:defRPr>
            </a:lvl7pPr>
            <a:lvl8pPr lvl="7" algn="l">
              <a:lnSpc>
                <a:spcPct val="75000"/>
              </a:lnSpc>
              <a:spcBef>
                <a:spcPts val="0"/>
              </a:spcBef>
              <a:spcAft>
                <a:spcPts val="0"/>
              </a:spcAft>
              <a:buClr>
                <a:schemeClr val="lt1"/>
              </a:buClr>
              <a:buSzPts val="5200"/>
              <a:buNone/>
              <a:defRPr sz="5200">
                <a:solidFill>
                  <a:schemeClr val="lt1"/>
                </a:solidFill>
              </a:defRPr>
            </a:lvl8pPr>
            <a:lvl9pPr lvl="8" algn="l">
              <a:lnSpc>
                <a:spcPct val="75000"/>
              </a:lnSpc>
              <a:spcBef>
                <a:spcPts val="0"/>
              </a:spcBef>
              <a:spcAft>
                <a:spcPts val="0"/>
              </a:spcAft>
              <a:buClr>
                <a:schemeClr val="lt1"/>
              </a:buClr>
              <a:buSzPts val="5200"/>
              <a:buNone/>
              <a:defRPr sz="5200">
                <a:solidFill>
                  <a:schemeClr val="lt1"/>
                </a:solidFill>
              </a:defRPr>
            </a:lvl9pPr>
          </a:lstStyle>
          <a:p/>
        </p:txBody>
      </p:sp>
      <p:sp>
        <p:nvSpPr>
          <p:cNvPr id="12" name="Google Shape;12;p18"/>
          <p:cNvSpPr txBox="1"/>
          <p:nvPr>
            <p:ph idx="1" type="subTitle"/>
          </p:nvPr>
        </p:nvSpPr>
        <p:spPr>
          <a:xfrm>
            <a:off x="914400" y="4120125"/>
            <a:ext cx="4680900" cy="451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13" name="Google Shape;13;p18"/>
          <p:cNvSpPr txBox="1"/>
          <p:nvPr>
            <p:ph idx="2" type="subTitle"/>
          </p:nvPr>
        </p:nvSpPr>
        <p:spPr>
          <a:xfrm>
            <a:off x="914400" y="3502125"/>
            <a:ext cx="4680900" cy="451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ections">
  <p:cSld name="4-Sections">
    <p:spTree>
      <p:nvGrpSpPr>
        <p:cNvPr id="14" name="Shape 14"/>
        <p:cNvGrpSpPr/>
        <p:nvPr/>
      </p:nvGrpSpPr>
      <p:grpSpPr>
        <a:xfrm>
          <a:off x="0" y="0"/>
          <a:ext cx="0" cy="0"/>
          <a:chOff x="0" y="0"/>
          <a:chExt cx="0" cy="0"/>
        </a:xfrm>
      </p:grpSpPr>
      <p:sp>
        <p:nvSpPr>
          <p:cNvPr id="15" name="Google Shape;15;p19"/>
          <p:cNvSpPr txBox="1"/>
          <p:nvPr>
            <p:ph type="title"/>
          </p:nvPr>
        </p:nvSpPr>
        <p:spPr>
          <a:xfrm>
            <a:off x="457200" y="342900"/>
            <a:ext cx="8229600" cy="5943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75000"/>
              </a:lnSpc>
              <a:spcBef>
                <a:spcPts val="0"/>
              </a:spcBef>
              <a:spcAft>
                <a:spcPts val="0"/>
              </a:spcAft>
              <a:buSzPts val="2800"/>
              <a:buNone/>
              <a:defRPr/>
            </a:lvl2pPr>
            <a:lvl3pPr lvl="2" algn="l">
              <a:lnSpc>
                <a:spcPct val="75000"/>
              </a:lnSpc>
              <a:spcBef>
                <a:spcPts val="0"/>
              </a:spcBef>
              <a:spcAft>
                <a:spcPts val="0"/>
              </a:spcAft>
              <a:buSzPts val="2800"/>
              <a:buNone/>
              <a:defRPr/>
            </a:lvl3pPr>
            <a:lvl4pPr lvl="3" algn="l">
              <a:lnSpc>
                <a:spcPct val="75000"/>
              </a:lnSpc>
              <a:spcBef>
                <a:spcPts val="0"/>
              </a:spcBef>
              <a:spcAft>
                <a:spcPts val="0"/>
              </a:spcAft>
              <a:buSzPts val="2800"/>
              <a:buNone/>
              <a:defRPr/>
            </a:lvl4pPr>
            <a:lvl5pPr lvl="4" algn="l">
              <a:lnSpc>
                <a:spcPct val="75000"/>
              </a:lnSpc>
              <a:spcBef>
                <a:spcPts val="0"/>
              </a:spcBef>
              <a:spcAft>
                <a:spcPts val="0"/>
              </a:spcAft>
              <a:buSzPts val="2800"/>
              <a:buNone/>
              <a:defRPr/>
            </a:lvl5pPr>
            <a:lvl6pPr lvl="5" algn="l">
              <a:lnSpc>
                <a:spcPct val="75000"/>
              </a:lnSpc>
              <a:spcBef>
                <a:spcPts val="0"/>
              </a:spcBef>
              <a:spcAft>
                <a:spcPts val="0"/>
              </a:spcAft>
              <a:buSzPts val="2800"/>
              <a:buNone/>
              <a:defRPr/>
            </a:lvl6pPr>
            <a:lvl7pPr lvl="6" algn="l">
              <a:lnSpc>
                <a:spcPct val="75000"/>
              </a:lnSpc>
              <a:spcBef>
                <a:spcPts val="0"/>
              </a:spcBef>
              <a:spcAft>
                <a:spcPts val="0"/>
              </a:spcAft>
              <a:buSzPts val="2800"/>
              <a:buNone/>
              <a:defRPr/>
            </a:lvl7pPr>
            <a:lvl8pPr lvl="7" algn="l">
              <a:lnSpc>
                <a:spcPct val="75000"/>
              </a:lnSpc>
              <a:spcBef>
                <a:spcPts val="0"/>
              </a:spcBef>
              <a:spcAft>
                <a:spcPts val="0"/>
              </a:spcAft>
              <a:buSzPts val="2800"/>
              <a:buNone/>
              <a:defRPr/>
            </a:lvl8pPr>
            <a:lvl9pPr lvl="8" algn="l">
              <a:lnSpc>
                <a:spcPct val="75000"/>
              </a:lnSpc>
              <a:spcBef>
                <a:spcPts val="0"/>
              </a:spcBef>
              <a:spcAft>
                <a:spcPts val="0"/>
              </a:spcAft>
              <a:buSzPts val="2800"/>
              <a:buNone/>
              <a:defRPr/>
            </a:lvl9pPr>
          </a:lstStyle>
          <a:p/>
        </p:txBody>
      </p:sp>
      <p:sp>
        <p:nvSpPr>
          <p:cNvPr id="16" name="Google Shape;16;p19"/>
          <p:cNvSpPr txBox="1"/>
          <p:nvPr>
            <p:ph idx="1" type="body"/>
          </p:nvPr>
        </p:nvSpPr>
        <p:spPr>
          <a:xfrm>
            <a:off x="457200"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7" name="Google Shape;17;p19"/>
          <p:cNvSpPr txBox="1"/>
          <p:nvPr>
            <p:ph idx="2" type="body"/>
          </p:nvPr>
        </p:nvSpPr>
        <p:spPr>
          <a:xfrm>
            <a:off x="2539746"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8" name="Google Shape;18;p19"/>
          <p:cNvSpPr txBox="1"/>
          <p:nvPr>
            <p:ph idx="10" type="dt"/>
          </p:nvPr>
        </p:nvSpPr>
        <p:spPr>
          <a:xfrm>
            <a:off x="457200" y="4800600"/>
            <a:ext cx="2229000" cy="2406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19"/>
          <p:cNvSpPr txBox="1"/>
          <p:nvPr>
            <p:ph idx="11" type="ftr"/>
          </p:nvPr>
        </p:nvSpPr>
        <p:spPr>
          <a:xfrm>
            <a:off x="2775585" y="4800600"/>
            <a:ext cx="3592800" cy="2406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19"/>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19"/>
          <p:cNvSpPr txBox="1"/>
          <p:nvPr>
            <p:ph idx="3" type="body"/>
          </p:nvPr>
        </p:nvSpPr>
        <p:spPr>
          <a:xfrm>
            <a:off x="457200"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2" name="Google Shape;22;p19"/>
          <p:cNvSpPr txBox="1"/>
          <p:nvPr>
            <p:ph idx="4" type="body"/>
          </p:nvPr>
        </p:nvSpPr>
        <p:spPr>
          <a:xfrm>
            <a:off x="2539746"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3" name="Google Shape;23;p19"/>
          <p:cNvSpPr txBox="1"/>
          <p:nvPr>
            <p:ph idx="5" type="body"/>
          </p:nvPr>
        </p:nvSpPr>
        <p:spPr>
          <a:xfrm>
            <a:off x="4622292"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4" name="Google Shape;24;p19"/>
          <p:cNvSpPr txBox="1"/>
          <p:nvPr>
            <p:ph idx="6" type="body"/>
          </p:nvPr>
        </p:nvSpPr>
        <p:spPr>
          <a:xfrm>
            <a:off x="6704838" y="1877673"/>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5" name="Google Shape;25;p19"/>
          <p:cNvSpPr txBox="1"/>
          <p:nvPr>
            <p:ph idx="7" type="body"/>
          </p:nvPr>
        </p:nvSpPr>
        <p:spPr>
          <a:xfrm>
            <a:off x="4622292"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6" name="Google Shape;26;p19"/>
          <p:cNvSpPr txBox="1"/>
          <p:nvPr>
            <p:ph idx="8" type="body"/>
          </p:nvPr>
        </p:nvSpPr>
        <p:spPr>
          <a:xfrm>
            <a:off x="6704838"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bg>
      <p:bgPr>
        <a:solidFill>
          <a:schemeClr val="dk1"/>
        </a:solidFill>
      </p:bgPr>
    </p:bg>
    <p:spTree>
      <p:nvGrpSpPr>
        <p:cNvPr id="27" name="Shape 27"/>
        <p:cNvGrpSpPr/>
        <p:nvPr/>
      </p:nvGrpSpPr>
      <p:grpSpPr>
        <a:xfrm>
          <a:off x="0" y="0"/>
          <a:ext cx="0" cy="0"/>
          <a:chOff x="0" y="0"/>
          <a:chExt cx="0" cy="0"/>
        </a:xfrm>
      </p:grpSpPr>
      <p:sp>
        <p:nvSpPr>
          <p:cNvPr id="28" name="Google Shape;28;p20"/>
          <p:cNvSpPr txBox="1"/>
          <p:nvPr>
            <p:ph idx="1" type="body"/>
          </p:nvPr>
        </p:nvSpPr>
        <p:spPr>
          <a:xfrm>
            <a:off x="910425" y="342900"/>
            <a:ext cx="7921800" cy="4226100"/>
          </a:xfrm>
          <a:prstGeom prst="rect">
            <a:avLst/>
          </a:prstGeom>
          <a:noFill/>
          <a:ln>
            <a:noFill/>
          </a:ln>
        </p:spPr>
        <p:txBody>
          <a:bodyPr anchorCtr="0" anchor="ctr" bIns="91425" lIns="91425" spcFirstLastPara="1" rIns="91425" wrap="square" tIns="91425">
            <a:normAutofit/>
          </a:bodyPr>
          <a:lstStyle>
            <a:lvl1pPr indent="-381000" lvl="0" marL="457200" algn="l">
              <a:lnSpc>
                <a:spcPct val="200000"/>
              </a:lnSpc>
              <a:spcBef>
                <a:spcPts val="0"/>
              </a:spcBef>
              <a:spcAft>
                <a:spcPts val="0"/>
              </a:spcAft>
              <a:buClr>
                <a:schemeClr val="lt1"/>
              </a:buClr>
              <a:buSzPts val="2400"/>
              <a:buChar char="•"/>
              <a:defRPr b="1" sz="2400">
                <a:solidFill>
                  <a:schemeClr val="lt1"/>
                </a:solidFill>
              </a:defRPr>
            </a:lvl1pPr>
            <a:lvl2pPr indent="-381000" lvl="1" marL="914400" algn="l">
              <a:lnSpc>
                <a:spcPct val="200000"/>
              </a:lnSpc>
              <a:spcBef>
                <a:spcPts val="800"/>
              </a:spcBef>
              <a:spcAft>
                <a:spcPts val="0"/>
              </a:spcAft>
              <a:buClr>
                <a:schemeClr val="lt1"/>
              </a:buClr>
              <a:buSzPts val="2400"/>
              <a:buChar char="•"/>
              <a:defRPr b="1" sz="2400">
                <a:solidFill>
                  <a:schemeClr val="lt1"/>
                </a:solidFill>
              </a:defRPr>
            </a:lvl2pPr>
            <a:lvl3pPr indent="-381000" lvl="2" marL="1371600" algn="l">
              <a:lnSpc>
                <a:spcPct val="200000"/>
              </a:lnSpc>
              <a:spcBef>
                <a:spcPts val="800"/>
              </a:spcBef>
              <a:spcAft>
                <a:spcPts val="0"/>
              </a:spcAft>
              <a:buClr>
                <a:schemeClr val="lt1"/>
              </a:buClr>
              <a:buSzPts val="2400"/>
              <a:buChar char="•"/>
              <a:defRPr b="1" sz="2400">
                <a:solidFill>
                  <a:schemeClr val="lt1"/>
                </a:solidFill>
              </a:defRPr>
            </a:lvl3pPr>
            <a:lvl4pPr indent="-381000" lvl="3" marL="1828800" algn="l">
              <a:lnSpc>
                <a:spcPct val="200000"/>
              </a:lnSpc>
              <a:spcBef>
                <a:spcPts val="800"/>
              </a:spcBef>
              <a:spcAft>
                <a:spcPts val="0"/>
              </a:spcAft>
              <a:buClr>
                <a:schemeClr val="lt1"/>
              </a:buClr>
              <a:buSzPts val="2400"/>
              <a:buChar char="•"/>
              <a:defRPr b="1" sz="2400">
                <a:solidFill>
                  <a:schemeClr val="lt1"/>
                </a:solidFill>
              </a:defRPr>
            </a:lvl4pPr>
            <a:lvl5pPr indent="-381000" lvl="4" marL="2286000" algn="l">
              <a:lnSpc>
                <a:spcPct val="200000"/>
              </a:lnSpc>
              <a:spcBef>
                <a:spcPts val="800"/>
              </a:spcBef>
              <a:spcAft>
                <a:spcPts val="0"/>
              </a:spcAft>
              <a:buClr>
                <a:schemeClr val="lt1"/>
              </a:buClr>
              <a:buSzPts val="2400"/>
              <a:buChar char="•"/>
              <a:defRPr b="1" sz="2400">
                <a:solidFill>
                  <a:schemeClr val="lt1"/>
                </a:solidFill>
              </a:defRPr>
            </a:lvl5pPr>
            <a:lvl6pPr indent="-381000" lvl="5" marL="2743200" algn="l">
              <a:lnSpc>
                <a:spcPct val="200000"/>
              </a:lnSpc>
              <a:spcBef>
                <a:spcPts val="800"/>
              </a:spcBef>
              <a:spcAft>
                <a:spcPts val="0"/>
              </a:spcAft>
              <a:buClr>
                <a:schemeClr val="lt1"/>
              </a:buClr>
              <a:buSzPts val="2400"/>
              <a:buChar char="•"/>
              <a:defRPr b="1" sz="2400">
                <a:solidFill>
                  <a:schemeClr val="lt1"/>
                </a:solidFill>
              </a:defRPr>
            </a:lvl6pPr>
            <a:lvl7pPr indent="-381000" lvl="6" marL="3200400" algn="l">
              <a:lnSpc>
                <a:spcPct val="200000"/>
              </a:lnSpc>
              <a:spcBef>
                <a:spcPts val="800"/>
              </a:spcBef>
              <a:spcAft>
                <a:spcPts val="0"/>
              </a:spcAft>
              <a:buClr>
                <a:schemeClr val="lt1"/>
              </a:buClr>
              <a:buSzPts val="2400"/>
              <a:buChar char="•"/>
              <a:defRPr b="1" sz="2400">
                <a:solidFill>
                  <a:schemeClr val="lt1"/>
                </a:solidFill>
              </a:defRPr>
            </a:lvl7pPr>
            <a:lvl8pPr indent="-381000" lvl="7" marL="3657600" algn="l">
              <a:lnSpc>
                <a:spcPct val="200000"/>
              </a:lnSpc>
              <a:spcBef>
                <a:spcPts val="800"/>
              </a:spcBef>
              <a:spcAft>
                <a:spcPts val="0"/>
              </a:spcAft>
              <a:buClr>
                <a:schemeClr val="lt1"/>
              </a:buClr>
              <a:buSzPts val="2400"/>
              <a:buChar char="•"/>
              <a:defRPr b="1" sz="2400">
                <a:solidFill>
                  <a:schemeClr val="lt1"/>
                </a:solidFill>
              </a:defRPr>
            </a:lvl8pPr>
            <a:lvl9pPr indent="-381000" lvl="8" marL="4114800" algn="l">
              <a:lnSpc>
                <a:spcPct val="200000"/>
              </a:lnSpc>
              <a:spcBef>
                <a:spcPts val="800"/>
              </a:spcBef>
              <a:spcAft>
                <a:spcPts val="800"/>
              </a:spcAft>
              <a:buClr>
                <a:schemeClr val="lt1"/>
              </a:buClr>
              <a:buSzPts val="2400"/>
              <a:buChar char="•"/>
              <a:defRPr b="1" sz="2400">
                <a:solidFill>
                  <a:schemeClr val="lt1"/>
                </a:solidFill>
              </a:defRPr>
            </a:lvl9pPr>
          </a:lstStyle>
          <a:p/>
        </p:txBody>
      </p:sp>
      <p:sp>
        <p:nvSpPr>
          <p:cNvPr id="29" name="Google Shape;2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30" name="Shape 30"/>
        <p:cNvGrpSpPr/>
        <p:nvPr/>
      </p:nvGrpSpPr>
      <p:grpSpPr>
        <a:xfrm>
          <a:off x="0" y="0"/>
          <a:ext cx="0" cy="0"/>
          <a:chOff x="0" y="0"/>
          <a:chExt cx="0" cy="0"/>
        </a:xfrm>
      </p:grpSpPr>
      <p:sp>
        <p:nvSpPr>
          <p:cNvPr id="31" name="Google Shape;31;p21"/>
          <p:cNvSpPr txBox="1"/>
          <p:nvPr>
            <p:ph type="title"/>
          </p:nvPr>
        </p:nvSpPr>
        <p:spPr>
          <a:xfrm>
            <a:off x="457200" y="356200"/>
            <a:ext cx="52590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32" name="Google Shape;32;p21"/>
          <p:cNvSpPr txBox="1"/>
          <p:nvPr>
            <p:ph idx="1" type="body"/>
          </p:nvPr>
        </p:nvSpPr>
        <p:spPr>
          <a:xfrm>
            <a:off x="457200" y="928900"/>
            <a:ext cx="5259000" cy="3653400"/>
          </a:xfrm>
          <a:prstGeom prst="rect">
            <a:avLst/>
          </a:prstGeom>
          <a:noFill/>
          <a:ln>
            <a:noFill/>
          </a:ln>
        </p:spPr>
        <p:txBody>
          <a:bodyPr anchorCtr="0" anchor="ctr" bIns="91425" lIns="0"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500"/>
              </a:spcBef>
              <a:spcAft>
                <a:spcPts val="0"/>
              </a:spcAft>
              <a:buSzPts val="1400"/>
              <a:buChar char="•"/>
              <a:defRPr/>
            </a:lvl2pPr>
            <a:lvl3pPr indent="-317500" lvl="2" marL="1371600" algn="l">
              <a:lnSpc>
                <a:spcPct val="100000"/>
              </a:lnSpc>
              <a:spcBef>
                <a:spcPts val="1500"/>
              </a:spcBef>
              <a:spcAft>
                <a:spcPts val="0"/>
              </a:spcAft>
              <a:buSzPts val="1400"/>
              <a:buChar char="•"/>
              <a:defRPr/>
            </a:lvl3pPr>
            <a:lvl4pPr indent="-317500" lvl="3" marL="1828800" algn="l">
              <a:lnSpc>
                <a:spcPct val="100000"/>
              </a:lnSpc>
              <a:spcBef>
                <a:spcPts val="1500"/>
              </a:spcBef>
              <a:spcAft>
                <a:spcPts val="0"/>
              </a:spcAft>
              <a:buSzPts val="1400"/>
              <a:buChar char="•"/>
              <a:defRPr/>
            </a:lvl4pPr>
            <a:lvl5pPr indent="-317500" lvl="4" marL="2286000" algn="l">
              <a:lnSpc>
                <a:spcPct val="100000"/>
              </a:lnSpc>
              <a:spcBef>
                <a:spcPts val="1500"/>
              </a:spcBef>
              <a:spcAft>
                <a:spcPts val="0"/>
              </a:spcAft>
              <a:buSzPts val="1400"/>
              <a:buChar char="•"/>
              <a:defRPr/>
            </a:lvl5pPr>
            <a:lvl6pPr indent="-317500" lvl="5" marL="2743200" algn="l">
              <a:lnSpc>
                <a:spcPct val="100000"/>
              </a:lnSpc>
              <a:spcBef>
                <a:spcPts val="1500"/>
              </a:spcBef>
              <a:spcAft>
                <a:spcPts val="0"/>
              </a:spcAft>
              <a:buSzPts val="1400"/>
              <a:buChar char="•"/>
              <a:defRPr/>
            </a:lvl6pPr>
            <a:lvl7pPr indent="-317500" lvl="6" marL="3200400" algn="l">
              <a:lnSpc>
                <a:spcPct val="100000"/>
              </a:lnSpc>
              <a:spcBef>
                <a:spcPts val="1500"/>
              </a:spcBef>
              <a:spcAft>
                <a:spcPts val="0"/>
              </a:spcAft>
              <a:buSzPts val="1400"/>
              <a:buChar char="•"/>
              <a:defRPr/>
            </a:lvl7pPr>
            <a:lvl8pPr indent="-317500" lvl="7" marL="3657600" algn="l">
              <a:lnSpc>
                <a:spcPct val="100000"/>
              </a:lnSpc>
              <a:spcBef>
                <a:spcPts val="1500"/>
              </a:spcBef>
              <a:spcAft>
                <a:spcPts val="0"/>
              </a:spcAft>
              <a:buSzPts val="1400"/>
              <a:buChar char="•"/>
              <a:defRPr/>
            </a:lvl8pPr>
            <a:lvl9pPr indent="-317500" lvl="8" marL="4114800" algn="l">
              <a:lnSpc>
                <a:spcPct val="100000"/>
              </a:lnSpc>
              <a:spcBef>
                <a:spcPts val="1500"/>
              </a:spcBef>
              <a:spcAft>
                <a:spcPts val="1500"/>
              </a:spcAft>
              <a:buSzPts val="1400"/>
              <a:buChar char="•"/>
              <a:defRPr/>
            </a:lvl9pPr>
          </a:lstStyle>
          <a:p/>
        </p:txBody>
      </p:sp>
      <p:sp>
        <p:nvSpPr>
          <p:cNvPr id="33" name="Google Shape;3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34" name="Google Shape;34;p21"/>
          <p:cNvSpPr/>
          <p:nvPr>
            <p:ph idx="2" type="pic"/>
          </p:nvPr>
        </p:nvSpPr>
        <p:spPr>
          <a:xfrm>
            <a:off x="6173525" y="-13300"/>
            <a:ext cx="2970600" cy="51567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
    <p:spTree>
      <p:nvGrpSpPr>
        <p:cNvPr id="35" name="Shape 35"/>
        <p:cNvGrpSpPr/>
        <p:nvPr/>
      </p:nvGrpSpPr>
      <p:grpSpPr>
        <a:xfrm>
          <a:off x="0" y="0"/>
          <a:ext cx="0" cy="0"/>
          <a:chOff x="0" y="0"/>
          <a:chExt cx="0" cy="0"/>
        </a:xfrm>
      </p:grpSpPr>
      <p:sp>
        <p:nvSpPr>
          <p:cNvPr id="36" name="Google Shape;36;p22"/>
          <p:cNvSpPr txBox="1"/>
          <p:nvPr>
            <p:ph idx="1" type="body"/>
          </p:nvPr>
        </p:nvSpPr>
        <p:spPr>
          <a:xfrm>
            <a:off x="457200" y="1293450"/>
            <a:ext cx="8229600" cy="3275700"/>
          </a:xfrm>
          <a:prstGeom prst="rect">
            <a:avLst/>
          </a:prstGeom>
          <a:noFill/>
          <a:ln>
            <a:noFill/>
          </a:ln>
        </p:spPr>
        <p:txBody>
          <a:bodyPr anchorCtr="0" anchor="t" bIns="91425" lIns="91425" spcFirstLastPara="1" rIns="91425" wrap="square" tIns="91425">
            <a:normAutofit/>
          </a:bodyPr>
          <a:lstStyle>
            <a:lvl1pPr indent="-330200" lvl="0" marL="457200" algn="l">
              <a:lnSpc>
                <a:spcPct val="100000"/>
              </a:lnSpc>
              <a:spcBef>
                <a:spcPts val="0"/>
              </a:spcBef>
              <a:spcAft>
                <a:spcPts val="0"/>
              </a:spcAft>
              <a:buClr>
                <a:schemeClr val="dk1"/>
              </a:buClr>
              <a:buSzPts val="1600"/>
              <a:buChar char="•"/>
              <a:defRPr sz="1600">
                <a:solidFill>
                  <a:schemeClr val="dk1"/>
                </a:solidFill>
              </a:defRPr>
            </a:lvl1pPr>
            <a:lvl2pPr indent="-330200" lvl="1" marL="914400" algn="l">
              <a:lnSpc>
                <a:spcPct val="100000"/>
              </a:lnSpc>
              <a:spcBef>
                <a:spcPts val="1000"/>
              </a:spcBef>
              <a:spcAft>
                <a:spcPts val="0"/>
              </a:spcAft>
              <a:buClr>
                <a:schemeClr val="dk1"/>
              </a:buClr>
              <a:buSzPts val="1600"/>
              <a:buChar char="•"/>
              <a:defRPr sz="1600">
                <a:solidFill>
                  <a:schemeClr val="dk1"/>
                </a:solidFill>
              </a:defRPr>
            </a:lvl2pPr>
            <a:lvl3pPr indent="-330200" lvl="2" marL="1371600" algn="l">
              <a:lnSpc>
                <a:spcPct val="100000"/>
              </a:lnSpc>
              <a:spcBef>
                <a:spcPts val="1000"/>
              </a:spcBef>
              <a:spcAft>
                <a:spcPts val="0"/>
              </a:spcAft>
              <a:buClr>
                <a:schemeClr val="dk1"/>
              </a:buClr>
              <a:buSzPts val="1600"/>
              <a:buChar char="•"/>
              <a:defRPr sz="1600">
                <a:solidFill>
                  <a:schemeClr val="dk1"/>
                </a:solidFill>
              </a:defRPr>
            </a:lvl3pPr>
            <a:lvl4pPr indent="-330200" lvl="3" marL="1828800" algn="l">
              <a:lnSpc>
                <a:spcPct val="100000"/>
              </a:lnSpc>
              <a:spcBef>
                <a:spcPts val="1000"/>
              </a:spcBef>
              <a:spcAft>
                <a:spcPts val="0"/>
              </a:spcAft>
              <a:buClr>
                <a:schemeClr val="dk1"/>
              </a:buClr>
              <a:buSzPts val="1600"/>
              <a:buChar char="•"/>
              <a:defRPr sz="1600">
                <a:solidFill>
                  <a:schemeClr val="dk1"/>
                </a:solidFill>
              </a:defRPr>
            </a:lvl4pPr>
            <a:lvl5pPr indent="-330200" lvl="4" marL="2286000" algn="l">
              <a:lnSpc>
                <a:spcPct val="100000"/>
              </a:lnSpc>
              <a:spcBef>
                <a:spcPts val="1000"/>
              </a:spcBef>
              <a:spcAft>
                <a:spcPts val="0"/>
              </a:spcAft>
              <a:buClr>
                <a:schemeClr val="dk1"/>
              </a:buClr>
              <a:buSzPts val="1600"/>
              <a:buChar char="•"/>
              <a:defRPr sz="1600">
                <a:solidFill>
                  <a:schemeClr val="dk1"/>
                </a:solidFill>
              </a:defRPr>
            </a:lvl5pPr>
            <a:lvl6pPr indent="-330200" lvl="5" marL="2743200" algn="l">
              <a:lnSpc>
                <a:spcPct val="100000"/>
              </a:lnSpc>
              <a:spcBef>
                <a:spcPts val="1000"/>
              </a:spcBef>
              <a:spcAft>
                <a:spcPts val="0"/>
              </a:spcAft>
              <a:buClr>
                <a:schemeClr val="dk1"/>
              </a:buClr>
              <a:buSzPts val="1600"/>
              <a:buChar char="•"/>
              <a:defRPr sz="1600">
                <a:solidFill>
                  <a:schemeClr val="dk1"/>
                </a:solidFill>
              </a:defRPr>
            </a:lvl6pPr>
            <a:lvl7pPr indent="-330200" lvl="6" marL="3200400" algn="l">
              <a:lnSpc>
                <a:spcPct val="100000"/>
              </a:lnSpc>
              <a:spcBef>
                <a:spcPts val="1000"/>
              </a:spcBef>
              <a:spcAft>
                <a:spcPts val="0"/>
              </a:spcAft>
              <a:buClr>
                <a:schemeClr val="dk1"/>
              </a:buClr>
              <a:buSzPts val="1600"/>
              <a:buChar char="•"/>
              <a:defRPr sz="1600">
                <a:solidFill>
                  <a:schemeClr val="dk1"/>
                </a:solidFill>
              </a:defRPr>
            </a:lvl7pPr>
            <a:lvl8pPr indent="-330200" lvl="7" marL="3657600" algn="l">
              <a:lnSpc>
                <a:spcPct val="100000"/>
              </a:lnSpc>
              <a:spcBef>
                <a:spcPts val="1000"/>
              </a:spcBef>
              <a:spcAft>
                <a:spcPts val="0"/>
              </a:spcAft>
              <a:buClr>
                <a:schemeClr val="dk1"/>
              </a:buClr>
              <a:buSzPts val="1600"/>
              <a:buChar char="•"/>
              <a:defRPr sz="1600">
                <a:solidFill>
                  <a:schemeClr val="dk1"/>
                </a:solidFill>
              </a:defRPr>
            </a:lvl8pPr>
            <a:lvl9pPr indent="-330200" lvl="8" marL="4114800" algn="l">
              <a:lnSpc>
                <a:spcPct val="100000"/>
              </a:lnSpc>
              <a:spcBef>
                <a:spcPts val="1000"/>
              </a:spcBef>
              <a:spcAft>
                <a:spcPts val="1000"/>
              </a:spcAft>
              <a:buClr>
                <a:schemeClr val="dk1"/>
              </a:buClr>
              <a:buSzPts val="1600"/>
              <a:buChar char="•"/>
              <a:defRPr sz="1600">
                <a:solidFill>
                  <a:schemeClr val="dk1"/>
                </a:solidFill>
              </a:defRPr>
            </a:lvl9pPr>
          </a:lstStyle>
          <a:p/>
        </p:txBody>
      </p:sp>
      <p:sp>
        <p:nvSpPr>
          <p:cNvPr id="37" name="Google Shape;37;p22"/>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23"/>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40" name="Google Shape;40;p23"/>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800"/>
              </a:spcBef>
              <a:spcAft>
                <a:spcPts val="0"/>
              </a:spcAft>
              <a:buSzPts val="1400"/>
              <a:buChar char="•"/>
              <a:defRPr/>
            </a:lvl2pPr>
            <a:lvl3pPr indent="-317500" lvl="2" marL="1371600" algn="l">
              <a:lnSpc>
                <a:spcPct val="100000"/>
              </a:lnSpc>
              <a:spcBef>
                <a:spcPts val="800"/>
              </a:spcBef>
              <a:spcAft>
                <a:spcPts val="0"/>
              </a:spcAft>
              <a:buSzPts val="1400"/>
              <a:buChar char="•"/>
              <a:defRPr/>
            </a:lvl3pPr>
            <a:lvl4pPr indent="-317500" lvl="3" marL="1828800" algn="l">
              <a:lnSpc>
                <a:spcPct val="100000"/>
              </a:lnSpc>
              <a:spcBef>
                <a:spcPts val="800"/>
              </a:spcBef>
              <a:spcAft>
                <a:spcPts val="0"/>
              </a:spcAft>
              <a:buSzPts val="1400"/>
              <a:buChar char="•"/>
              <a:defRPr/>
            </a:lvl4pPr>
            <a:lvl5pPr indent="-317500" lvl="4" marL="2286000" algn="l">
              <a:lnSpc>
                <a:spcPct val="100000"/>
              </a:lnSpc>
              <a:spcBef>
                <a:spcPts val="800"/>
              </a:spcBef>
              <a:spcAft>
                <a:spcPts val="0"/>
              </a:spcAft>
              <a:buSzPts val="1400"/>
              <a:buChar char="•"/>
              <a:defRPr/>
            </a:lvl5pPr>
            <a:lvl6pPr indent="-317500" lvl="5" marL="2743200" algn="l">
              <a:lnSpc>
                <a:spcPct val="100000"/>
              </a:lnSpc>
              <a:spcBef>
                <a:spcPts val="800"/>
              </a:spcBef>
              <a:spcAft>
                <a:spcPts val="0"/>
              </a:spcAft>
              <a:buSzPts val="1400"/>
              <a:buChar char="•"/>
              <a:defRPr/>
            </a:lvl6pPr>
            <a:lvl7pPr indent="-317500" lvl="6" marL="3200400" algn="l">
              <a:lnSpc>
                <a:spcPct val="100000"/>
              </a:lnSpc>
              <a:spcBef>
                <a:spcPts val="800"/>
              </a:spcBef>
              <a:spcAft>
                <a:spcPts val="0"/>
              </a:spcAft>
              <a:buSzPts val="1400"/>
              <a:buChar char="•"/>
              <a:defRPr/>
            </a:lvl7pPr>
            <a:lvl8pPr indent="-317500" lvl="7" marL="3657600" algn="l">
              <a:lnSpc>
                <a:spcPct val="100000"/>
              </a:lnSpc>
              <a:spcBef>
                <a:spcPts val="800"/>
              </a:spcBef>
              <a:spcAft>
                <a:spcPts val="0"/>
              </a:spcAft>
              <a:buSzPts val="1400"/>
              <a:buChar char="•"/>
              <a:defRPr/>
            </a:lvl8pPr>
            <a:lvl9pPr indent="-317500" lvl="8" marL="4114800" algn="l">
              <a:lnSpc>
                <a:spcPct val="100000"/>
              </a:lnSpc>
              <a:spcBef>
                <a:spcPts val="800"/>
              </a:spcBef>
              <a:spcAft>
                <a:spcPts val="800"/>
              </a:spcAft>
              <a:buSzPts val="1400"/>
              <a:buChar char="•"/>
              <a:defRPr/>
            </a:lvl9pPr>
          </a:lstStyle>
          <a:p/>
        </p:txBody>
      </p:sp>
      <p:sp>
        <p:nvSpPr>
          <p:cNvPr id="41" name="Google Shape;41;p23"/>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2" name="Google Shape;42;p23"/>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3" name="Google Shape;43;p23"/>
          <p:cNvSpPr txBox="1"/>
          <p:nvPr>
            <p:ph idx="12" type="sldNum"/>
          </p:nvPr>
        </p:nvSpPr>
        <p:spPr>
          <a:xfrm>
            <a:off x="8536302" y="4749851"/>
            <a:ext cx="548700" cy="3936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24"/>
          <p:cNvSpPr txBox="1"/>
          <p:nvPr>
            <p:ph type="title"/>
          </p:nvPr>
        </p:nvSpPr>
        <p:spPr>
          <a:xfrm>
            <a:off x="311700" y="2150850"/>
            <a:ext cx="8520600" cy="841800"/>
          </a:xfrm>
          <a:prstGeom prst="rect">
            <a:avLst/>
          </a:prstGeom>
          <a:noFill/>
          <a:ln>
            <a:noFill/>
          </a:ln>
        </p:spPr>
        <p:txBody>
          <a:bodyPr anchorCtr="0" anchor="ctr" bIns="91425" lIns="0" spcFirstLastPara="1" rIns="0" wrap="square" tIns="91425">
            <a:normAutofit/>
          </a:bodyPr>
          <a:lstStyle>
            <a:lvl1pPr lvl="0" algn="ctr">
              <a:lnSpc>
                <a:spcPct val="75000"/>
              </a:lnSpc>
              <a:spcBef>
                <a:spcPts val="0"/>
              </a:spcBef>
              <a:spcAft>
                <a:spcPts val="0"/>
              </a:spcAft>
              <a:buSzPts val="3600"/>
              <a:buNone/>
              <a:defRPr sz="3600"/>
            </a:lvl1pPr>
            <a:lvl2pPr lvl="1" algn="ctr">
              <a:lnSpc>
                <a:spcPct val="75000"/>
              </a:lnSpc>
              <a:spcBef>
                <a:spcPts val="0"/>
              </a:spcBef>
              <a:spcAft>
                <a:spcPts val="0"/>
              </a:spcAft>
              <a:buSzPts val="3600"/>
              <a:buNone/>
              <a:defRPr sz="3600"/>
            </a:lvl2pPr>
            <a:lvl3pPr lvl="2" algn="ctr">
              <a:lnSpc>
                <a:spcPct val="75000"/>
              </a:lnSpc>
              <a:spcBef>
                <a:spcPts val="0"/>
              </a:spcBef>
              <a:spcAft>
                <a:spcPts val="0"/>
              </a:spcAft>
              <a:buSzPts val="3600"/>
              <a:buNone/>
              <a:defRPr sz="3600"/>
            </a:lvl3pPr>
            <a:lvl4pPr lvl="3" algn="ctr">
              <a:lnSpc>
                <a:spcPct val="75000"/>
              </a:lnSpc>
              <a:spcBef>
                <a:spcPts val="0"/>
              </a:spcBef>
              <a:spcAft>
                <a:spcPts val="0"/>
              </a:spcAft>
              <a:buSzPts val="3600"/>
              <a:buNone/>
              <a:defRPr sz="3600"/>
            </a:lvl4pPr>
            <a:lvl5pPr lvl="4" algn="ctr">
              <a:lnSpc>
                <a:spcPct val="75000"/>
              </a:lnSpc>
              <a:spcBef>
                <a:spcPts val="0"/>
              </a:spcBef>
              <a:spcAft>
                <a:spcPts val="0"/>
              </a:spcAft>
              <a:buSzPts val="3600"/>
              <a:buNone/>
              <a:defRPr sz="3600"/>
            </a:lvl5pPr>
            <a:lvl6pPr lvl="5" algn="ctr">
              <a:lnSpc>
                <a:spcPct val="75000"/>
              </a:lnSpc>
              <a:spcBef>
                <a:spcPts val="0"/>
              </a:spcBef>
              <a:spcAft>
                <a:spcPts val="0"/>
              </a:spcAft>
              <a:buSzPts val="3600"/>
              <a:buNone/>
              <a:defRPr sz="3600"/>
            </a:lvl6pPr>
            <a:lvl7pPr lvl="6" algn="ctr">
              <a:lnSpc>
                <a:spcPct val="75000"/>
              </a:lnSpc>
              <a:spcBef>
                <a:spcPts val="0"/>
              </a:spcBef>
              <a:spcAft>
                <a:spcPts val="0"/>
              </a:spcAft>
              <a:buSzPts val="3600"/>
              <a:buNone/>
              <a:defRPr sz="3600"/>
            </a:lvl7pPr>
            <a:lvl8pPr lvl="7" algn="ctr">
              <a:lnSpc>
                <a:spcPct val="75000"/>
              </a:lnSpc>
              <a:spcBef>
                <a:spcPts val="0"/>
              </a:spcBef>
              <a:spcAft>
                <a:spcPts val="0"/>
              </a:spcAft>
              <a:buSzPts val="3600"/>
              <a:buNone/>
              <a:defRPr sz="3600"/>
            </a:lvl8pPr>
            <a:lvl9pPr lvl="8" algn="ctr">
              <a:lnSpc>
                <a:spcPct val="75000"/>
              </a:lnSpc>
              <a:spcBef>
                <a:spcPts val="0"/>
              </a:spcBef>
              <a:spcAft>
                <a:spcPts val="0"/>
              </a:spcAft>
              <a:buSzPts val="3600"/>
              <a:buNone/>
              <a:defRPr sz="3600"/>
            </a:lvl9pPr>
          </a:lstStyle>
          <a:p/>
        </p:txBody>
      </p:sp>
      <p:sp>
        <p:nvSpPr>
          <p:cNvPr id="46" name="Google Shape;4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p25"/>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49" name="Google Shape;49;p25"/>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800"/>
              </a:spcBef>
              <a:spcAft>
                <a:spcPts val="0"/>
              </a:spcAft>
              <a:buSzPts val="1400"/>
              <a:buChar char="•"/>
              <a:defRPr/>
            </a:lvl2pPr>
            <a:lvl3pPr indent="-317500" lvl="2" marL="1371600" algn="l">
              <a:lnSpc>
                <a:spcPct val="100000"/>
              </a:lnSpc>
              <a:spcBef>
                <a:spcPts val="800"/>
              </a:spcBef>
              <a:spcAft>
                <a:spcPts val="0"/>
              </a:spcAft>
              <a:buSzPts val="1400"/>
              <a:buChar char="•"/>
              <a:defRPr/>
            </a:lvl3pPr>
            <a:lvl4pPr indent="-317500" lvl="3" marL="1828800" algn="l">
              <a:lnSpc>
                <a:spcPct val="100000"/>
              </a:lnSpc>
              <a:spcBef>
                <a:spcPts val="800"/>
              </a:spcBef>
              <a:spcAft>
                <a:spcPts val="0"/>
              </a:spcAft>
              <a:buSzPts val="1400"/>
              <a:buChar char="•"/>
              <a:defRPr/>
            </a:lvl4pPr>
            <a:lvl5pPr indent="-317500" lvl="4" marL="2286000" algn="l">
              <a:lnSpc>
                <a:spcPct val="100000"/>
              </a:lnSpc>
              <a:spcBef>
                <a:spcPts val="800"/>
              </a:spcBef>
              <a:spcAft>
                <a:spcPts val="0"/>
              </a:spcAft>
              <a:buSzPts val="1400"/>
              <a:buChar char="•"/>
              <a:defRPr/>
            </a:lvl5pPr>
            <a:lvl6pPr indent="-317500" lvl="5" marL="2743200" algn="l">
              <a:lnSpc>
                <a:spcPct val="100000"/>
              </a:lnSpc>
              <a:spcBef>
                <a:spcPts val="800"/>
              </a:spcBef>
              <a:spcAft>
                <a:spcPts val="0"/>
              </a:spcAft>
              <a:buSzPts val="1400"/>
              <a:buChar char="•"/>
              <a:defRPr/>
            </a:lvl6pPr>
            <a:lvl7pPr indent="-317500" lvl="6" marL="3200400" algn="l">
              <a:lnSpc>
                <a:spcPct val="100000"/>
              </a:lnSpc>
              <a:spcBef>
                <a:spcPts val="800"/>
              </a:spcBef>
              <a:spcAft>
                <a:spcPts val="0"/>
              </a:spcAft>
              <a:buSzPts val="1400"/>
              <a:buChar char="•"/>
              <a:defRPr/>
            </a:lvl7pPr>
            <a:lvl8pPr indent="-317500" lvl="7" marL="3657600" algn="l">
              <a:lnSpc>
                <a:spcPct val="100000"/>
              </a:lnSpc>
              <a:spcBef>
                <a:spcPts val="800"/>
              </a:spcBef>
              <a:spcAft>
                <a:spcPts val="0"/>
              </a:spcAft>
              <a:buSzPts val="1400"/>
              <a:buChar char="•"/>
              <a:defRPr/>
            </a:lvl8pPr>
            <a:lvl9pPr indent="-317500" lvl="8" marL="4114800" algn="l">
              <a:lnSpc>
                <a:spcPct val="100000"/>
              </a:lnSpc>
              <a:spcBef>
                <a:spcPts val="800"/>
              </a:spcBef>
              <a:spcAft>
                <a:spcPts val="800"/>
              </a:spcAft>
              <a:buSzPts val="1400"/>
              <a:buChar char="•"/>
              <a:defRPr/>
            </a:lvl9pPr>
          </a:lstStyle>
          <a:p/>
        </p:txBody>
      </p:sp>
      <p:sp>
        <p:nvSpPr>
          <p:cNvPr id="50" name="Google Shape;5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2_2">
    <p:spTree>
      <p:nvGrpSpPr>
        <p:cNvPr id="51" name="Shape 51"/>
        <p:cNvGrpSpPr/>
        <p:nvPr/>
      </p:nvGrpSpPr>
      <p:grpSpPr>
        <a:xfrm>
          <a:off x="0" y="0"/>
          <a:ext cx="0" cy="0"/>
          <a:chOff x="0" y="0"/>
          <a:chExt cx="0" cy="0"/>
        </a:xfrm>
      </p:grpSpPr>
      <p:sp>
        <p:nvSpPr>
          <p:cNvPr id="52" name="Google Shape;52;p26"/>
          <p:cNvSpPr txBox="1"/>
          <p:nvPr>
            <p:ph idx="1" type="body"/>
          </p:nvPr>
        </p:nvSpPr>
        <p:spPr>
          <a:xfrm>
            <a:off x="457200" y="1293450"/>
            <a:ext cx="5259000" cy="3288900"/>
          </a:xfrm>
          <a:prstGeom prst="rect">
            <a:avLst/>
          </a:prstGeom>
          <a:noFill/>
          <a:ln>
            <a:noFill/>
          </a:ln>
        </p:spPr>
        <p:txBody>
          <a:bodyPr anchorCtr="0" anchor="ctr" bIns="91425" lIns="0"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500"/>
              </a:spcBef>
              <a:spcAft>
                <a:spcPts val="0"/>
              </a:spcAft>
              <a:buSzPts val="1400"/>
              <a:buChar char="•"/>
              <a:defRPr/>
            </a:lvl2pPr>
            <a:lvl3pPr indent="-317500" lvl="2" marL="1371600" algn="l">
              <a:lnSpc>
                <a:spcPct val="100000"/>
              </a:lnSpc>
              <a:spcBef>
                <a:spcPts val="1500"/>
              </a:spcBef>
              <a:spcAft>
                <a:spcPts val="0"/>
              </a:spcAft>
              <a:buSzPts val="1400"/>
              <a:buChar char="•"/>
              <a:defRPr/>
            </a:lvl3pPr>
            <a:lvl4pPr indent="-317500" lvl="3" marL="1828800" algn="l">
              <a:lnSpc>
                <a:spcPct val="100000"/>
              </a:lnSpc>
              <a:spcBef>
                <a:spcPts val="1500"/>
              </a:spcBef>
              <a:spcAft>
                <a:spcPts val="0"/>
              </a:spcAft>
              <a:buSzPts val="1400"/>
              <a:buChar char="•"/>
              <a:defRPr/>
            </a:lvl4pPr>
            <a:lvl5pPr indent="-317500" lvl="4" marL="2286000" algn="l">
              <a:lnSpc>
                <a:spcPct val="100000"/>
              </a:lnSpc>
              <a:spcBef>
                <a:spcPts val="1500"/>
              </a:spcBef>
              <a:spcAft>
                <a:spcPts val="0"/>
              </a:spcAft>
              <a:buSzPts val="1400"/>
              <a:buChar char="•"/>
              <a:defRPr/>
            </a:lvl5pPr>
            <a:lvl6pPr indent="-317500" lvl="5" marL="2743200" algn="l">
              <a:lnSpc>
                <a:spcPct val="100000"/>
              </a:lnSpc>
              <a:spcBef>
                <a:spcPts val="1500"/>
              </a:spcBef>
              <a:spcAft>
                <a:spcPts val="0"/>
              </a:spcAft>
              <a:buSzPts val="1400"/>
              <a:buChar char="•"/>
              <a:defRPr/>
            </a:lvl6pPr>
            <a:lvl7pPr indent="-317500" lvl="6" marL="3200400" algn="l">
              <a:lnSpc>
                <a:spcPct val="100000"/>
              </a:lnSpc>
              <a:spcBef>
                <a:spcPts val="1500"/>
              </a:spcBef>
              <a:spcAft>
                <a:spcPts val="0"/>
              </a:spcAft>
              <a:buSzPts val="1400"/>
              <a:buChar char="•"/>
              <a:defRPr/>
            </a:lvl7pPr>
            <a:lvl8pPr indent="-317500" lvl="7" marL="3657600" algn="l">
              <a:lnSpc>
                <a:spcPct val="100000"/>
              </a:lnSpc>
              <a:spcBef>
                <a:spcPts val="1500"/>
              </a:spcBef>
              <a:spcAft>
                <a:spcPts val="0"/>
              </a:spcAft>
              <a:buSzPts val="1400"/>
              <a:buChar char="•"/>
              <a:defRPr/>
            </a:lvl8pPr>
            <a:lvl9pPr indent="-317500" lvl="8" marL="4114800" algn="l">
              <a:lnSpc>
                <a:spcPct val="100000"/>
              </a:lnSpc>
              <a:spcBef>
                <a:spcPts val="1500"/>
              </a:spcBef>
              <a:spcAft>
                <a:spcPts val="1500"/>
              </a:spcAft>
              <a:buSzPts val="1400"/>
              <a:buChar char="•"/>
              <a:defRPr/>
            </a:lvl9pPr>
          </a:lstStyle>
          <a:p/>
        </p:txBody>
      </p:sp>
      <p:sp>
        <p:nvSpPr>
          <p:cNvPr id="53" name="Google Shape;5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54" name="Google Shape;54;p26"/>
          <p:cNvSpPr/>
          <p:nvPr>
            <p:ph idx="2" type="pic"/>
          </p:nvPr>
        </p:nvSpPr>
        <p:spPr>
          <a:xfrm>
            <a:off x="6173525" y="-13300"/>
            <a:ext cx="2970600" cy="5156700"/>
          </a:xfrm>
          <a:prstGeom prst="rect">
            <a:avLst/>
          </a:prstGeom>
          <a:noFill/>
          <a:ln>
            <a:noFill/>
          </a:ln>
        </p:spPr>
      </p:sp>
      <p:sp>
        <p:nvSpPr>
          <p:cNvPr id="55" name="Google Shape;55;p26"/>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2_1">
    <p:spTree>
      <p:nvGrpSpPr>
        <p:cNvPr id="56" name="Shape 56"/>
        <p:cNvGrpSpPr/>
        <p:nvPr/>
      </p:nvGrpSpPr>
      <p:grpSpPr>
        <a:xfrm>
          <a:off x="0" y="0"/>
          <a:ext cx="0" cy="0"/>
          <a:chOff x="0" y="0"/>
          <a:chExt cx="0" cy="0"/>
        </a:xfrm>
      </p:grpSpPr>
      <p:sp>
        <p:nvSpPr>
          <p:cNvPr id="57" name="Google Shape;57;p27"/>
          <p:cNvSpPr txBox="1"/>
          <p:nvPr>
            <p:ph idx="1" type="body"/>
          </p:nvPr>
        </p:nvSpPr>
        <p:spPr>
          <a:xfrm>
            <a:off x="4572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58" name="Google Shape;5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59" name="Google Shape;59;p27"/>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60" name="Google Shape;60;p27"/>
          <p:cNvSpPr txBox="1"/>
          <p:nvPr>
            <p:ph idx="2" type="body"/>
          </p:nvPr>
        </p:nvSpPr>
        <p:spPr>
          <a:xfrm>
            <a:off x="31951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61" name="Google Shape;61;p27"/>
          <p:cNvSpPr txBox="1"/>
          <p:nvPr>
            <p:ph idx="3" type="body"/>
          </p:nvPr>
        </p:nvSpPr>
        <p:spPr>
          <a:xfrm>
            <a:off x="59330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62" name="Google Shape;62;p27"/>
          <p:cNvSpPr txBox="1"/>
          <p:nvPr>
            <p:ph idx="4" type="subTitle"/>
          </p:nvPr>
        </p:nvSpPr>
        <p:spPr>
          <a:xfrm>
            <a:off x="458525"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
        <p:nvSpPr>
          <p:cNvPr id="63" name="Google Shape;63;p27"/>
          <p:cNvSpPr txBox="1"/>
          <p:nvPr>
            <p:ph idx="5" type="subTitle"/>
          </p:nvPr>
        </p:nvSpPr>
        <p:spPr>
          <a:xfrm>
            <a:off x="3195100"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
        <p:nvSpPr>
          <p:cNvPr id="64" name="Google Shape;64;p27"/>
          <p:cNvSpPr txBox="1"/>
          <p:nvPr>
            <p:ph idx="6" type="subTitle"/>
          </p:nvPr>
        </p:nvSpPr>
        <p:spPr>
          <a:xfrm>
            <a:off x="5931675"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28"/>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67" name="Google Shape;67;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800"/>
              </a:spcBef>
              <a:spcAft>
                <a:spcPts val="0"/>
              </a:spcAft>
              <a:buSzPts val="1200"/>
              <a:buChar char="•"/>
              <a:defRPr sz="1200"/>
            </a:lvl2pPr>
            <a:lvl3pPr indent="-304800" lvl="2" marL="1371600" algn="l">
              <a:lnSpc>
                <a:spcPct val="100000"/>
              </a:lnSpc>
              <a:spcBef>
                <a:spcPts val="800"/>
              </a:spcBef>
              <a:spcAft>
                <a:spcPts val="0"/>
              </a:spcAft>
              <a:buSzPts val="1200"/>
              <a:buChar char="•"/>
              <a:defRPr sz="1200"/>
            </a:lvl3pPr>
            <a:lvl4pPr indent="-304800" lvl="3" marL="1828800" algn="l">
              <a:lnSpc>
                <a:spcPct val="100000"/>
              </a:lnSpc>
              <a:spcBef>
                <a:spcPts val="800"/>
              </a:spcBef>
              <a:spcAft>
                <a:spcPts val="0"/>
              </a:spcAft>
              <a:buSzPts val="1200"/>
              <a:buChar char="•"/>
              <a:defRPr sz="1200"/>
            </a:lvl4pPr>
            <a:lvl5pPr indent="-304800" lvl="4" marL="2286000" algn="l">
              <a:lnSpc>
                <a:spcPct val="100000"/>
              </a:lnSpc>
              <a:spcBef>
                <a:spcPts val="800"/>
              </a:spcBef>
              <a:spcAft>
                <a:spcPts val="0"/>
              </a:spcAft>
              <a:buSzPts val="1200"/>
              <a:buChar char="•"/>
              <a:defRPr sz="1200"/>
            </a:lvl5pPr>
            <a:lvl6pPr indent="-304800" lvl="5" marL="2743200" algn="l">
              <a:lnSpc>
                <a:spcPct val="100000"/>
              </a:lnSpc>
              <a:spcBef>
                <a:spcPts val="800"/>
              </a:spcBef>
              <a:spcAft>
                <a:spcPts val="0"/>
              </a:spcAft>
              <a:buSzPts val="1200"/>
              <a:buChar char="•"/>
              <a:defRPr sz="1200"/>
            </a:lvl6pPr>
            <a:lvl7pPr indent="-304800" lvl="6" marL="3200400" algn="l">
              <a:lnSpc>
                <a:spcPct val="100000"/>
              </a:lnSpc>
              <a:spcBef>
                <a:spcPts val="800"/>
              </a:spcBef>
              <a:spcAft>
                <a:spcPts val="0"/>
              </a:spcAft>
              <a:buSzPts val="1200"/>
              <a:buChar char="•"/>
              <a:defRPr sz="1200"/>
            </a:lvl7pPr>
            <a:lvl8pPr indent="-304800" lvl="7" marL="3657600" algn="l">
              <a:lnSpc>
                <a:spcPct val="100000"/>
              </a:lnSpc>
              <a:spcBef>
                <a:spcPts val="800"/>
              </a:spcBef>
              <a:spcAft>
                <a:spcPts val="0"/>
              </a:spcAft>
              <a:buSzPts val="1200"/>
              <a:buChar char="•"/>
              <a:defRPr sz="1200"/>
            </a:lvl8pPr>
            <a:lvl9pPr indent="-304800" lvl="8" marL="4114800" algn="l">
              <a:lnSpc>
                <a:spcPct val="100000"/>
              </a:lnSpc>
              <a:spcBef>
                <a:spcPts val="800"/>
              </a:spcBef>
              <a:spcAft>
                <a:spcPts val="800"/>
              </a:spcAft>
              <a:buSzPts val="1200"/>
              <a:buChar char="•"/>
              <a:defRPr sz="1200"/>
            </a:lvl9pPr>
          </a:lstStyle>
          <a:p/>
        </p:txBody>
      </p:sp>
      <p:sp>
        <p:nvSpPr>
          <p:cNvPr id="68" name="Google Shape;68;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800"/>
              </a:spcBef>
              <a:spcAft>
                <a:spcPts val="0"/>
              </a:spcAft>
              <a:buSzPts val="1200"/>
              <a:buChar char="•"/>
              <a:defRPr sz="1200"/>
            </a:lvl2pPr>
            <a:lvl3pPr indent="-304800" lvl="2" marL="1371600" algn="l">
              <a:lnSpc>
                <a:spcPct val="100000"/>
              </a:lnSpc>
              <a:spcBef>
                <a:spcPts val="800"/>
              </a:spcBef>
              <a:spcAft>
                <a:spcPts val="0"/>
              </a:spcAft>
              <a:buSzPts val="1200"/>
              <a:buChar char="•"/>
              <a:defRPr sz="1200"/>
            </a:lvl3pPr>
            <a:lvl4pPr indent="-304800" lvl="3" marL="1828800" algn="l">
              <a:lnSpc>
                <a:spcPct val="100000"/>
              </a:lnSpc>
              <a:spcBef>
                <a:spcPts val="800"/>
              </a:spcBef>
              <a:spcAft>
                <a:spcPts val="0"/>
              </a:spcAft>
              <a:buSzPts val="1200"/>
              <a:buChar char="•"/>
              <a:defRPr sz="1200"/>
            </a:lvl4pPr>
            <a:lvl5pPr indent="-304800" lvl="4" marL="2286000" algn="l">
              <a:lnSpc>
                <a:spcPct val="100000"/>
              </a:lnSpc>
              <a:spcBef>
                <a:spcPts val="800"/>
              </a:spcBef>
              <a:spcAft>
                <a:spcPts val="0"/>
              </a:spcAft>
              <a:buSzPts val="1200"/>
              <a:buChar char="•"/>
              <a:defRPr sz="1200"/>
            </a:lvl5pPr>
            <a:lvl6pPr indent="-304800" lvl="5" marL="2743200" algn="l">
              <a:lnSpc>
                <a:spcPct val="100000"/>
              </a:lnSpc>
              <a:spcBef>
                <a:spcPts val="800"/>
              </a:spcBef>
              <a:spcAft>
                <a:spcPts val="0"/>
              </a:spcAft>
              <a:buSzPts val="1200"/>
              <a:buChar char="•"/>
              <a:defRPr sz="1200"/>
            </a:lvl6pPr>
            <a:lvl7pPr indent="-304800" lvl="6" marL="3200400" algn="l">
              <a:lnSpc>
                <a:spcPct val="100000"/>
              </a:lnSpc>
              <a:spcBef>
                <a:spcPts val="800"/>
              </a:spcBef>
              <a:spcAft>
                <a:spcPts val="0"/>
              </a:spcAft>
              <a:buSzPts val="1200"/>
              <a:buChar char="•"/>
              <a:defRPr sz="1200"/>
            </a:lvl7pPr>
            <a:lvl8pPr indent="-304800" lvl="7" marL="3657600" algn="l">
              <a:lnSpc>
                <a:spcPct val="100000"/>
              </a:lnSpc>
              <a:spcBef>
                <a:spcPts val="800"/>
              </a:spcBef>
              <a:spcAft>
                <a:spcPts val="0"/>
              </a:spcAft>
              <a:buSzPts val="1200"/>
              <a:buChar char="•"/>
              <a:defRPr sz="1200"/>
            </a:lvl8pPr>
            <a:lvl9pPr indent="-304800" lvl="8" marL="4114800" algn="l">
              <a:lnSpc>
                <a:spcPct val="100000"/>
              </a:lnSpc>
              <a:spcBef>
                <a:spcPts val="800"/>
              </a:spcBef>
              <a:spcAft>
                <a:spcPts val="800"/>
              </a:spcAft>
              <a:buSzPts val="1200"/>
              <a:buChar char="•"/>
              <a:defRPr sz="1200"/>
            </a:lvl9pPr>
          </a:lstStyle>
          <a:p/>
        </p:txBody>
      </p:sp>
      <p:sp>
        <p:nvSpPr>
          <p:cNvPr id="69" name="Google Shape;6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29"/>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72" name="Google Shape;7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30"/>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75" name="Google Shape;75;p30"/>
          <p:cNvSpPr txBox="1"/>
          <p:nvPr>
            <p:ph idx="1" type="body"/>
          </p:nvPr>
        </p:nvSpPr>
        <p:spPr>
          <a:xfrm>
            <a:off x="457200" y="1389600"/>
            <a:ext cx="56034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80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80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80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80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80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80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80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800"/>
              </a:spcBef>
              <a:spcAft>
                <a:spcPts val="800"/>
              </a:spcAft>
              <a:buSzPts val="1200"/>
              <a:buFont typeface="Inter"/>
              <a:buChar char="•"/>
              <a:defRPr sz="1200">
                <a:latin typeface="Inter"/>
                <a:ea typeface="Inter"/>
                <a:cs typeface="Inter"/>
                <a:sym typeface="Inter"/>
              </a:defRPr>
            </a:lvl9pPr>
          </a:lstStyle>
          <a:p/>
        </p:txBody>
      </p:sp>
      <p:sp>
        <p:nvSpPr>
          <p:cNvPr id="76" name="Google Shape;7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77" name="Shape 77"/>
        <p:cNvGrpSpPr/>
        <p:nvPr/>
      </p:nvGrpSpPr>
      <p:grpSpPr>
        <a:xfrm>
          <a:off x="0" y="0"/>
          <a:ext cx="0" cy="0"/>
          <a:chOff x="0" y="0"/>
          <a:chExt cx="0" cy="0"/>
        </a:xfrm>
      </p:grpSpPr>
      <p:sp>
        <p:nvSpPr>
          <p:cNvPr id="78" name="Google Shape;78;p31"/>
          <p:cNvSpPr txBox="1"/>
          <p:nvPr>
            <p:ph type="title"/>
          </p:nvPr>
        </p:nvSpPr>
        <p:spPr>
          <a:xfrm>
            <a:off x="457200" y="219390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79" name="Google Shape;7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80" name="Shape 80"/>
        <p:cNvGrpSpPr/>
        <p:nvPr/>
      </p:nvGrpSpPr>
      <p:grpSpPr>
        <a:xfrm>
          <a:off x="0" y="0"/>
          <a:ext cx="0" cy="0"/>
          <a:chOff x="0" y="0"/>
          <a:chExt cx="0" cy="0"/>
        </a:xfrm>
      </p:grpSpPr>
      <p:sp>
        <p:nvSpPr>
          <p:cNvPr id="81" name="Google Shape;81;p32"/>
          <p:cNvSpPr txBox="1"/>
          <p:nvPr>
            <p:ph type="title"/>
          </p:nvPr>
        </p:nvSpPr>
        <p:spPr>
          <a:xfrm>
            <a:off x="917050" y="450150"/>
            <a:ext cx="5249700" cy="4090800"/>
          </a:xfrm>
          <a:prstGeom prst="rect">
            <a:avLst/>
          </a:prstGeom>
          <a:noFill/>
          <a:ln>
            <a:noFill/>
          </a:ln>
        </p:spPr>
        <p:txBody>
          <a:bodyPr anchorCtr="0" anchor="ctr" bIns="91425" lIns="0" spcFirstLastPara="1" rIns="91425" wrap="square" tIns="91425">
            <a:normAutofit/>
          </a:bodyPr>
          <a:lstStyle>
            <a:lvl1pPr lvl="0" algn="l">
              <a:lnSpc>
                <a:spcPct val="75000"/>
              </a:lnSpc>
              <a:spcBef>
                <a:spcPts val="0"/>
              </a:spcBef>
              <a:spcAft>
                <a:spcPts val="0"/>
              </a:spcAft>
              <a:buClr>
                <a:schemeClr val="accent6"/>
              </a:buClr>
              <a:buSzPts val="4800"/>
              <a:buNone/>
              <a:defRPr sz="4800">
                <a:solidFill>
                  <a:schemeClr val="accent6"/>
                </a:solidFill>
              </a:defRPr>
            </a:lvl1pPr>
            <a:lvl2pPr lvl="1" algn="l">
              <a:lnSpc>
                <a:spcPct val="75000"/>
              </a:lnSpc>
              <a:spcBef>
                <a:spcPts val="0"/>
              </a:spcBef>
              <a:spcAft>
                <a:spcPts val="0"/>
              </a:spcAft>
              <a:buClr>
                <a:schemeClr val="accent6"/>
              </a:buClr>
              <a:buSzPts val="4800"/>
              <a:buNone/>
              <a:defRPr sz="4800">
                <a:solidFill>
                  <a:schemeClr val="accent6"/>
                </a:solidFill>
              </a:defRPr>
            </a:lvl2pPr>
            <a:lvl3pPr lvl="2" algn="l">
              <a:lnSpc>
                <a:spcPct val="75000"/>
              </a:lnSpc>
              <a:spcBef>
                <a:spcPts val="0"/>
              </a:spcBef>
              <a:spcAft>
                <a:spcPts val="0"/>
              </a:spcAft>
              <a:buClr>
                <a:schemeClr val="accent6"/>
              </a:buClr>
              <a:buSzPts val="4800"/>
              <a:buNone/>
              <a:defRPr sz="4800">
                <a:solidFill>
                  <a:schemeClr val="accent6"/>
                </a:solidFill>
              </a:defRPr>
            </a:lvl3pPr>
            <a:lvl4pPr lvl="3" algn="l">
              <a:lnSpc>
                <a:spcPct val="75000"/>
              </a:lnSpc>
              <a:spcBef>
                <a:spcPts val="0"/>
              </a:spcBef>
              <a:spcAft>
                <a:spcPts val="0"/>
              </a:spcAft>
              <a:buClr>
                <a:schemeClr val="accent6"/>
              </a:buClr>
              <a:buSzPts val="4800"/>
              <a:buNone/>
              <a:defRPr sz="4800">
                <a:solidFill>
                  <a:schemeClr val="accent6"/>
                </a:solidFill>
              </a:defRPr>
            </a:lvl4pPr>
            <a:lvl5pPr lvl="4" algn="l">
              <a:lnSpc>
                <a:spcPct val="75000"/>
              </a:lnSpc>
              <a:spcBef>
                <a:spcPts val="0"/>
              </a:spcBef>
              <a:spcAft>
                <a:spcPts val="0"/>
              </a:spcAft>
              <a:buClr>
                <a:schemeClr val="accent6"/>
              </a:buClr>
              <a:buSzPts val="4800"/>
              <a:buNone/>
              <a:defRPr sz="4800">
                <a:solidFill>
                  <a:schemeClr val="accent6"/>
                </a:solidFill>
              </a:defRPr>
            </a:lvl5pPr>
            <a:lvl6pPr lvl="5" algn="l">
              <a:lnSpc>
                <a:spcPct val="75000"/>
              </a:lnSpc>
              <a:spcBef>
                <a:spcPts val="0"/>
              </a:spcBef>
              <a:spcAft>
                <a:spcPts val="0"/>
              </a:spcAft>
              <a:buClr>
                <a:schemeClr val="accent6"/>
              </a:buClr>
              <a:buSzPts val="4800"/>
              <a:buNone/>
              <a:defRPr sz="4800">
                <a:solidFill>
                  <a:schemeClr val="accent6"/>
                </a:solidFill>
              </a:defRPr>
            </a:lvl6pPr>
            <a:lvl7pPr lvl="6" algn="l">
              <a:lnSpc>
                <a:spcPct val="75000"/>
              </a:lnSpc>
              <a:spcBef>
                <a:spcPts val="0"/>
              </a:spcBef>
              <a:spcAft>
                <a:spcPts val="0"/>
              </a:spcAft>
              <a:buClr>
                <a:schemeClr val="accent6"/>
              </a:buClr>
              <a:buSzPts val="4800"/>
              <a:buNone/>
              <a:defRPr sz="4800">
                <a:solidFill>
                  <a:schemeClr val="accent6"/>
                </a:solidFill>
              </a:defRPr>
            </a:lvl7pPr>
            <a:lvl8pPr lvl="7" algn="l">
              <a:lnSpc>
                <a:spcPct val="75000"/>
              </a:lnSpc>
              <a:spcBef>
                <a:spcPts val="0"/>
              </a:spcBef>
              <a:spcAft>
                <a:spcPts val="0"/>
              </a:spcAft>
              <a:buClr>
                <a:schemeClr val="accent6"/>
              </a:buClr>
              <a:buSzPts val="4800"/>
              <a:buNone/>
              <a:defRPr sz="4800">
                <a:solidFill>
                  <a:schemeClr val="accent6"/>
                </a:solidFill>
              </a:defRPr>
            </a:lvl8pPr>
            <a:lvl9pPr lvl="8" algn="l">
              <a:lnSpc>
                <a:spcPct val="75000"/>
              </a:lnSpc>
              <a:spcBef>
                <a:spcPts val="0"/>
              </a:spcBef>
              <a:spcAft>
                <a:spcPts val="0"/>
              </a:spcAft>
              <a:buClr>
                <a:schemeClr val="accent6"/>
              </a:buClr>
              <a:buSzPts val="4800"/>
              <a:buNone/>
              <a:defRPr sz="4800">
                <a:solidFill>
                  <a:schemeClr val="accent6"/>
                </a:solidFill>
              </a:defRPr>
            </a:lvl9pPr>
          </a:lstStyle>
          <a:p/>
        </p:txBody>
      </p:sp>
      <p:sp>
        <p:nvSpPr>
          <p:cNvPr id="82" name="Google Shape;8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83" name="Google Shape;83;p32"/>
          <p:cNvSpPr txBox="1"/>
          <p:nvPr>
            <p:ph idx="1" type="subTitle"/>
          </p:nvPr>
        </p:nvSpPr>
        <p:spPr>
          <a:xfrm>
            <a:off x="917050" y="3196425"/>
            <a:ext cx="4714200" cy="4518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3"/>
          <p:cNvSpPr txBox="1"/>
          <p:nvPr>
            <p:ph type="title"/>
          </p:nvPr>
        </p:nvSpPr>
        <p:spPr>
          <a:xfrm>
            <a:off x="265500" y="1233175"/>
            <a:ext cx="4045200" cy="1482300"/>
          </a:xfrm>
          <a:prstGeom prst="rect">
            <a:avLst/>
          </a:prstGeom>
          <a:noFill/>
          <a:ln>
            <a:noFill/>
          </a:ln>
        </p:spPr>
        <p:txBody>
          <a:bodyPr anchorCtr="0" anchor="b" bIns="91425" lIns="0" spcFirstLastPara="1" rIns="0" wrap="square" tIns="91425">
            <a:normAutofit/>
          </a:bodyPr>
          <a:lstStyle>
            <a:lvl1pPr lvl="0" algn="ctr">
              <a:lnSpc>
                <a:spcPct val="75000"/>
              </a:lnSpc>
              <a:spcBef>
                <a:spcPts val="0"/>
              </a:spcBef>
              <a:spcAft>
                <a:spcPts val="0"/>
              </a:spcAft>
              <a:buSzPts val="4200"/>
              <a:buNone/>
              <a:defRPr sz="4200"/>
            </a:lvl1pPr>
            <a:lvl2pPr lvl="1" algn="ctr">
              <a:lnSpc>
                <a:spcPct val="75000"/>
              </a:lnSpc>
              <a:spcBef>
                <a:spcPts val="0"/>
              </a:spcBef>
              <a:spcAft>
                <a:spcPts val="0"/>
              </a:spcAft>
              <a:buSzPts val="4200"/>
              <a:buNone/>
              <a:defRPr sz="4200"/>
            </a:lvl2pPr>
            <a:lvl3pPr lvl="2" algn="ctr">
              <a:lnSpc>
                <a:spcPct val="75000"/>
              </a:lnSpc>
              <a:spcBef>
                <a:spcPts val="0"/>
              </a:spcBef>
              <a:spcAft>
                <a:spcPts val="0"/>
              </a:spcAft>
              <a:buSzPts val="4200"/>
              <a:buNone/>
              <a:defRPr sz="4200"/>
            </a:lvl3pPr>
            <a:lvl4pPr lvl="3" algn="ctr">
              <a:lnSpc>
                <a:spcPct val="75000"/>
              </a:lnSpc>
              <a:spcBef>
                <a:spcPts val="0"/>
              </a:spcBef>
              <a:spcAft>
                <a:spcPts val="0"/>
              </a:spcAft>
              <a:buSzPts val="4200"/>
              <a:buNone/>
              <a:defRPr sz="4200"/>
            </a:lvl4pPr>
            <a:lvl5pPr lvl="4" algn="ctr">
              <a:lnSpc>
                <a:spcPct val="75000"/>
              </a:lnSpc>
              <a:spcBef>
                <a:spcPts val="0"/>
              </a:spcBef>
              <a:spcAft>
                <a:spcPts val="0"/>
              </a:spcAft>
              <a:buSzPts val="4200"/>
              <a:buNone/>
              <a:defRPr sz="4200"/>
            </a:lvl5pPr>
            <a:lvl6pPr lvl="5" algn="ctr">
              <a:lnSpc>
                <a:spcPct val="75000"/>
              </a:lnSpc>
              <a:spcBef>
                <a:spcPts val="0"/>
              </a:spcBef>
              <a:spcAft>
                <a:spcPts val="0"/>
              </a:spcAft>
              <a:buSzPts val="4200"/>
              <a:buNone/>
              <a:defRPr sz="4200"/>
            </a:lvl6pPr>
            <a:lvl7pPr lvl="6" algn="ctr">
              <a:lnSpc>
                <a:spcPct val="75000"/>
              </a:lnSpc>
              <a:spcBef>
                <a:spcPts val="0"/>
              </a:spcBef>
              <a:spcAft>
                <a:spcPts val="0"/>
              </a:spcAft>
              <a:buSzPts val="4200"/>
              <a:buNone/>
              <a:defRPr sz="4200"/>
            </a:lvl7pPr>
            <a:lvl8pPr lvl="7" algn="ctr">
              <a:lnSpc>
                <a:spcPct val="75000"/>
              </a:lnSpc>
              <a:spcBef>
                <a:spcPts val="0"/>
              </a:spcBef>
              <a:spcAft>
                <a:spcPts val="0"/>
              </a:spcAft>
              <a:buSzPts val="4200"/>
              <a:buNone/>
              <a:defRPr sz="4200"/>
            </a:lvl8pPr>
            <a:lvl9pPr lvl="8" algn="ctr">
              <a:lnSpc>
                <a:spcPct val="75000"/>
              </a:lnSpc>
              <a:spcBef>
                <a:spcPts val="0"/>
              </a:spcBef>
              <a:spcAft>
                <a:spcPts val="0"/>
              </a:spcAft>
              <a:buSzPts val="4200"/>
              <a:buNone/>
              <a:defRPr sz="4200"/>
            </a:lvl9pPr>
          </a:lstStyle>
          <a:p/>
        </p:txBody>
      </p:sp>
      <p:sp>
        <p:nvSpPr>
          <p:cNvPr id="87" name="Google Shape;87;p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8" name="Google Shape;88;p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800"/>
              </a:spcBef>
              <a:spcAft>
                <a:spcPts val="0"/>
              </a:spcAft>
              <a:buSzPts val="1400"/>
              <a:buChar char="•"/>
              <a:defRPr/>
            </a:lvl2pPr>
            <a:lvl3pPr indent="-317500" lvl="2" marL="1371600" algn="l">
              <a:lnSpc>
                <a:spcPct val="100000"/>
              </a:lnSpc>
              <a:spcBef>
                <a:spcPts val="800"/>
              </a:spcBef>
              <a:spcAft>
                <a:spcPts val="0"/>
              </a:spcAft>
              <a:buSzPts val="1400"/>
              <a:buChar char="•"/>
              <a:defRPr/>
            </a:lvl3pPr>
            <a:lvl4pPr indent="-317500" lvl="3" marL="1828800" algn="l">
              <a:lnSpc>
                <a:spcPct val="100000"/>
              </a:lnSpc>
              <a:spcBef>
                <a:spcPts val="800"/>
              </a:spcBef>
              <a:spcAft>
                <a:spcPts val="0"/>
              </a:spcAft>
              <a:buSzPts val="1400"/>
              <a:buChar char="•"/>
              <a:defRPr/>
            </a:lvl4pPr>
            <a:lvl5pPr indent="-317500" lvl="4" marL="2286000" algn="l">
              <a:lnSpc>
                <a:spcPct val="100000"/>
              </a:lnSpc>
              <a:spcBef>
                <a:spcPts val="800"/>
              </a:spcBef>
              <a:spcAft>
                <a:spcPts val="0"/>
              </a:spcAft>
              <a:buSzPts val="1400"/>
              <a:buChar char="•"/>
              <a:defRPr/>
            </a:lvl5pPr>
            <a:lvl6pPr indent="-317500" lvl="5" marL="2743200" algn="l">
              <a:lnSpc>
                <a:spcPct val="100000"/>
              </a:lnSpc>
              <a:spcBef>
                <a:spcPts val="800"/>
              </a:spcBef>
              <a:spcAft>
                <a:spcPts val="0"/>
              </a:spcAft>
              <a:buSzPts val="1400"/>
              <a:buChar char="•"/>
              <a:defRPr/>
            </a:lvl6pPr>
            <a:lvl7pPr indent="-317500" lvl="6" marL="3200400" algn="l">
              <a:lnSpc>
                <a:spcPct val="100000"/>
              </a:lnSpc>
              <a:spcBef>
                <a:spcPts val="800"/>
              </a:spcBef>
              <a:spcAft>
                <a:spcPts val="0"/>
              </a:spcAft>
              <a:buSzPts val="1400"/>
              <a:buChar char="•"/>
              <a:defRPr/>
            </a:lvl7pPr>
            <a:lvl8pPr indent="-317500" lvl="7" marL="3657600" algn="l">
              <a:lnSpc>
                <a:spcPct val="100000"/>
              </a:lnSpc>
              <a:spcBef>
                <a:spcPts val="800"/>
              </a:spcBef>
              <a:spcAft>
                <a:spcPts val="0"/>
              </a:spcAft>
              <a:buSzPts val="1400"/>
              <a:buChar char="•"/>
              <a:defRPr/>
            </a:lvl8pPr>
            <a:lvl9pPr indent="-317500" lvl="8" marL="4114800" algn="l">
              <a:lnSpc>
                <a:spcPct val="100000"/>
              </a:lnSpc>
              <a:spcBef>
                <a:spcPts val="800"/>
              </a:spcBef>
              <a:spcAft>
                <a:spcPts val="800"/>
              </a:spcAft>
              <a:buSzPts val="1400"/>
              <a:buChar char="•"/>
              <a:defRPr/>
            </a:lvl9pPr>
          </a:lstStyle>
          <a:p/>
        </p:txBody>
      </p:sp>
      <p:sp>
        <p:nvSpPr>
          <p:cNvPr id="89" name="Google Shape;8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3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400"/>
              <a:buNone/>
              <a:defRPr/>
            </a:lvl1pPr>
          </a:lstStyle>
          <a:p/>
        </p:txBody>
      </p:sp>
      <p:sp>
        <p:nvSpPr>
          <p:cNvPr id="92" name="Google Shape;9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35"/>
          <p:cNvSpPr txBox="1"/>
          <p:nvPr>
            <p:ph hasCustomPrompt="1" type="title"/>
          </p:nvPr>
        </p:nvSpPr>
        <p:spPr>
          <a:xfrm>
            <a:off x="311700" y="1106125"/>
            <a:ext cx="8520600" cy="1963500"/>
          </a:xfrm>
          <a:prstGeom prst="rect">
            <a:avLst/>
          </a:prstGeom>
          <a:noFill/>
          <a:ln>
            <a:noFill/>
          </a:ln>
        </p:spPr>
        <p:txBody>
          <a:bodyPr anchorCtr="0" anchor="b" bIns="91425" lIns="0" spcFirstLastPara="1" rIns="0" wrap="square" tIns="91425">
            <a:normAutofit/>
          </a:bodyPr>
          <a:lstStyle>
            <a:lvl1pPr lvl="0" algn="ctr">
              <a:lnSpc>
                <a:spcPct val="75000"/>
              </a:lnSpc>
              <a:spcBef>
                <a:spcPts val="0"/>
              </a:spcBef>
              <a:spcAft>
                <a:spcPts val="0"/>
              </a:spcAft>
              <a:buSzPts val="12000"/>
              <a:buNone/>
              <a:defRPr sz="12000"/>
            </a:lvl1pPr>
            <a:lvl2pPr lvl="1" algn="ctr">
              <a:lnSpc>
                <a:spcPct val="75000"/>
              </a:lnSpc>
              <a:spcBef>
                <a:spcPts val="0"/>
              </a:spcBef>
              <a:spcAft>
                <a:spcPts val="0"/>
              </a:spcAft>
              <a:buSzPts val="12000"/>
              <a:buNone/>
              <a:defRPr sz="12000"/>
            </a:lvl2pPr>
            <a:lvl3pPr lvl="2" algn="ctr">
              <a:lnSpc>
                <a:spcPct val="75000"/>
              </a:lnSpc>
              <a:spcBef>
                <a:spcPts val="0"/>
              </a:spcBef>
              <a:spcAft>
                <a:spcPts val="0"/>
              </a:spcAft>
              <a:buSzPts val="12000"/>
              <a:buNone/>
              <a:defRPr sz="12000"/>
            </a:lvl3pPr>
            <a:lvl4pPr lvl="3" algn="ctr">
              <a:lnSpc>
                <a:spcPct val="75000"/>
              </a:lnSpc>
              <a:spcBef>
                <a:spcPts val="0"/>
              </a:spcBef>
              <a:spcAft>
                <a:spcPts val="0"/>
              </a:spcAft>
              <a:buSzPts val="12000"/>
              <a:buNone/>
              <a:defRPr sz="12000"/>
            </a:lvl4pPr>
            <a:lvl5pPr lvl="4" algn="ctr">
              <a:lnSpc>
                <a:spcPct val="75000"/>
              </a:lnSpc>
              <a:spcBef>
                <a:spcPts val="0"/>
              </a:spcBef>
              <a:spcAft>
                <a:spcPts val="0"/>
              </a:spcAft>
              <a:buSzPts val="12000"/>
              <a:buNone/>
              <a:defRPr sz="12000"/>
            </a:lvl5pPr>
            <a:lvl6pPr lvl="5" algn="ctr">
              <a:lnSpc>
                <a:spcPct val="75000"/>
              </a:lnSpc>
              <a:spcBef>
                <a:spcPts val="0"/>
              </a:spcBef>
              <a:spcAft>
                <a:spcPts val="0"/>
              </a:spcAft>
              <a:buSzPts val="12000"/>
              <a:buNone/>
              <a:defRPr sz="12000"/>
            </a:lvl6pPr>
            <a:lvl7pPr lvl="6" algn="ctr">
              <a:lnSpc>
                <a:spcPct val="75000"/>
              </a:lnSpc>
              <a:spcBef>
                <a:spcPts val="0"/>
              </a:spcBef>
              <a:spcAft>
                <a:spcPts val="0"/>
              </a:spcAft>
              <a:buSzPts val="12000"/>
              <a:buNone/>
              <a:defRPr sz="12000"/>
            </a:lvl7pPr>
            <a:lvl8pPr lvl="7" algn="ctr">
              <a:lnSpc>
                <a:spcPct val="75000"/>
              </a:lnSpc>
              <a:spcBef>
                <a:spcPts val="0"/>
              </a:spcBef>
              <a:spcAft>
                <a:spcPts val="0"/>
              </a:spcAft>
              <a:buSzPts val="12000"/>
              <a:buNone/>
              <a:defRPr sz="12000"/>
            </a:lvl8pPr>
            <a:lvl9pPr lvl="8" algn="ctr">
              <a:lnSpc>
                <a:spcPct val="75000"/>
              </a:lnSpc>
              <a:spcBef>
                <a:spcPts val="0"/>
              </a:spcBef>
              <a:spcAft>
                <a:spcPts val="0"/>
              </a:spcAft>
              <a:buSzPts val="12000"/>
              <a:buNone/>
              <a:defRPr sz="12000"/>
            </a:lvl9pPr>
          </a:lstStyle>
          <a:p>
            <a:r>
              <a:t>xx%</a:t>
            </a:r>
          </a:p>
        </p:txBody>
      </p:sp>
      <p:sp>
        <p:nvSpPr>
          <p:cNvPr id="95" name="Google Shape;95;p3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17500" lvl="0" marL="457200" algn="ctr">
              <a:lnSpc>
                <a:spcPct val="100000"/>
              </a:lnSpc>
              <a:spcBef>
                <a:spcPts val="0"/>
              </a:spcBef>
              <a:spcAft>
                <a:spcPts val="0"/>
              </a:spcAft>
              <a:buSzPts val="1400"/>
              <a:buChar char="•"/>
              <a:defRPr/>
            </a:lvl1pPr>
            <a:lvl2pPr indent="-317500" lvl="1" marL="914400" algn="ctr">
              <a:lnSpc>
                <a:spcPct val="100000"/>
              </a:lnSpc>
              <a:spcBef>
                <a:spcPts val="800"/>
              </a:spcBef>
              <a:spcAft>
                <a:spcPts val="0"/>
              </a:spcAft>
              <a:buSzPts val="1400"/>
              <a:buChar char="•"/>
              <a:defRPr/>
            </a:lvl2pPr>
            <a:lvl3pPr indent="-317500" lvl="2" marL="1371600" algn="ctr">
              <a:lnSpc>
                <a:spcPct val="100000"/>
              </a:lnSpc>
              <a:spcBef>
                <a:spcPts val="800"/>
              </a:spcBef>
              <a:spcAft>
                <a:spcPts val="0"/>
              </a:spcAft>
              <a:buSzPts val="1400"/>
              <a:buChar char="•"/>
              <a:defRPr/>
            </a:lvl3pPr>
            <a:lvl4pPr indent="-317500" lvl="3" marL="1828800" algn="ctr">
              <a:lnSpc>
                <a:spcPct val="100000"/>
              </a:lnSpc>
              <a:spcBef>
                <a:spcPts val="800"/>
              </a:spcBef>
              <a:spcAft>
                <a:spcPts val="0"/>
              </a:spcAft>
              <a:buSzPts val="1400"/>
              <a:buChar char="•"/>
              <a:defRPr/>
            </a:lvl4pPr>
            <a:lvl5pPr indent="-317500" lvl="4" marL="2286000" algn="ctr">
              <a:lnSpc>
                <a:spcPct val="100000"/>
              </a:lnSpc>
              <a:spcBef>
                <a:spcPts val="800"/>
              </a:spcBef>
              <a:spcAft>
                <a:spcPts val="0"/>
              </a:spcAft>
              <a:buSzPts val="1400"/>
              <a:buChar char="•"/>
              <a:defRPr/>
            </a:lvl5pPr>
            <a:lvl6pPr indent="-317500" lvl="5" marL="2743200" algn="ctr">
              <a:lnSpc>
                <a:spcPct val="100000"/>
              </a:lnSpc>
              <a:spcBef>
                <a:spcPts val="800"/>
              </a:spcBef>
              <a:spcAft>
                <a:spcPts val="0"/>
              </a:spcAft>
              <a:buSzPts val="1400"/>
              <a:buChar char="•"/>
              <a:defRPr/>
            </a:lvl6pPr>
            <a:lvl7pPr indent="-317500" lvl="6" marL="3200400" algn="ctr">
              <a:lnSpc>
                <a:spcPct val="100000"/>
              </a:lnSpc>
              <a:spcBef>
                <a:spcPts val="800"/>
              </a:spcBef>
              <a:spcAft>
                <a:spcPts val="0"/>
              </a:spcAft>
              <a:buSzPts val="1400"/>
              <a:buChar char="•"/>
              <a:defRPr/>
            </a:lvl7pPr>
            <a:lvl8pPr indent="-317500" lvl="7" marL="3657600" algn="ctr">
              <a:lnSpc>
                <a:spcPct val="100000"/>
              </a:lnSpc>
              <a:spcBef>
                <a:spcPts val="800"/>
              </a:spcBef>
              <a:spcAft>
                <a:spcPts val="0"/>
              </a:spcAft>
              <a:buSzPts val="1400"/>
              <a:buChar char="•"/>
              <a:defRPr/>
            </a:lvl8pPr>
            <a:lvl9pPr indent="-317500" lvl="8" marL="4114800" algn="ctr">
              <a:lnSpc>
                <a:spcPct val="100000"/>
              </a:lnSpc>
              <a:spcBef>
                <a:spcPts val="800"/>
              </a:spcBef>
              <a:spcAft>
                <a:spcPts val="800"/>
              </a:spcAft>
              <a:buSzPts val="1400"/>
              <a:buChar char="•"/>
              <a:defRPr/>
            </a:lvl9pPr>
          </a:lstStyle>
          <a:p/>
        </p:txBody>
      </p:sp>
      <p:sp>
        <p:nvSpPr>
          <p:cNvPr id="96" name="Google Shape;9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p:cSld name="CUSTOM_3_2_1_1_1_1_1">
    <p:bg>
      <p:bgPr>
        <a:solidFill>
          <a:schemeClr val="lt1"/>
        </a:solidFill>
      </p:bgPr>
    </p:bg>
    <p:spTree>
      <p:nvGrpSpPr>
        <p:cNvPr id="99" name="Shape 99"/>
        <p:cNvGrpSpPr/>
        <p:nvPr/>
      </p:nvGrpSpPr>
      <p:grpSpPr>
        <a:xfrm>
          <a:off x="0" y="0"/>
          <a:ext cx="0" cy="0"/>
          <a:chOff x="0" y="0"/>
          <a:chExt cx="0" cy="0"/>
        </a:xfrm>
      </p:grpSpPr>
      <p:sp>
        <p:nvSpPr>
          <p:cNvPr id="100" name="Google Shape;100;p37"/>
          <p:cNvSpPr txBox="1"/>
          <p:nvPr>
            <p:ph idx="1" type="body"/>
          </p:nvPr>
        </p:nvSpPr>
        <p:spPr>
          <a:xfrm>
            <a:off x="4572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101" name="Google Shape;101;p37"/>
          <p:cNvSpPr txBox="1"/>
          <p:nvPr>
            <p:ph idx="2" type="subTitle"/>
          </p:nvPr>
        </p:nvSpPr>
        <p:spPr>
          <a:xfrm>
            <a:off x="45720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102" name="Google Shape;102;p37"/>
          <p:cNvSpPr txBox="1"/>
          <p:nvPr>
            <p:ph idx="3" type="body"/>
          </p:nvPr>
        </p:nvSpPr>
        <p:spPr>
          <a:xfrm>
            <a:off x="326895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103" name="Google Shape;103;p37"/>
          <p:cNvSpPr txBox="1"/>
          <p:nvPr>
            <p:ph idx="4" type="subTitle"/>
          </p:nvPr>
        </p:nvSpPr>
        <p:spPr>
          <a:xfrm>
            <a:off x="326895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104" name="Google Shape;104;p37"/>
          <p:cNvSpPr txBox="1"/>
          <p:nvPr>
            <p:ph idx="5" type="body"/>
          </p:nvPr>
        </p:nvSpPr>
        <p:spPr>
          <a:xfrm>
            <a:off x="60807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105" name="Google Shape;105;p37"/>
          <p:cNvSpPr txBox="1"/>
          <p:nvPr>
            <p:ph idx="6" type="subTitle"/>
          </p:nvPr>
        </p:nvSpPr>
        <p:spPr>
          <a:xfrm>
            <a:off x="608070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106" name="Google Shape;106;p37"/>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3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3" name="Google Shape;113;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4" name="Google Shape;11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7" name="Google Shape;11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1" name="Google Shape;12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sp>
        <p:nvSpPr>
          <p:cNvPr id="123" name="Google Shape;12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 name="Google Shape;124;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6" name="Google Shape;126;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 name="Google Shape;12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0" name="Shape 130"/>
        <p:cNvGrpSpPr/>
        <p:nvPr/>
      </p:nvGrpSpPr>
      <p:grpSpPr>
        <a:xfrm>
          <a:off x="0" y="0"/>
          <a:ext cx="0" cy="0"/>
          <a:chOff x="0" y="0"/>
          <a:chExt cx="0" cy="0"/>
        </a:xfrm>
      </p:grpSpPr>
      <p:sp>
        <p:nvSpPr>
          <p:cNvPr id="131" name="Google Shape;131;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32" name="Google Shape;132;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3" name="Google Shape;13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6" name="Google Shape;13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0" name="Google Shape;140;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1" name="Google Shape;141;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2" name="Google Shape;14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45" name="Google Shape;145;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8" name="Google Shape;148;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9" name="Google Shape;14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3.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1.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1pPr>
            <a:lvl2pPr lvl="1"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2pPr>
            <a:lvl3pPr lvl="2"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3pPr>
            <a:lvl4pPr lvl="3"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4pPr>
            <a:lvl5pPr lvl="4"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5pPr>
            <a:lvl6pPr lvl="5"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6pPr>
            <a:lvl7pPr lvl="6"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7pPr>
            <a:lvl8pPr lvl="7"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8pPr>
            <a:lvl9pPr lvl="8"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9pPr>
          </a:lstStyle>
          <a:p/>
        </p:txBody>
      </p:sp>
      <p:sp>
        <p:nvSpPr>
          <p:cNvPr id="7" name="Google Shape;7;p17"/>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marR="0" rtl="0" algn="l">
              <a:lnSpc>
                <a:spcPct val="100000"/>
              </a:lnSpc>
              <a:spcBef>
                <a:spcPts val="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1pPr>
            <a:lvl2pPr indent="-317500" lvl="1" marL="9144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2pPr>
            <a:lvl3pPr indent="-317500" lvl="2" marL="13716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3pPr>
            <a:lvl4pPr indent="-317500" lvl="3" marL="18288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4pPr>
            <a:lvl5pPr indent="-317500" lvl="4" marL="22860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5pPr>
            <a:lvl6pPr indent="-317500" lvl="5" marL="27432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6pPr>
            <a:lvl7pPr indent="-317500" lvl="6" marL="32004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7pPr>
            <a:lvl8pPr indent="-317500" lvl="7" marL="36576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8pPr>
            <a:lvl9pPr indent="-317500" lvl="8" marL="4114800" marR="0" rtl="0" algn="l">
              <a:lnSpc>
                <a:spcPct val="100000"/>
              </a:lnSpc>
              <a:spcBef>
                <a:spcPts val="800"/>
              </a:spcBef>
              <a:spcAft>
                <a:spcPts val="80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9pPr>
          </a:lstStyle>
          <a:p/>
        </p:txBody>
      </p:sp>
      <p:cxnSp>
        <p:nvCxnSpPr>
          <p:cNvPr id="8" name="Google Shape;8;p17"/>
          <p:cNvCxnSpPr/>
          <p:nvPr/>
        </p:nvCxnSpPr>
        <p:spPr>
          <a:xfrm>
            <a:off x="224675" y="224675"/>
            <a:ext cx="8694900" cy="0"/>
          </a:xfrm>
          <a:prstGeom prst="straightConnector1">
            <a:avLst/>
          </a:prstGeom>
          <a:noFill/>
          <a:ln cap="flat" cmpd="sng" w="9525">
            <a:solidFill>
              <a:schemeClr val="dk2"/>
            </a:solidFill>
            <a:prstDash val="solid"/>
            <a:round/>
            <a:headEnd len="sm" w="sm" type="none"/>
            <a:tailEnd len="sm" w="sm" type="none"/>
          </a:ln>
        </p:spPr>
      </p:cxnSp>
      <p:cxnSp>
        <p:nvCxnSpPr>
          <p:cNvPr id="9" name="Google Shape;9;p17"/>
          <p:cNvCxnSpPr/>
          <p:nvPr/>
        </p:nvCxnSpPr>
        <p:spPr>
          <a:xfrm>
            <a:off x="224675" y="4915825"/>
            <a:ext cx="8694900" cy="0"/>
          </a:xfrm>
          <a:prstGeom prst="straightConnector1">
            <a:avLst/>
          </a:prstGeom>
          <a:noFill/>
          <a:ln cap="flat" cmpd="sng" w="9525">
            <a:solidFill>
              <a:schemeClr val="dk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9" name="Google Shape;109;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10" name="Google Shape;110;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descr="presentation_title" id="156" name="Google Shape;156;p1"/>
          <p:cNvSpPr txBox="1"/>
          <p:nvPr>
            <p:ph type="ctrTitle"/>
          </p:nvPr>
        </p:nvSpPr>
        <p:spPr>
          <a:xfrm>
            <a:off x="570225" y="1545450"/>
            <a:ext cx="7659300" cy="20526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5200"/>
              <a:buNone/>
            </a:pPr>
            <a:r>
              <a:rPr b="1" lang="en-GB" sz="5400">
                <a:latin typeface="Bodoni Moda"/>
                <a:ea typeface="Bodoni Moda"/>
                <a:cs typeface="Bodoni Moda"/>
                <a:sym typeface="Bodoni Moda"/>
              </a:rPr>
              <a:t>Skill Enhancement Basics</a:t>
            </a:r>
            <a:endParaRPr b="1" sz="5400">
              <a:latin typeface="Bodoni Moda"/>
              <a:ea typeface="Bodoni Moda"/>
              <a:cs typeface="Bodoni Moda"/>
              <a:sym typeface="Bodoni Moda"/>
            </a:endParaRPr>
          </a:p>
        </p:txBody>
      </p:sp>
      <p:sp>
        <p:nvSpPr>
          <p:cNvPr id="157" name="Google Shape;157;p1"/>
          <p:cNvSpPr/>
          <p:nvPr/>
        </p:nvSpPr>
        <p:spPr>
          <a:xfrm>
            <a:off x="570225" y="11710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pic>
        <p:nvPicPr>
          <p:cNvPr descr="pixelcut-export (1)" id="158" name="Google Shape;158;p1"/>
          <p:cNvPicPr preferRelativeResize="0"/>
          <p:nvPr/>
        </p:nvPicPr>
        <p:blipFill rotWithShape="1">
          <a:blip r:embed="rId3">
            <a:alphaModFix/>
          </a:blip>
          <a:srcRect b="48563" l="0" r="0" t="22967"/>
          <a:stretch/>
        </p:blipFill>
        <p:spPr>
          <a:xfrm>
            <a:off x="4837430" y="277495"/>
            <a:ext cx="4306570" cy="12268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logo" id="163" name="Google Shape;163;p2"/>
          <p:cNvPicPr preferRelativeResize="0"/>
          <p:nvPr/>
        </p:nvPicPr>
        <p:blipFill rotWithShape="1">
          <a:blip r:embed="rId3">
            <a:alphaModFix/>
          </a:blip>
          <a:srcRect b="0" l="0" r="0" t="0"/>
          <a:stretch/>
        </p:blipFill>
        <p:spPr>
          <a:xfrm>
            <a:off x="488050" y="4799275"/>
            <a:ext cx="1371600" cy="146304"/>
          </a:xfrm>
          <a:prstGeom prst="rect">
            <a:avLst/>
          </a:prstGeom>
          <a:noFill/>
          <a:ln>
            <a:noFill/>
          </a:ln>
        </p:spPr>
      </p:pic>
      <p:sp>
        <p:nvSpPr>
          <p:cNvPr id="164" name="Google Shape;164;p2"/>
          <p:cNvSpPr/>
          <p:nvPr/>
        </p:nvSpPr>
        <p:spPr>
          <a:xfrm>
            <a:off x="4567750" y="0"/>
            <a:ext cx="4576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anken Grotesk"/>
              <a:ea typeface="Hanken Grotesk"/>
              <a:cs typeface="Hanken Grotesk"/>
              <a:sym typeface="Hanken Grotesk"/>
            </a:endParaRPr>
          </a:p>
        </p:txBody>
      </p:sp>
      <p:sp>
        <p:nvSpPr>
          <p:cNvPr descr="detail_0" id="165" name="Google Shape;165;p2"/>
          <p:cNvSpPr txBox="1"/>
          <p:nvPr/>
        </p:nvSpPr>
        <p:spPr>
          <a:xfrm>
            <a:off x="4923175" y="347475"/>
            <a:ext cx="3808800" cy="445320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None/>
            </a:pPr>
            <a:r>
              <a:rPr b="1" i="0" lang="en-GB" sz="1200" u="none" cap="none" strike="noStrike">
                <a:solidFill>
                  <a:schemeClr val="dk1"/>
                </a:solidFill>
                <a:latin typeface="Arial"/>
                <a:ea typeface="Arial"/>
                <a:cs typeface="Arial"/>
                <a:sym typeface="Arial"/>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b="1" i="0" lang="en-GB"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b="1" i="0" lang="en-GB" sz="1200" u="none" cap="none" strike="noStrike">
                <a:solidFill>
                  <a:schemeClr val="dk1"/>
                </a:solidFill>
                <a:latin typeface="Arial"/>
                <a:ea typeface="Arial"/>
                <a:cs typeface="Arial"/>
                <a:sym typeface="Arial"/>
              </a:rPr>
              <a:t>MySkill has partnered with institutes who have a proven track record of training and empowering women through various educational and experiential learning in the past. </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1" i="0" lang="en-GB" sz="1200" u="none" cap="none" strike="noStrike">
                <a:solidFill>
                  <a:schemeClr val="dk1"/>
                </a:solidFill>
                <a:latin typeface="Arial"/>
                <a:ea typeface="Arial"/>
                <a:cs typeface="Arial"/>
                <a:sym typeface="Arial"/>
              </a:rPr>
              <a:t>MySkill offers a platform for all aspiring women who want to have a greater expansion in professional and personal growth which in turn  contribute to structural transformation and economic growth by enhancing employability.</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GB" sz="1200" u="none" cap="none" strike="noStrike">
                <a:solidFill>
                  <a:schemeClr val="dk1"/>
                </a:solidFill>
                <a:latin typeface="Calibri"/>
                <a:ea typeface="Calibri"/>
                <a:cs typeface="Calibri"/>
                <a:sym typeface="Calibri"/>
              </a:rPr>
              <a:t> </a:t>
            </a:r>
            <a:endParaRPr b="1" i="0" sz="12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200"/>
              <a:buFont typeface="Arial"/>
              <a:buNone/>
            </a:pPr>
            <a:r>
              <a:t/>
            </a:r>
            <a:endParaRPr b="1" i="0" sz="1200" u="none" cap="none" strike="noStrike">
              <a:solidFill>
                <a:schemeClr val="dk1"/>
              </a:solidFill>
              <a:latin typeface="Calibri"/>
              <a:ea typeface="Calibri"/>
              <a:cs typeface="Calibri"/>
              <a:sym typeface="Calibri"/>
            </a:endParaRPr>
          </a:p>
        </p:txBody>
      </p:sp>
      <p:pic>
        <p:nvPicPr>
          <p:cNvPr descr="pixelcut-export (1)" id="166" name="Google Shape;166;p2"/>
          <p:cNvPicPr preferRelativeResize="0"/>
          <p:nvPr/>
        </p:nvPicPr>
        <p:blipFill rotWithShape="1">
          <a:blip r:embed="rId4">
            <a:alphaModFix/>
          </a:blip>
          <a:srcRect b="48563" l="0" r="0" t="22967"/>
          <a:stretch/>
        </p:blipFill>
        <p:spPr>
          <a:xfrm>
            <a:off x="0" y="4364990"/>
            <a:ext cx="2733040" cy="778510"/>
          </a:xfrm>
          <a:prstGeom prst="rect">
            <a:avLst/>
          </a:prstGeom>
          <a:noFill/>
          <a:ln>
            <a:noFill/>
          </a:ln>
        </p:spPr>
      </p:pic>
      <p:pic>
        <p:nvPicPr>
          <p:cNvPr descr="empowering" id="167" name="Google Shape;167;p2"/>
          <p:cNvPicPr preferRelativeResize="0"/>
          <p:nvPr/>
        </p:nvPicPr>
        <p:blipFill rotWithShape="1">
          <a:blip r:embed="rId5">
            <a:alphaModFix/>
          </a:blip>
          <a:srcRect b="4530" l="0" r="0" t="4666"/>
          <a:stretch/>
        </p:blipFill>
        <p:spPr>
          <a:xfrm>
            <a:off x="224155" y="532765"/>
            <a:ext cx="3892550" cy="3534410"/>
          </a:xfrm>
          <a:prstGeom prst="rect">
            <a:avLst/>
          </a:prstGeom>
          <a:noFill/>
          <a:ln>
            <a:noFill/>
          </a:ln>
        </p:spPr>
      </p:pic>
      <p:sp>
        <p:nvSpPr>
          <p:cNvPr id="168" name="Google Shape;168;p2"/>
          <p:cNvSpPr txBox="1"/>
          <p:nvPr/>
        </p:nvSpPr>
        <p:spPr>
          <a:xfrm>
            <a:off x="4923155" y="97790"/>
            <a:ext cx="549021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2400" u="none" cap="none" strike="noStrike">
                <a:solidFill>
                  <a:schemeClr val="dk1"/>
                </a:solidFill>
                <a:latin typeface="Arial"/>
                <a:ea typeface="Arial"/>
                <a:cs typeface="Arial"/>
                <a:sym typeface="Arial"/>
              </a:rPr>
              <a:t>Empowering Mankind</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
          <p:cNvSpPr txBox="1"/>
          <p:nvPr>
            <p:ph idx="4294967295" type="subTitle"/>
          </p:nvPr>
        </p:nvSpPr>
        <p:spPr>
          <a:xfrm>
            <a:off x="348525" y="342900"/>
            <a:ext cx="1918200" cy="3966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1" lang="en-GB" sz="2400" u="none" cap="none" strike="noStrike">
                <a:solidFill>
                  <a:schemeClr val="lt1"/>
                </a:solidFill>
                <a:latin typeface="Bodoni Moda"/>
                <a:ea typeface="Bodoni Moda"/>
                <a:cs typeface="Bodoni Moda"/>
                <a:sym typeface="Bodoni Moda"/>
              </a:rPr>
              <a:t>Agenda</a:t>
            </a:r>
            <a:endParaRPr b="1" i="1" sz="2400" u="none" cap="none" strike="noStrike">
              <a:solidFill>
                <a:schemeClr val="lt1"/>
              </a:solidFill>
              <a:latin typeface="Bodoni Moda"/>
              <a:ea typeface="Bodoni Moda"/>
              <a:cs typeface="Bodoni Moda"/>
              <a:sym typeface="Bodoni Moda"/>
            </a:endParaRPr>
          </a:p>
        </p:txBody>
      </p:sp>
      <p:sp>
        <p:nvSpPr>
          <p:cNvPr descr="agenda_0" id="174" name="Google Shape;174;p3"/>
          <p:cNvSpPr txBox="1"/>
          <p:nvPr/>
        </p:nvSpPr>
        <p:spPr>
          <a:xfrm>
            <a:off x="348615" y="1118870"/>
            <a:ext cx="4220210" cy="2445385"/>
          </a:xfrm>
          <a:prstGeom prst="rect">
            <a:avLst/>
          </a:prstGeom>
          <a:noFill/>
          <a:ln>
            <a:noFill/>
          </a:ln>
        </p:spPr>
        <p:txBody>
          <a:bodyPr anchorCtr="0" anchor="b" bIns="0" lIns="0" spcFirstLastPara="1" rIns="91425" wrap="square" tIns="91425">
            <a:noAutofit/>
          </a:bodyPr>
          <a:lstStyle/>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Introduction and Ice Breaker</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Why TTT?</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About MySkool</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MySkool Collab - Learning in Communities</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Facilities and Courses at MySkool</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Self Improvement and Management Skills</a:t>
            </a:r>
            <a:endParaRPr b="0" i="0" sz="1600" u="none" cap="none" strike="noStrike">
              <a:solidFill>
                <a:schemeClr val="lt1"/>
              </a:solidFill>
              <a:latin typeface="Georgia"/>
              <a:ea typeface="Georgia"/>
              <a:cs typeface="Georgia"/>
              <a:sym typeface="Georgia"/>
            </a:endParaRPr>
          </a:p>
        </p:txBody>
      </p:sp>
      <p:sp>
        <p:nvSpPr>
          <p:cNvPr descr="agenda_1" id="175" name="Google Shape;175;p3"/>
          <p:cNvSpPr txBox="1"/>
          <p:nvPr/>
        </p:nvSpPr>
        <p:spPr>
          <a:xfrm>
            <a:off x="4568825" y="1118870"/>
            <a:ext cx="4168140" cy="2446020"/>
          </a:xfrm>
          <a:prstGeom prst="rect">
            <a:avLst/>
          </a:prstGeom>
          <a:noFill/>
          <a:ln>
            <a:noFill/>
          </a:ln>
        </p:spPr>
        <p:txBody>
          <a:bodyPr anchorCtr="0" anchor="b" bIns="0" lIns="0" spcFirstLastPara="1" rIns="91425" wrap="square" tIns="91425">
            <a:noAutofit/>
          </a:bodyPr>
          <a:lstStyle/>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Classroom Management</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Building Trust with Students</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Effective Communication Skills</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Time Management in Teaching</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Assessment Strategies for Teachers</a:t>
            </a:r>
            <a:endParaRPr b="0" i="0" sz="1600" u="none" cap="none" strike="noStrike">
              <a:solidFill>
                <a:schemeClr val="lt1"/>
              </a:solidFill>
              <a:latin typeface="Georgia"/>
              <a:ea typeface="Georgia"/>
              <a:cs typeface="Georgia"/>
              <a:sym typeface="Georgia"/>
            </a:endParaRPr>
          </a:p>
          <a:p>
            <a:pPr indent="0" lvl="0" marL="0" marR="0" rtl="0" algn="l">
              <a:lnSpc>
                <a:spcPct val="150000"/>
              </a:lnSpc>
              <a:spcBef>
                <a:spcPts val="0"/>
              </a:spcBef>
              <a:spcAft>
                <a:spcPts val="0"/>
              </a:spcAft>
              <a:buClr>
                <a:schemeClr val="dk1"/>
              </a:buClr>
              <a:buSzPts val="1200"/>
              <a:buFont typeface="Georgia"/>
              <a:buChar char="•"/>
            </a:pPr>
            <a:r>
              <a:rPr b="0" i="0" lang="en-GB" sz="1600" u="none" cap="none" strike="noStrike">
                <a:solidFill>
                  <a:schemeClr val="lt1"/>
                </a:solidFill>
                <a:latin typeface="Georgia"/>
                <a:ea typeface="Georgia"/>
                <a:cs typeface="Georgia"/>
                <a:sym typeface="Georgia"/>
              </a:rPr>
              <a:t>Thank You</a:t>
            </a:r>
            <a:endParaRPr b="0" i="0" sz="1600" u="none" cap="none" strike="noStrike">
              <a:solidFill>
                <a:schemeClr val="lt1"/>
              </a:solidFill>
              <a:latin typeface="Georgia"/>
              <a:ea typeface="Georgia"/>
              <a:cs typeface="Georgia"/>
              <a:sym typeface="Georgia"/>
            </a:endParaRPr>
          </a:p>
        </p:txBody>
      </p:sp>
      <p:sp>
        <p:nvSpPr>
          <p:cNvPr id="176" name="Google Shape;176;p3"/>
          <p:cNvSpPr/>
          <p:nvPr/>
        </p:nvSpPr>
        <p:spPr>
          <a:xfrm>
            <a:off x="1532650" y="6579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pic>
        <p:nvPicPr>
          <p:cNvPr descr="pixelcut-export (1)" id="177" name="Google Shape;177;p3"/>
          <p:cNvPicPr preferRelativeResize="0"/>
          <p:nvPr/>
        </p:nvPicPr>
        <p:blipFill rotWithShape="1">
          <a:blip r:embed="rId3">
            <a:alphaModFix/>
          </a:blip>
          <a:srcRect b="48563" l="0" r="0" t="22967"/>
          <a:stretch/>
        </p:blipFill>
        <p:spPr>
          <a:xfrm>
            <a:off x="0" y="4276090"/>
            <a:ext cx="2733040" cy="7785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1" name="Shape 181"/>
        <p:cNvGrpSpPr/>
        <p:nvPr/>
      </p:nvGrpSpPr>
      <p:grpSpPr>
        <a:xfrm>
          <a:off x="0" y="0"/>
          <a:ext cx="0" cy="0"/>
          <a:chOff x="0" y="0"/>
          <a:chExt cx="0" cy="0"/>
        </a:xfrm>
      </p:grpSpPr>
      <p:sp>
        <p:nvSpPr>
          <p:cNvPr descr="header_0" id="182" name="Google Shape;182;p4"/>
          <p:cNvSpPr txBox="1"/>
          <p:nvPr>
            <p:ph idx="4294967295" type="subTitle"/>
          </p:nvPr>
        </p:nvSpPr>
        <p:spPr>
          <a:xfrm>
            <a:off x="348525"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Session Objectives</a:t>
            </a:r>
            <a:endParaRPr b="1" i="0" sz="1200" u="none" cap="none" strike="noStrike">
              <a:solidFill>
                <a:schemeClr val="lt1"/>
              </a:solidFill>
              <a:latin typeface="Georgia"/>
              <a:ea typeface="Georgia"/>
              <a:cs typeface="Georgia"/>
              <a:sym typeface="Georgia"/>
            </a:endParaRPr>
          </a:p>
        </p:txBody>
      </p:sp>
      <p:sp>
        <p:nvSpPr>
          <p:cNvPr descr="header_1" id="183" name="Google Shape;183;p4"/>
          <p:cNvSpPr txBox="1"/>
          <p:nvPr>
            <p:ph idx="4294967295" type="subTitle"/>
          </p:nvPr>
        </p:nvSpPr>
        <p:spPr>
          <a:xfrm>
            <a:off x="3264859"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Ice Breaker Activity</a:t>
            </a:r>
            <a:endParaRPr b="1" i="0" sz="1200" u="none" cap="none" strike="noStrike">
              <a:solidFill>
                <a:schemeClr val="lt1"/>
              </a:solidFill>
              <a:latin typeface="Georgia"/>
              <a:ea typeface="Georgia"/>
              <a:cs typeface="Georgia"/>
              <a:sym typeface="Georgia"/>
            </a:endParaRPr>
          </a:p>
        </p:txBody>
      </p:sp>
      <p:sp>
        <p:nvSpPr>
          <p:cNvPr descr="header_2" id="184" name="Google Shape;184;p4"/>
          <p:cNvSpPr txBox="1"/>
          <p:nvPr>
            <p:ph idx="4294967295" type="subTitle"/>
          </p:nvPr>
        </p:nvSpPr>
        <p:spPr>
          <a:xfrm>
            <a:off x="6181175"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Overview of TTT</a:t>
            </a:r>
            <a:endParaRPr b="1" i="0" sz="1200" u="none" cap="none" strike="noStrike">
              <a:solidFill>
                <a:schemeClr val="lt1"/>
              </a:solidFill>
              <a:latin typeface="Georgia"/>
              <a:ea typeface="Georgia"/>
              <a:cs typeface="Georgia"/>
              <a:sym typeface="Georgia"/>
            </a:endParaRPr>
          </a:p>
        </p:txBody>
      </p:sp>
      <p:sp>
        <p:nvSpPr>
          <p:cNvPr descr="detail_0" id="185" name="Google Shape;185;p4"/>
          <p:cNvSpPr txBox="1"/>
          <p:nvPr>
            <p:ph idx="1" type="body"/>
          </p:nvPr>
        </p:nvSpPr>
        <p:spPr>
          <a:xfrm>
            <a:off x="348525" y="2183451"/>
            <a:ext cx="2509500" cy="2364900"/>
          </a:xfrm>
          <a:prstGeom prst="rect">
            <a:avLst/>
          </a:prstGeom>
          <a:noFill/>
          <a:ln>
            <a:noFill/>
          </a:ln>
        </p:spPr>
        <p:txBody>
          <a:bodyPr anchorCtr="0" anchor="t" bIns="91425" lIns="0" spcFirstLastPara="1" rIns="0" wrap="square" tIns="91425">
            <a:noAutofit/>
          </a:bodyPr>
          <a:lstStyle/>
          <a:p>
            <a:pPr indent="228600" lvl="0" marL="0" rtl="0" algn="l">
              <a:lnSpc>
                <a:spcPct val="150000"/>
              </a:lnSpc>
              <a:spcBef>
                <a:spcPts val="0"/>
              </a:spcBef>
              <a:spcAft>
                <a:spcPts val="1000"/>
              </a:spcAft>
              <a:buSzPts val="1400"/>
              <a:buNone/>
            </a:pPr>
            <a:r>
              <a:rPr lang="en-GB" sz="1200">
                <a:solidFill>
                  <a:schemeClr val="lt1"/>
                </a:solidFill>
              </a:rPr>
              <a:t>The objectives for today include understanding the vision of MySkool, learning how trainers fit into this vision, and delivering effective sessions to students.</a:t>
            </a:r>
            <a:endParaRPr sz="1200">
              <a:solidFill>
                <a:schemeClr val="lt1"/>
              </a:solidFill>
            </a:endParaRPr>
          </a:p>
        </p:txBody>
      </p:sp>
      <p:sp>
        <p:nvSpPr>
          <p:cNvPr descr="detail_1" id="186" name="Google Shape;186;p4"/>
          <p:cNvSpPr txBox="1"/>
          <p:nvPr>
            <p:ph idx="1" type="body"/>
          </p:nvPr>
        </p:nvSpPr>
        <p:spPr>
          <a:xfrm>
            <a:off x="3264850" y="2183451"/>
            <a:ext cx="2509500" cy="2364900"/>
          </a:xfrm>
          <a:prstGeom prst="rect">
            <a:avLst/>
          </a:prstGeom>
          <a:noFill/>
          <a:ln>
            <a:noFill/>
          </a:ln>
        </p:spPr>
        <p:txBody>
          <a:bodyPr anchorCtr="0" anchor="t" bIns="91425" lIns="0" spcFirstLastPara="1" rIns="0" wrap="square" tIns="91425">
            <a:noAutofit/>
          </a:bodyPr>
          <a:lstStyle/>
          <a:p>
            <a:pPr indent="228600" lvl="0" marL="0" rtl="0" algn="l">
              <a:lnSpc>
                <a:spcPct val="150000"/>
              </a:lnSpc>
              <a:spcBef>
                <a:spcPts val="0"/>
              </a:spcBef>
              <a:spcAft>
                <a:spcPts val="1000"/>
              </a:spcAft>
              <a:buSzPts val="1400"/>
              <a:buNone/>
            </a:pPr>
            <a:r>
              <a:rPr lang="en-GB" sz="1200">
                <a:solidFill>
                  <a:schemeClr val="lt1"/>
                </a:solidFill>
              </a:rPr>
              <a:t>Participants will engage in an interactive ice breaker to foster connections and set a collaborative tone for the day.</a:t>
            </a:r>
            <a:endParaRPr sz="1200">
              <a:solidFill>
                <a:schemeClr val="lt1"/>
              </a:solidFill>
            </a:endParaRPr>
          </a:p>
        </p:txBody>
      </p:sp>
      <p:sp>
        <p:nvSpPr>
          <p:cNvPr descr="detail_2" id="187" name="Google Shape;187;p4"/>
          <p:cNvSpPr txBox="1"/>
          <p:nvPr>
            <p:ph idx="1" type="body"/>
          </p:nvPr>
        </p:nvSpPr>
        <p:spPr>
          <a:xfrm>
            <a:off x="6181150" y="2183451"/>
            <a:ext cx="2509500" cy="2364900"/>
          </a:xfrm>
          <a:prstGeom prst="rect">
            <a:avLst/>
          </a:prstGeom>
          <a:noFill/>
          <a:ln>
            <a:noFill/>
          </a:ln>
        </p:spPr>
        <p:txBody>
          <a:bodyPr anchorCtr="0" anchor="t" bIns="91425" lIns="0" spcFirstLastPara="1" rIns="0" wrap="square" tIns="91425">
            <a:noAutofit/>
          </a:bodyPr>
          <a:lstStyle/>
          <a:p>
            <a:pPr indent="228600" lvl="0" marL="0" rtl="0" algn="l">
              <a:lnSpc>
                <a:spcPct val="150000"/>
              </a:lnSpc>
              <a:spcBef>
                <a:spcPts val="0"/>
              </a:spcBef>
              <a:spcAft>
                <a:spcPts val="1000"/>
              </a:spcAft>
              <a:buSzPts val="1400"/>
              <a:buNone/>
            </a:pPr>
            <a:r>
              <a:rPr lang="en-GB" sz="1200">
                <a:solidFill>
                  <a:schemeClr val="lt1"/>
                </a:solidFill>
              </a:rPr>
              <a:t>The goal of MySkool TTT is to help trainers understand the vision of MySkool and learn how to fit into the page and deliver the same to the students for effective and qualitative sessions.</a:t>
            </a:r>
            <a:endParaRPr sz="1200">
              <a:solidFill>
                <a:schemeClr val="lt1"/>
              </a:solidFill>
            </a:endParaRPr>
          </a:p>
        </p:txBody>
      </p:sp>
      <p:sp>
        <p:nvSpPr>
          <p:cNvPr descr="title" id="188" name="Google Shape;188;p4"/>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GB" sz="2400">
                <a:latin typeface="Bodoni Moda"/>
                <a:ea typeface="Bodoni Moda"/>
                <a:cs typeface="Bodoni Moda"/>
                <a:sym typeface="Bodoni Moda"/>
              </a:rPr>
              <a:t>Introduction and Ice Breaker</a:t>
            </a:r>
            <a:endParaRPr b="1" sz="2400">
              <a:solidFill>
                <a:schemeClr val="lt1"/>
              </a:solidFill>
              <a:latin typeface="Bodoni Moda"/>
              <a:ea typeface="Bodoni Moda"/>
              <a:cs typeface="Bodoni Moda"/>
              <a:sym typeface="Bodoni Moda"/>
            </a:endParaRPr>
          </a:p>
        </p:txBody>
      </p:sp>
      <p:sp>
        <p:nvSpPr>
          <p:cNvPr id="189" name="Google Shape;189;p4"/>
          <p:cNvSpPr/>
          <p:nvPr/>
        </p:nvSpPr>
        <p:spPr>
          <a:xfrm>
            <a:off x="375600" y="2343575"/>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190" name="Google Shape;190;p4"/>
          <p:cNvSpPr/>
          <p:nvPr/>
        </p:nvSpPr>
        <p:spPr>
          <a:xfrm>
            <a:off x="3278363" y="2343575"/>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191" name="Google Shape;191;p4"/>
          <p:cNvSpPr/>
          <p:nvPr/>
        </p:nvSpPr>
        <p:spPr>
          <a:xfrm>
            <a:off x="6211338" y="2343575"/>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descr="chapter" id="192" name="Google Shape;192;p4"/>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Session Overview</a:t>
            </a:r>
            <a:endParaRPr b="1" i="0" sz="1000" u="none" cap="none" strike="noStrike">
              <a:solidFill>
                <a:schemeClr val="accent1"/>
              </a:solidFill>
              <a:latin typeface="Noto Sans"/>
              <a:ea typeface="Noto Sans"/>
              <a:cs typeface="Noto Sans"/>
              <a:sym typeface="Noto Sans"/>
            </a:endParaRPr>
          </a:p>
        </p:txBody>
      </p:sp>
      <p:grpSp>
        <p:nvGrpSpPr>
          <p:cNvPr id="193" name="Google Shape;193;p4"/>
          <p:cNvGrpSpPr/>
          <p:nvPr/>
        </p:nvGrpSpPr>
        <p:grpSpPr>
          <a:xfrm>
            <a:off x="6892000" y="340475"/>
            <a:ext cx="2057400" cy="1033200"/>
            <a:chOff x="6922975" y="1548525"/>
            <a:chExt cx="2057400" cy="1033200"/>
          </a:xfrm>
        </p:grpSpPr>
        <p:grpSp>
          <p:nvGrpSpPr>
            <p:cNvPr id="194" name="Google Shape;194;p4"/>
            <p:cNvGrpSpPr/>
            <p:nvPr/>
          </p:nvGrpSpPr>
          <p:grpSpPr>
            <a:xfrm>
              <a:off x="6922975" y="1548525"/>
              <a:ext cx="2057400" cy="1033200"/>
              <a:chOff x="6172200" y="152400"/>
              <a:chExt cx="2057400" cy="1033200"/>
            </a:xfrm>
          </p:grpSpPr>
          <p:sp>
            <p:nvSpPr>
              <p:cNvPr id="195" name="Google Shape;195;p4"/>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196" name="Google Shape;196;p4"/>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197" name="Google Shape;197;p4"/>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a fun fact or a personal story to the ice breaker activity to encourage participation.</a:t>
              </a:r>
              <a:endParaRPr b="0" i="0" sz="800" u="none" cap="none" strike="noStrike">
                <a:solidFill>
                  <a:srgbClr val="000000"/>
                </a:solidFill>
                <a:latin typeface="Inter"/>
                <a:ea typeface="Inter"/>
                <a:cs typeface="Inter"/>
                <a:sym typeface="Inter"/>
              </a:endParaRPr>
            </a:p>
          </p:txBody>
        </p:sp>
        <p:pic>
          <p:nvPicPr>
            <p:cNvPr id="198" name="Google Shape;198;p4"/>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199" name="Google Shape;199;p4"/>
          <p:cNvPicPr preferRelativeResize="0"/>
          <p:nvPr/>
        </p:nvPicPr>
        <p:blipFill rotWithShape="1">
          <a:blip r:embed="rId4">
            <a:alphaModFix/>
          </a:blip>
          <a:srcRect b="48563" l="0" r="0" t="22967"/>
          <a:stretch/>
        </p:blipFill>
        <p:spPr>
          <a:xfrm>
            <a:off x="0" y="4263390"/>
            <a:ext cx="2733040" cy="7785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3" name="Shape 203"/>
        <p:cNvGrpSpPr/>
        <p:nvPr/>
      </p:nvGrpSpPr>
      <p:grpSpPr>
        <a:xfrm>
          <a:off x="0" y="0"/>
          <a:ext cx="0" cy="0"/>
          <a:chOff x="0" y="0"/>
          <a:chExt cx="0" cy="0"/>
        </a:xfrm>
      </p:grpSpPr>
      <p:sp>
        <p:nvSpPr>
          <p:cNvPr descr="detail_0" id="204" name="Google Shape;204;p5"/>
          <p:cNvSpPr txBox="1"/>
          <p:nvPr>
            <p:ph idx="1" type="body"/>
          </p:nvPr>
        </p:nvSpPr>
        <p:spPr>
          <a:xfrm>
            <a:off x="1670050" y="936625"/>
            <a:ext cx="5804535" cy="3517265"/>
          </a:xfrm>
          <a:prstGeom prst="rect">
            <a:avLst/>
          </a:prstGeom>
          <a:noFill/>
          <a:ln>
            <a:noFill/>
          </a:ln>
        </p:spPr>
        <p:txBody>
          <a:bodyPr anchorCtr="0" anchor="t" bIns="91425" lIns="0" spcFirstLastPara="1" rIns="91425" wrap="square" tIns="91425">
            <a:noAutofit/>
          </a:bodyPr>
          <a:lstStyle/>
          <a:p>
            <a:pPr indent="0" lvl="0" marL="0" rtl="0" algn="ctr">
              <a:lnSpc>
                <a:spcPct val="115000"/>
              </a:lnSpc>
              <a:spcBef>
                <a:spcPts val="0"/>
              </a:spcBef>
              <a:spcAft>
                <a:spcPts val="0"/>
              </a:spcAft>
              <a:buSzPts val="1400"/>
              <a:buNone/>
            </a:pPr>
            <a:r>
              <a:rPr lang="en-GB">
                <a:solidFill>
                  <a:schemeClr val="lt1"/>
                </a:solidFill>
              </a:rPr>
              <a:t>The goal of MySkool TTT is to help trainers understand the vision of MySkool and learn how to fit in the page and deliver the same to the students for effective and qualitative sessions.</a:t>
            </a:r>
            <a:endParaRPr>
              <a:solidFill>
                <a:schemeClr val="lt1"/>
              </a:solidFill>
            </a:endParaRPr>
          </a:p>
          <a:p>
            <a:pPr indent="0" lvl="0" marL="0" rtl="0" algn="ctr">
              <a:lnSpc>
                <a:spcPct val="115000"/>
              </a:lnSpc>
              <a:spcBef>
                <a:spcPts val="1500"/>
              </a:spcBef>
              <a:spcAft>
                <a:spcPts val="0"/>
              </a:spcAft>
              <a:buSzPts val="1400"/>
              <a:buNone/>
            </a:pPr>
            <a:r>
              <a:rPr lang="en-GB">
                <a:solidFill>
                  <a:schemeClr val="lt1"/>
                </a:solidFill>
              </a:rPr>
              <a:t>TTT program helps trainers to develop the knowledge they need to be effective trainers, including:</a:t>
            </a:r>
            <a:endParaRPr>
              <a:solidFill>
                <a:schemeClr val="lt1"/>
              </a:solidFill>
            </a:endParaRPr>
          </a:p>
          <a:p>
            <a:pPr indent="0" lvl="0" marL="0" rtl="0" algn="ctr">
              <a:lnSpc>
                <a:spcPct val="115000"/>
              </a:lnSpc>
              <a:spcBef>
                <a:spcPts val="1500"/>
              </a:spcBef>
              <a:spcAft>
                <a:spcPts val="0"/>
              </a:spcAft>
              <a:buSzPts val="1400"/>
              <a:buNone/>
            </a:pPr>
            <a:r>
              <a:t/>
            </a:r>
            <a:endParaRPr sz="1200">
              <a:solidFill>
                <a:schemeClr val="lt1"/>
              </a:solidFill>
            </a:endParaRPr>
          </a:p>
          <a:p>
            <a:pPr indent="0" lvl="0" marL="0" rtl="0" algn="ctr">
              <a:lnSpc>
                <a:spcPct val="115000"/>
              </a:lnSpc>
              <a:spcBef>
                <a:spcPts val="1500"/>
              </a:spcBef>
              <a:spcAft>
                <a:spcPts val="0"/>
              </a:spcAft>
              <a:buSzPts val="1400"/>
              <a:buNone/>
            </a:pPr>
            <a:r>
              <a:rPr lang="en-GB" sz="1200">
                <a:solidFill>
                  <a:schemeClr val="lt1"/>
                </a:solidFill>
              </a:rPr>
              <a:t>- Subject knowledge			- Training Skills</a:t>
            </a:r>
            <a:endParaRPr sz="1200">
              <a:solidFill>
                <a:schemeClr val="lt1"/>
              </a:solidFill>
            </a:endParaRPr>
          </a:p>
          <a:p>
            <a:pPr indent="0" lvl="0" marL="0" rtl="0" algn="ctr">
              <a:lnSpc>
                <a:spcPct val="115000"/>
              </a:lnSpc>
              <a:spcBef>
                <a:spcPts val="1500"/>
              </a:spcBef>
              <a:spcAft>
                <a:spcPts val="0"/>
              </a:spcAft>
              <a:buSzPts val="1400"/>
              <a:buNone/>
            </a:pPr>
            <a:r>
              <a:rPr lang="en-GB" sz="1200">
                <a:solidFill>
                  <a:schemeClr val="lt1"/>
                </a:solidFill>
              </a:rPr>
              <a:t>- Know-how				- Confidence</a:t>
            </a:r>
            <a:endParaRPr sz="1200">
              <a:solidFill>
                <a:schemeClr val="lt1"/>
              </a:solidFill>
            </a:endParaRPr>
          </a:p>
          <a:p>
            <a:pPr indent="0" lvl="0" marL="0" rtl="0" algn="ctr">
              <a:lnSpc>
                <a:spcPct val="115000"/>
              </a:lnSpc>
              <a:spcBef>
                <a:spcPts val="1500"/>
              </a:spcBef>
              <a:spcAft>
                <a:spcPts val="0"/>
              </a:spcAft>
              <a:buSzPts val="1400"/>
              <a:buNone/>
            </a:pPr>
            <a:r>
              <a:rPr lang="en-GB" sz="1200">
                <a:solidFill>
                  <a:schemeClr val="lt1"/>
                </a:solidFill>
              </a:rPr>
              <a:t>- Teaching techniques			- Presentation skills</a:t>
            </a:r>
            <a:endParaRPr sz="1200">
              <a:solidFill>
                <a:schemeClr val="lt1"/>
              </a:solidFill>
            </a:endParaRPr>
          </a:p>
          <a:p>
            <a:pPr indent="0" lvl="0" marL="0" rtl="0" algn="ctr">
              <a:lnSpc>
                <a:spcPct val="115000"/>
              </a:lnSpc>
              <a:spcBef>
                <a:spcPts val="1500"/>
              </a:spcBef>
              <a:spcAft>
                <a:spcPts val="0"/>
              </a:spcAft>
              <a:buSzPts val="1400"/>
              <a:buNone/>
            </a:pPr>
            <a:r>
              <a:rPr lang="en-GB" sz="1200">
                <a:solidFill>
                  <a:schemeClr val="lt1"/>
                </a:solidFill>
              </a:rPr>
              <a:t>- Parent interaction			- Feedback methods</a:t>
            </a:r>
            <a:endParaRPr sz="1200">
              <a:solidFill>
                <a:schemeClr val="lt1"/>
              </a:solidFill>
            </a:endParaRPr>
          </a:p>
        </p:txBody>
      </p:sp>
      <p:sp>
        <p:nvSpPr>
          <p:cNvPr descr="title" id="205" name="Google Shape;205;p5"/>
          <p:cNvSpPr txBox="1"/>
          <p:nvPr>
            <p:ph type="title"/>
          </p:nvPr>
        </p:nvSpPr>
        <p:spPr>
          <a:xfrm>
            <a:off x="404850" y="521275"/>
            <a:ext cx="8334300" cy="572700"/>
          </a:xfrm>
          <a:prstGeom prst="rect">
            <a:avLst/>
          </a:prstGeom>
          <a:noFill/>
          <a:ln>
            <a:noFill/>
          </a:ln>
        </p:spPr>
        <p:txBody>
          <a:bodyPr anchorCtr="0" anchor="b" bIns="91425" lIns="0" spcFirstLastPara="1" rIns="0" wrap="square" tIns="91425">
            <a:noAutofit/>
          </a:bodyPr>
          <a:lstStyle/>
          <a:p>
            <a:pPr indent="0" lvl="0" marL="0" rtl="0" algn="ctr">
              <a:lnSpc>
                <a:spcPct val="75000"/>
              </a:lnSpc>
              <a:spcBef>
                <a:spcPts val="0"/>
              </a:spcBef>
              <a:spcAft>
                <a:spcPts val="0"/>
              </a:spcAft>
              <a:buSzPts val="990"/>
              <a:buNone/>
            </a:pPr>
            <a:r>
              <a:rPr b="1" lang="en-GB" sz="2400">
                <a:latin typeface="Bodoni Moda"/>
                <a:ea typeface="Bodoni Moda"/>
                <a:cs typeface="Bodoni Moda"/>
                <a:sym typeface="Bodoni Moda"/>
              </a:rPr>
              <a:t>Why TTT?</a:t>
            </a:r>
            <a:endParaRPr b="1" sz="2400">
              <a:solidFill>
                <a:schemeClr val="lt1"/>
              </a:solidFill>
              <a:latin typeface="Bodoni Moda"/>
              <a:ea typeface="Bodoni Moda"/>
              <a:cs typeface="Bodoni Moda"/>
              <a:sym typeface="Bodoni Moda"/>
            </a:endParaRPr>
          </a:p>
        </p:txBody>
      </p:sp>
      <p:sp>
        <p:nvSpPr>
          <p:cNvPr descr="chapter" id="206" name="Google Shape;206;p5"/>
          <p:cNvSpPr txBox="1"/>
          <p:nvPr/>
        </p:nvSpPr>
        <p:spPr>
          <a:xfrm>
            <a:off x="2940300" y="280075"/>
            <a:ext cx="3263400" cy="241200"/>
          </a:xfrm>
          <a:prstGeom prst="rect">
            <a:avLst/>
          </a:prstGeom>
          <a:noFill/>
          <a:ln>
            <a:noFill/>
          </a:ln>
        </p:spPr>
        <p:txBody>
          <a:bodyPr anchorCtr="0" anchor="t" bIns="91425" lIns="0"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Overview</a:t>
            </a:r>
            <a:endParaRPr b="1" i="0" sz="1000" u="none" cap="none" strike="noStrike">
              <a:solidFill>
                <a:schemeClr val="accent1"/>
              </a:solidFill>
              <a:latin typeface="Noto Sans"/>
              <a:ea typeface="Noto Sans"/>
              <a:cs typeface="Noto Sans"/>
              <a:sym typeface="Noto Sans"/>
            </a:endParaRPr>
          </a:p>
        </p:txBody>
      </p:sp>
      <p:sp>
        <p:nvSpPr>
          <p:cNvPr id="207" name="Google Shape;207;p5"/>
          <p:cNvSpPr/>
          <p:nvPr/>
        </p:nvSpPr>
        <p:spPr>
          <a:xfrm>
            <a:off x="4531200" y="1433275"/>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grpSp>
        <p:nvGrpSpPr>
          <p:cNvPr id="208" name="Google Shape;208;p5"/>
          <p:cNvGrpSpPr/>
          <p:nvPr/>
        </p:nvGrpSpPr>
        <p:grpSpPr>
          <a:xfrm>
            <a:off x="6892000" y="3769475"/>
            <a:ext cx="2057400" cy="1033200"/>
            <a:chOff x="6922975" y="1548525"/>
            <a:chExt cx="2057400" cy="1033200"/>
          </a:xfrm>
        </p:grpSpPr>
        <p:grpSp>
          <p:nvGrpSpPr>
            <p:cNvPr id="209" name="Google Shape;209;p5"/>
            <p:cNvGrpSpPr/>
            <p:nvPr/>
          </p:nvGrpSpPr>
          <p:grpSpPr>
            <a:xfrm>
              <a:off x="6922975" y="1548525"/>
              <a:ext cx="2057400" cy="1033200"/>
              <a:chOff x="6172200" y="152400"/>
              <a:chExt cx="2057400" cy="1033200"/>
            </a:xfrm>
          </p:grpSpPr>
          <p:sp>
            <p:nvSpPr>
              <p:cNvPr id="210" name="Google Shape;210;p5"/>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211" name="Google Shape;211;p5"/>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212" name="Google Shape;212;p5"/>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how the TTT program has positively impacted trainers and their teaching effectiveness.</a:t>
              </a:r>
              <a:endParaRPr b="0" i="0" sz="800" u="none" cap="none" strike="noStrike">
                <a:solidFill>
                  <a:srgbClr val="000000"/>
                </a:solidFill>
                <a:latin typeface="Inter"/>
                <a:ea typeface="Inter"/>
                <a:cs typeface="Inter"/>
                <a:sym typeface="Inter"/>
              </a:endParaRPr>
            </a:p>
          </p:txBody>
        </p:sp>
        <p:pic>
          <p:nvPicPr>
            <p:cNvPr id="213" name="Google Shape;213;p5"/>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214" name="Google Shape;214;p5"/>
          <p:cNvPicPr preferRelativeResize="0"/>
          <p:nvPr/>
        </p:nvPicPr>
        <p:blipFill rotWithShape="1">
          <a:blip r:embed="rId4">
            <a:alphaModFix/>
          </a:blip>
          <a:srcRect b="48563" l="0" r="0" t="22967"/>
          <a:stretch/>
        </p:blipFill>
        <p:spPr>
          <a:xfrm>
            <a:off x="0" y="4276090"/>
            <a:ext cx="2733040" cy="7785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8" name="Shape 218"/>
        <p:cNvGrpSpPr/>
        <p:nvPr/>
      </p:nvGrpSpPr>
      <p:grpSpPr>
        <a:xfrm>
          <a:off x="0" y="0"/>
          <a:ext cx="0" cy="0"/>
          <a:chOff x="0" y="0"/>
          <a:chExt cx="0" cy="0"/>
        </a:xfrm>
      </p:grpSpPr>
      <p:sp>
        <p:nvSpPr>
          <p:cNvPr descr="header_0" id="219" name="Google Shape;219;p6"/>
          <p:cNvSpPr txBox="1"/>
          <p:nvPr>
            <p:ph idx="4294967295" type="subTitle"/>
          </p:nvPr>
        </p:nvSpPr>
        <p:spPr>
          <a:xfrm>
            <a:off x="3888575" y="1337575"/>
            <a:ext cx="3890400" cy="6207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300" u="none" cap="none" strike="noStrike">
                <a:solidFill>
                  <a:schemeClr val="lt1"/>
                </a:solidFill>
                <a:latin typeface="Georgia"/>
                <a:ea typeface="Georgia"/>
                <a:cs typeface="Georgia"/>
                <a:sym typeface="Georgia"/>
              </a:rPr>
              <a:t>MySkool's Mission and Impact</a:t>
            </a:r>
            <a:endParaRPr b="1" i="0" sz="1300" u="none" cap="none" strike="noStrike">
              <a:solidFill>
                <a:schemeClr val="lt1"/>
              </a:solidFill>
              <a:latin typeface="Georgia"/>
              <a:ea typeface="Georgia"/>
              <a:cs typeface="Georgia"/>
              <a:sym typeface="Georgia"/>
            </a:endParaRPr>
          </a:p>
        </p:txBody>
      </p:sp>
      <p:sp>
        <p:nvSpPr>
          <p:cNvPr descr="detail_0" id="220" name="Google Shape;220;p6"/>
          <p:cNvSpPr txBox="1"/>
          <p:nvPr>
            <p:ph idx="1" type="body"/>
          </p:nvPr>
        </p:nvSpPr>
        <p:spPr>
          <a:xfrm>
            <a:off x="3888575" y="1958275"/>
            <a:ext cx="3890400" cy="2765100"/>
          </a:xfrm>
          <a:prstGeom prst="rect">
            <a:avLst/>
          </a:prstGeom>
          <a:noFill/>
          <a:ln>
            <a:noFill/>
          </a:ln>
        </p:spPr>
        <p:txBody>
          <a:bodyPr anchorCtr="0" anchor="t" bIns="91425" lIns="0" spcFirstLastPara="1" rIns="0" wrap="square" tIns="91425">
            <a:noAutofit/>
          </a:bodyPr>
          <a:lstStyle/>
          <a:p>
            <a:pPr indent="-193675" lvl="0" marL="342900" rtl="0" algn="l">
              <a:lnSpc>
                <a:spcPct val="100000"/>
              </a:lnSpc>
              <a:spcBef>
                <a:spcPts val="0"/>
              </a:spcBef>
              <a:spcAft>
                <a:spcPts val="0"/>
              </a:spcAft>
              <a:buSzPts val="800"/>
              <a:buChar char="●"/>
            </a:pPr>
            <a:r>
              <a:rPr lang="en-GB" sz="800">
                <a:solidFill>
                  <a:schemeClr val="lt1"/>
                </a:solidFill>
              </a:rPr>
              <a:t>MySkool is a complete educational offering right from scholastics to coscholastic with parental counseling and skill-based courses to unleash the potential in every child and shape them into better beings.</a:t>
            </a:r>
            <a:endParaRPr sz="800">
              <a:solidFill>
                <a:schemeClr val="lt1"/>
              </a:solidFill>
            </a:endParaRPr>
          </a:p>
          <a:p>
            <a:pPr indent="-193675" lvl="0" marL="342900" rtl="0" algn="l">
              <a:lnSpc>
                <a:spcPct val="100000"/>
              </a:lnSpc>
              <a:spcBef>
                <a:spcPts val="1000"/>
              </a:spcBef>
              <a:spcAft>
                <a:spcPts val="0"/>
              </a:spcAft>
              <a:buSzPts val="800"/>
              <a:buChar char="●"/>
            </a:pPr>
            <a:r>
              <a:rPr lang="en-GB" sz="800">
                <a:solidFill>
                  <a:schemeClr val="lt1"/>
                </a:solidFill>
              </a:rPr>
              <a:t>Started in 2021, MySkool has expanded from offline clubs to four branches, serving over 600 students, aiming to revolutionize the lives of children from the grassroots level.</a:t>
            </a:r>
            <a:endParaRPr sz="800">
              <a:solidFill>
                <a:schemeClr val="lt1"/>
              </a:solidFill>
            </a:endParaRPr>
          </a:p>
          <a:p>
            <a:pPr indent="-193675" lvl="0" marL="342900" rtl="0" algn="l">
              <a:lnSpc>
                <a:spcPct val="100000"/>
              </a:lnSpc>
              <a:spcBef>
                <a:spcPts val="1000"/>
              </a:spcBef>
              <a:spcAft>
                <a:spcPts val="0"/>
              </a:spcAft>
              <a:buSzPts val="800"/>
              <a:buChar char="●"/>
            </a:pPr>
            <a:r>
              <a:rPr lang="en-GB" sz="800">
                <a:solidFill>
                  <a:schemeClr val="lt1"/>
                </a:solidFill>
              </a:rPr>
              <a:t>MySkool has proven to be a trusted place for children aged 1 to 12 years, providing programs including toddler programs, preschool, daycare, tuitions, and various activities and competitions.</a:t>
            </a:r>
            <a:endParaRPr sz="800">
              <a:solidFill>
                <a:schemeClr val="lt1"/>
              </a:solidFill>
            </a:endParaRPr>
          </a:p>
          <a:p>
            <a:pPr indent="-193675" lvl="0" marL="342900" rtl="0" algn="l">
              <a:lnSpc>
                <a:spcPct val="100000"/>
              </a:lnSpc>
              <a:spcBef>
                <a:spcPts val="1000"/>
              </a:spcBef>
              <a:spcAft>
                <a:spcPts val="1000"/>
              </a:spcAft>
              <a:buSzPts val="800"/>
              <a:buChar char="●"/>
            </a:pPr>
            <a:r>
              <a:rPr lang="en-GB" sz="800">
                <a:solidFill>
                  <a:schemeClr val="lt1"/>
                </a:solidFill>
              </a:rPr>
              <a:t>MySkool Collab aims to foster human interaction among children, countering the effects of technology addiction and promoting skills through courses like personality development and yoga.</a:t>
            </a:r>
            <a:endParaRPr sz="800">
              <a:solidFill>
                <a:schemeClr val="lt1"/>
              </a:solidFill>
            </a:endParaRPr>
          </a:p>
        </p:txBody>
      </p:sp>
      <p:pic>
        <p:nvPicPr>
          <p:cNvPr id="221" name="Google Shape;221;p6"/>
          <p:cNvPicPr preferRelativeResize="0"/>
          <p:nvPr/>
        </p:nvPicPr>
        <p:blipFill rotWithShape="1">
          <a:blip r:embed="rId3">
            <a:alphaModFix/>
          </a:blip>
          <a:srcRect b="2042" l="0" r="0" t="2042"/>
          <a:stretch/>
        </p:blipFill>
        <p:spPr>
          <a:xfrm>
            <a:off x="348600" y="1337575"/>
            <a:ext cx="3282499" cy="3148449"/>
          </a:xfrm>
          <a:prstGeom prst="rect">
            <a:avLst/>
          </a:prstGeom>
          <a:noFill/>
          <a:ln>
            <a:noFill/>
          </a:ln>
        </p:spPr>
      </p:pic>
      <p:cxnSp>
        <p:nvCxnSpPr>
          <p:cNvPr id="222" name="Google Shape;222;p6"/>
          <p:cNvCxnSpPr/>
          <p:nvPr/>
        </p:nvCxnSpPr>
        <p:spPr>
          <a:xfrm>
            <a:off x="1607949" y="4651350"/>
            <a:ext cx="763800" cy="0"/>
          </a:xfrm>
          <a:prstGeom prst="straightConnector1">
            <a:avLst/>
          </a:prstGeom>
          <a:noFill/>
          <a:ln cap="flat" cmpd="sng" w="9525">
            <a:solidFill>
              <a:schemeClr val="dk2"/>
            </a:solidFill>
            <a:prstDash val="solid"/>
            <a:round/>
            <a:headEnd len="sm" w="sm" type="none"/>
            <a:tailEnd len="sm" w="sm" type="none"/>
          </a:ln>
        </p:spPr>
      </p:cxnSp>
      <p:sp>
        <p:nvSpPr>
          <p:cNvPr descr="title" id="223" name="Google Shape;223;p6"/>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GB" sz="2400">
                <a:latin typeface="Bodoni Moda"/>
                <a:ea typeface="Bodoni Moda"/>
                <a:cs typeface="Bodoni Moda"/>
                <a:sym typeface="Bodoni Moda"/>
              </a:rPr>
              <a:t>About MySkool</a:t>
            </a:r>
            <a:endParaRPr b="1" sz="2400">
              <a:solidFill>
                <a:schemeClr val="lt1"/>
              </a:solidFill>
              <a:latin typeface="Bodoni Moda"/>
              <a:ea typeface="Bodoni Moda"/>
              <a:cs typeface="Bodoni Moda"/>
              <a:sym typeface="Bodoni Moda"/>
            </a:endParaRPr>
          </a:p>
        </p:txBody>
      </p:sp>
      <p:sp>
        <p:nvSpPr>
          <p:cNvPr descr="chapter" id="224" name="Google Shape;224;p6"/>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Overview</a:t>
            </a:r>
            <a:endParaRPr b="1" i="0" sz="1000" u="none" cap="none" strike="noStrike">
              <a:solidFill>
                <a:schemeClr val="accent1"/>
              </a:solidFill>
              <a:latin typeface="Noto Sans"/>
              <a:ea typeface="Noto Sans"/>
              <a:cs typeface="Noto Sans"/>
              <a:sym typeface="Noto Sans"/>
            </a:endParaRPr>
          </a:p>
        </p:txBody>
      </p:sp>
      <p:grpSp>
        <p:nvGrpSpPr>
          <p:cNvPr id="225" name="Google Shape;225;p6"/>
          <p:cNvGrpSpPr/>
          <p:nvPr/>
        </p:nvGrpSpPr>
        <p:grpSpPr>
          <a:xfrm>
            <a:off x="6892000" y="340475"/>
            <a:ext cx="2057400" cy="1033200"/>
            <a:chOff x="6922975" y="1548525"/>
            <a:chExt cx="2057400" cy="1033200"/>
          </a:xfrm>
        </p:grpSpPr>
        <p:grpSp>
          <p:nvGrpSpPr>
            <p:cNvPr id="226" name="Google Shape;226;p6"/>
            <p:cNvGrpSpPr/>
            <p:nvPr/>
          </p:nvGrpSpPr>
          <p:grpSpPr>
            <a:xfrm>
              <a:off x="6922975" y="1548525"/>
              <a:ext cx="2057400" cy="1033200"/>
              <a:chOff x="6172200" y="152400"/>
              <a:chExt cx="2057400" cy="1033200"/>
            </a:xfrm>
          </p:grpSpPr>
          <p:sp>
            <p:nvSpPr>
              <p:cNvPr id="227" name="Google Shape;227;p6"/>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228" name="Google Shape;228;p6"/>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229" name="Google Shape;229;p6"/>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MySkool's programs and their outcomes to make the slide more relatable and impactful.</a:t>
              </a:r>
              <a:endParaRPr b="0" i="0" sz="800" u="none" cap="none" strike="noStrike">
                <a:solidFill>
                  <a:srgbClr val="000000"/>
                </a:solidFill>
                <a:latin typeface="Inter"/>
                <a:ea typeface="Inter"/>
                <a:cs typeface="Inter"/>
                <a:sym typeface="Inter"/>
              </a:endParaRPr>
            </a:p>
          </p:txBody>
        </p:sp>
        <p:pic>
          <p:nvPicPr>
            <p:cNvPr id="230" name="Google Shape;230;p6"/>
            <p:cNvPicPr preferRelativeResize="0"/>
            <p:nvPr/>
          </p:nvPicPr>
          <p:blipFill rotWithShape="1">
            <a:blip r:embed="rId4">
              <a:alphaModFix/>
            </a:blip>
            <a:srcRect b="0" l="0" r="0" t="0"/>
            <a:stretch/>
          </p:blipFill>
          <p:spPr>
            <a:xfrm>
              <a:off x="7016628" y="1652466"/>
              <a:ext cx="164591" cy="164591"/>
            </a:xfrm>
            <a:prstGeom prst="rect">
              <a:avLst/>
            </a:prstGeom>
            <a:noFill/>
            <a:ln>
              <a:noFill/>
            </a:ln>
          </p:spPr>
        </p:pic>
      </p:grpSp>
      <p:pic>
        <p:nvPicPr>
          <p:cNvPr descr="pixelcut-export (1)" id="231" name="Google Shape;231;p6"/>
          <p:cNvPicPr preferRelativeResize="0"/>
          <p:nvPr/>
        </p:nvPicPr>
        <p:blipFill rotWithShape="1">
          <a:blip r:embed="rId5">
            <a:alphaModFix/>
          </a:blip>
          <a:srcRect b="48563" l="0" r="0" t="22967"/>
          <a:stretch/>
        </p:blipFill>
        <p:spPr>
          <a:xfrm>
            <a:off x="0" y="4301490"/>
            <a:ext cx="2733040" cy="7785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5" name="Shape 235"/>
        <p:cNvGrpSpPr/>
        <p:nvPr/>
      </p:nvGrpSpPr>
      <p:grpSpPr>
        <a:xfrm>
          <a:off x="0" y="0"/>
          <a:ext cx="0" cy="0"/>
          <a:chOff x="0" y="0"/>
          <a:chExt cx="0" cy="0"/>
        </a:xfrm>
      </p:grpSpPr>
      <p:sp>
        <p:nvSpPr>
          <p:cNvPr descr="header_0" id="236" name="Google Shape;236;p7"/>
          <p:cNvSpPr txBox="1"/>
          <p:nvPr/>
        </p:nvSpPr>
        <p:spPr>
          <a:xfrm>
            <a:off x="348525"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lt1"/>
                </a:solidFill>
                <a:latin typeface="Georgia"/>
                <a:ea typeface="Georgia"/>
                <a:cs typeface="Georgia"/>
                <a:sym typeface="Georgia"/>
              </a:rPr>
              <a:t>Concept of Collab</a:t>
            </a:r>
            <a:endParaRPr b="1" i="0" sz="1200" u="none" cap="none" strike="noStrike">
              <a:solidFill>
                <a:schemeClr val="lt1"/>
              </a:solidFill>
              <a:latin typeface="Georgia"/>
              <a:ea typeface="Georgia"/>
              <a:cs typeface="Georgia"/>
              <a:sym typeface="Georgia"/>
            </a:endParaRPr>
          </a:p>
        </p:txBody>
      </p:sp>
      <p:sp>
        <p:nvSpPr>
          <p:cNvPr descr="header_1" id="237" name="Google Shape;237;p7"/>
          <p:cNvSpPr txBox="1"/>
          <p:nvPr/>
        </p:nvSpPr>
        <p:spPr>
          <a:xfrm>
            <a:off x="2472428"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lt1"/>
                </a:solidFill>
                <a:latin typeface="Georgia"/>
                <a:ea typeface="Georgia"/>
                <a:cs typeface="Georgia"/>
                <a:sym typeface="Georgia"/>
              </a:rPr>
              <a:t>Importance of Collab</a:t>
            </a:r>
            <a:endParaRPr b="1" i="0" sz="1200" u="none" cap="none" strike="noStrike">
              <a:solidFill>
                <a:schemeClr val="lt1"/>
              </a:solidFill>
              <a:latin typeface="Georgia"/>
              <a:ea typeface="Georgia"/>
              <a:cs typeface="Georgia"/>
              <a:sym typeface="Georgia"/>
            </a:endParaRPr>
          </a:p>
        </p:txBody>
      </p:sp>
      <p:sp>
        <p:nvSpPr>
          <p:cNvPr descr="header_2" id="238" name="Google Shape;238;p7"/>
          <p:cNvSpPr txBox="1"/>
          <p:nvPr/>
        </p:nvSpPr>
        <p:spPr>
          <a:xfrm>
            <a:off x="4596331"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lt1"/>
                </a:solidFill>
                <a:latin typeface="Georgia"/>
                <a:ea typeface="Georgia"/>
                <a:cs typeface="Georgia"/>
                <a:sym typeface="Georgia"/>
              </a:rPr>
              <a:t>Objectives of Collab</a:t>
            </a:r>
            <a:endParaRPr b="1" i="0" sz="1200" u="none" cap="none" strike="noStrike">
              <a:solidFill>
                <a:schemeClr val="lt1"/>
              </a:solidFill>
              <a:latin typeface="Georgia"/>
              <a:ea typeface="Georgia"/>
              <a:cs typeface="Georgia"/>
              <a:sym typeface="Georgia"/>
            </a:endParaRPr>
          </a:p>
        </p:txBody>
      </p:sp>
      <p:sp>
        <p:nvSpPr>
          <p:cNvPr descr="header_3" id="239" name="Google Shape;239;p7"/>
          <p:cNvSpPr txBox="1"/>
          <p:nvPr/>
        </p:nvSpPr>
        <p:spPr>
          <a:xfrm>
            <a:off x="6720250"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lt1"/>
                </a:solidFill>
                <a:latin typeface="Georgia"/>
                <a:ea typeface="Georgia"/>
                <a:cs typeface="Georgia"/>
                <a:sym typeface="Georgia"/>
              </a:rPr>
              <a:t>Differentiation from Other Programs</a:t>
            </a:r>
            <a:endParaRPr b="1" i="0" sz="1200" u="none" cap="none" strike="noStrike">
              <a:solidFill>
                <a:schemeClr val="lt1"/>
              </a:solidFill>
              <a:latin typeface="Georgia"/>
              <a:ea typeface="Georgia"/>
              <a:cs typeface="Georgia"/>
              <a:sym typeface="Georgia"/>
            </a:endParaRPr>
          </a:p>
        </p:txBody>
      </p:sp>
      <p:sp>
        <p:nvSpPr>
          <p:cNvPr descr="detail_0" id="240" name="Google Shape;240;p7"/>
          <p:cNvSpPr txBox="1"/>
          <p:nvPr/>
        </p:nvSpPr>
        <p:spPr>
          <a:xfrm>
            <a:off x="345575" y="2490175"/>
            <a:ext cx="1968600" cy="20751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20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Collab, meaning to collaborate, addresses the crucial need for children to socialize and engage in human interaction, especially in a technology-driven age.</a:t>
            </a:r>
            <a:endParaRPr b="0" i="0" sz="1200" u="none" cap="none" strike="noStrike">
              <a:solidFill>
                <a:schemeClr val="lt1"/>
              </a:solidFill>
              <a:latin typeface="Georgia"/>
              <a:ea typeface="Georgia"/>
              <a:cs typeface="Georgia"/>
              <a:sym typeface="Georgia"/>
            </a:endParaRPr>
          </a:p>
        </p:txBody>
      </p:sp>
      <p:sp>
        <p:nvSpPr>
          <p:cNvPr descr="detail_1" id="241" name="Google Shape;241;p7"/>
          <p:cNvSpPr txBox="1"/>
          <p:nvPr/>
        </p:nvSpPr>
        <p:spPr>
          <a:xfrm>
            <a:off x="2469486" y="2490175"/>
            <a:ext cx="1968600" cy="20751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Collab ensures human interaction, helping to develop all aspects of human evolution, especially as technology has led to issues like virtual autism and anti-social behavior.</a:t>
            </a:r>
            <a:endParaRPr b="0" i="0" sz="1200" u="none" cap="none" strike="noStrike">
              <a:solidFill>
                <a:schemeClr val="lt1"/>
              </a:solidFill>
              <a:latin typeface="Georgia"/>
              <a:ea typeface="Georgia"/>
              <a:cs typeface="Georgia"/>
              <a:sym typeface="Georgia"/>
            </a:endParaRPr>
          </a:p>
        </p:txBody>
      </p:sp>
      <p:sp>
        <p:nvSpPr>
          <p:cNvPr descr="detail_2" id="242" name="Google Shape;242;p7"/>
          <p:cNvSpPr txBox="1"/>
          <p:nvPr/>
        </p:nvSpPr>
        <p:spPr>
          <a:xfrm>
            <a:off x="4593397" y="2490175"/>
            <a:ext cx="1968600" cy="20751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100"/>
              <a:buFont typeface="Arial"/>
              <a:buNone/>
            </a:pPr>
            <a:r>
              <a:rPr b="0" i="0" lang="en-GB" sz="1100" u="none" cap="none" strike="noStrike">
                <a:solidFill>
                  <a:schemeClr val="lt1"/>
                </a:solidFill>
                <a:latin typeface="Georgia"/>
                <a:ea typeface="Georgia"/>
                <a:cs typeface="Georgia"/>
                <a:sym typeface="Georgia"/>
              </a:rPr>
              <a:t>Collab focuses on developing personality traits to handle real-life situations, guiding children toward making the right career choices, and providing platforms for showcasing young talents.</a:t>
            </a:r>
            <a:endParaRPr b="0" i="0" sz="1100" u="none" cap="none" strike="noStrike">
              <a:solidFill>
                <a:schemeClr val="lt1"/>
              </a:solidFill>
              <a:latin typeface="Georgia"/>
              <a:ea typeface="Georgia"/>
              <a:cs typeface="Georgia"/>
              <a:sym typeface="Georgia"/>
            </a:endParaRPr>
          </a:p>
        </p:txBody>
      </p:sp>
      <p:sp>
        <p:nvSpPr>
          <p:cNvPr descr="detail_3" id="243" name="Google Shape;243;p7"/>
          <p:cNvSpPr txBox="1"/>
          <p:nvPr/>
        </p:nvSpPr>
        <p:spPr>
          <a:xfrm>
            <a:off x="6717325" y="2490175"/>
            <a:ext cx="1968600" cy="20751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Each course is tailor-made to suit children's ages and activities, ensuring immersive knowledge rather than just imparting information, thus involving parents in their children's growth.</a:t>
            </a:r>
            <a:endParaRPr b="0" i="0" sz="1200" u="none" cap="none" strike="noStrike">
              <a:solidFill>
                <a:schemeClr val="lt1"/>
              </a:solidFill>
              <a:latin typeface="Georgia"/>
              <a:ea typeface="Georgia"/>
              <a:cs typeface="Georgia"/>
              <a:sym typeface="Georgia"/>
            </a:endParaRPr>
          </a:p>
        </p:txBody>
      </p:sp>
      <p:sp>
        <p:nvSpPr>
          <p:cNvPr descr="title" id="244" name="Google Shape;244;p7"/>
          <p:cNvSpPr txBox="1"/>
          <p:nvPr>
            <p:ph type="title"/>
          </p:nvPr>
        </p:nvSpPr>
        <p:spPr>
          <a:xfrm>
            <a:off x="348600" y="521275"/>
            <a:ext cx="8334300" cy="5727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GB">
                <a:latin typeface="Bodoni Moda"/>
                <a:ea typeface="Bodoni Moda"/>
                <a:cs typeface="Bodoni Moda"/>
                <a:sym typeface="Bodoni Moda"/>
              </a:rPr>
              <a:t>MySkool Collab - Learning in Communities</a:t>
            </a:r>
            <a:endParaRPr b="1" sz="2400">
              <a:solidFill>
                <a:schemeClr val="lt1"/>
              </a:solidFill>
              <a:latin typeface="Bodoni Moda"/>
              <a:ea typeface="Bodoni Moda"/>
              <a:cs typeface="Bodoni Moda"/>
              <a:sym typeface="Bodoni Moda"/>
            </a:endParaRPr>
          </a:p>
        </p:txBody>
      </p:sp>
      <p:sp>
        <p:nvSpPr>
          <p:cNvPr descr="chapter" id="245" name="Google Shape;245;p7"/>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Collab</a:t>
            </a:r>
            <a:endParaRPr b="1" i="0" sz="1000" u="none" cap="none" strike="noStrike">
              <a:solidFill>
                <a:schemeClr val="accent1"/>
              </a:solidFill>
              <a:latin typeface="Noto Sans"/>
              <a:ea typeface="Noto Sans"/>
              <a:cs typeface="Noto Sans"/>
              <a:sym typeface="Noto Sans"/>
            </a:endParaRPr>
          </a:p>
        </p:txBody>
      </p:sp>
      <p:sp>
        <p:nvSpPr>
          <p:cNvPr id="246" name="Google Shape;246;p7"/>
          <p:cNvSpPr/>
          <p:nvPr/>
        </p:nvSpPr>
        <p:spPr>
          <a:xfrm>
            <a:off x="348600" y="2228913"/>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247" name="Google Shape;247;p7"/>
          <p:cNvSpPr/>
          <p:nvPr/>
        </p:nvSpPr>
        <p:spPr>
          <a:xfrm>
            <a:off x="2472500" y="2228913"/>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248" name="Google Shape;248;p7"/>
          <p:cNvSpPr/>
          <p:nvPr/>
        </p:nvSpPr>
        <p:spPr>
          <a:xfrm>
            <a:off x="4596400" y="2228913"/>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249" name="Google Shape;249;p7"/>
          <p:cNvSpPr/>
          <p:nvPr/>
        </p:nvSpPr>
        <p:spPr>
          <a:xfrm>
            <a:off x="6720300" y="2228913"/>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grpSp>
        <p:nvGrpSpPr>
          <p:cNvPr id="250" name="Google Shape;250;p7"/>
          <p:cNvGrpSpPr/>
          <p:nvPr/>
        </p:nvGrpSpPr>
        <p:grpSpPr>
          <a:xfrm>
            <a:off x="6965625" y="112900"/>
            <a:ext cx="2057400" cy="1033200"/>
            <a:chOff x="6922975" y="1548525"/>
            <a:chExt cx="2057400" cy="1033200"/>
          </a:xfrm>
        </p:grpSpPr>
        <p:grpSp>
          <p:nvGrpSpPr>
            <p:cNvPr id="251" name="Google Shape;251;p7"/>
            <p:cNvGrpSpPr/>
            <p:nvPr/>
          </p:nvGrpSpPr>
          <p:grpSpPr>
            <a:xfrm>
              <a:off x="6922975" y="1548525"/>
              <a:ext cx="2057400" cy="1033200"/>
              <a:chOff x="6172200" y="152400"/>
              <a:chExt cx="2057400" cy="1033200"/>
            </a:xfrm>
          </p:grpSpPr>
          <p:sp>
            <p:nvSpPr>
              <p:cNvPr id="252" name="Google Shape;252;p7"/>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253" name="Google Shape;253;p7"/>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254" name="Google Shape;254;p7"/>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Collab activities or success stories to illustrate its impact.</a:t>
              </a:r>
              <a:endParaRPr b="0" i="0" sz="800" u="none" cap="none" strike="noStrike">
                <a:solidFill>
                  <a:srgbClr val="000000"/>
                </a:solidFill>
                <a:latin typeface="Inter"/>
                <a:ea typeface="Inter"/>
                <a:cs typeface="Inter"/>
                <a:sym typeface="Inter"/>
              </a:endParaRPr>
            </a:p>
          </p:txBody>
        </p:sp>
        <p:pic>
          <p:nvPicPr>
            <p:cNvPr id="255" name="Google Shape;255;p7"/>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256" name="Google Shape;256;p7"/>
          <p:cNvPicPr preferRelativeResize="0"/>
          <p:nvPr/>
        </p:nvPicPr>
        <p:blipFill rotWithShape="1">
          <a:blip r:embed="rId4">
            <a:alphaModFix/>
          </a:blip>
          <a:srcRect b="48563" l="0" r="0" t="22967"/>
          <a:stretch/>
        </p:blipFill>
        <p:spPr>
          <a:xfrm>
            <a:off x="0" y="4263390"/>
            <a:ext cx="2733040" cy="7785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0" name="Shape 260"/>
        <p:cNvGrpSpPr/>
        <p:nvPr/>
      </p:nvGrpSpPr>
      <p:grpSpPr>
        <a:xfrm>
          <a:off x="0" y="0"/>
          <a:ext cx="0" cy="0"/>
          <a:chOff x="0" y="0"/>
          <a:chExt cx="0" cy="0"/>
        </a:xfrm>
      </p:grpSpPr>
      <p:sp>
        <p:nvSpPr>
          <p:cNvPr descr="title" id="261" name="Google Shape;261;p8"/>
          <p:cNvSpPr txBox="1"/>
          <p:nvPr>
            <p:ph type="title"/>
          </p:nvPr>
        </p:nvSpPr>
        <p:spPr>
          <a:xfrm>
            <a:off x="348600" y="521275"/>
            <a:ext cx="8334300" cy="5727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GB">
                <a:latin typeface="Bodoni Moda"/>
                <a:ea typeface="Bodoni Moda"/>
                <a:cs typeface="Bodoni Moda"/>
                <a:sym typeface="Bodoni Moda"/>
              </a:rPr>
              <a:t>Facilities and Courses at MySkool</a:t>
            </a:r>
            <a:endParaRPr b="1" sz="2400">
              <a:solidFill>
                <a:schemeClr val="lt1"/>
              </a:solidFill>
              <a:latin typeface="Bodoni Moda"/>
              <a:ea typeface="Bodoni Moda"/>
              <a:cs typeface="Bodoni Moda"/>
              <a:sym typeface="Bodoni Moda"/>
            </a:endParaRPr>
          </a:p>
        </p:txBody>
      </p:sp>
      <p:sp>
        <p:nvSpPr>
          <p:cNvPr descr="chapter" id="262" name="Google Shape;262;p8"/>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4"/>
                </a:solidFill>
                <a:latin typeface="Noto Sans"/>
                <a:ea typeface="Noto Sans"/>
                <a:cs typeface="Noto Sans"/>
                <a:sym typeface="Noto Sans"/>
              </a:rPr>
              <a:t>Facilities</a:t>
            </a:r>
            <a:endParaRPr b="1" i="0" sz="1000" u="none" cap="none" strike="noStrike">
              <a:solidFill>
                <a:schemeClr val="accent4"/>
              </a:solidFill>
              <a:latin typeface="Noto Sans"/>
              <a:ea typeface="Noto Sans"/>
              <a:cs typeface="Noto Sans"/>
              <a:sym typeface="Noto Sans"/>
            </a:endParaRPr>
          </a:p>
        </p:txBody>
      </p:sp>
      <p:sp>
        <p:nvSpPr>
          <p:cNvPr descr="detail_0" id="263" name="Google Shape;263;p8"/>
          <p:cNvSpPr txBox="1"/>
          <p:nvPr>
            <p:ph idx="1" type="body"/>
          </p:nvPr>
        </p:nvSpPr>
        <p:spPr>
          <a:xfrm>
            <a:off x="345042" y="1708098"/>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1000"/>
              </a:spcAft>
              <a:buSzPts val="1600"/>
              <a:buNone/>
            </a:pPr>
            <a:r>
              <a:rPr lang="en-GB" sz="1000">
                <a:solidFill>
                  <a:schemeClr val="lt1"/>
                </a:solidFill>
              </a:rPr>
              <a:t>Designed for children aged 1 to 3 years, this program offers a nurturing environment that supports early development.</a:t>
            </a:r>
            <a:endParaRPr sz="1000">
              <a:solidFill>
                <a:schemeClr val="lt1"/>
              </a:solidFill>
            </a:endParaRPr>
          </a:p>
        </p:txBody>
      </p:sp>
      <p:sp>
        <p:nvSpPr>
          <p:cNvPr descr="detail_1" id="264" name="Google Shape;264;p8"/>
          <p:cNvSpPr txBox="1"/>
          <p:nvPr>
            <p:ph idx="4294967295" type="body"/>
          </p:nvPr>
        </p:nvSpPr>
        <p:spPr>
          <a:xfrm>
            <a:off x="3233328" y="1708098"/>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2000"/>
              </a:spcAft>
              <a:buSzPts val="1400"/>
              <a:buNone/>
            </a:pPr>
            <a:r>
              <a:rPr lang="en-GB" sz="1000">
                <a:solidFill>
                  <a:schemeClr val="lt1"/>
                </a:solidFill>
              </a:rPr>
              <a:t>For children aged 3 to 5 years, focusing on essential skills and social interaction to prepare them for formal education.</a:t>
            </a:r>
            <a:endParaRPr sz="1000">
              <a:solidFill>
                <a:schemeClr val="lt1"/>
              </a:solidFill>
            </a:endParaRPr>
          </a:p>
        </p:txBody>
      </p:sp>
      <p:sp>
        <p:nvSpPr>
          <p:cNvPr descr="detail_3" id="265" name="Google Shape;265;p8"/>
          <p:cNvSpPr txBox="1"/>
          <p:nvPr>
            <p:ph idx="4294967295" type="body"/>
          </p:nvPr>
        </p:nvSpPr>
        <p:spPr>
          <a:xfrm>
            <a:off x="345000" y="3508375"/>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2000"/>
              </a:spcAft>
              <a:buSzPts val="1400"/>
              <a:buNone/>
            </a:pPr>
            <a:r>
              <a:rPr lang="en-GB" sz="1000">
                <a:solidFill>
                  <a:schemeClr val="lt1"/>
                </a:solidFill>
              </a:rPr>
              <a:t>Support for homework and additional learning activities to reinforce school lessons.</a:t>
            </a:r>
            <a:endParaRPr sz="1000">
              <a:solidFill>
                <a:schemeClr val="lt1"/>
              </a:solidFill>
            </a:endParaRPr>
          </a:p>
        </p:txBody>
      </p:sp>
      <p:sp>
        <p:nvSpPr>
          <p:cNvPr descr="header_0" id="266" name="Google Shape;266;p8"/>
          <p:cNvSpPr txBox="1"/>
          <p:nvPr>
            <p:ph idx="4294967295" type="subTitle"/>
          </p:nvPr>
        </p:nvSpPr>
        <p:spPr>
          <a:xfrm>
            <a:off x="345042" y="1291425"/>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Pre-Toddler Program</a:t>
            </a:r>
            <a:endParaRPr b="0" i="0" sz="1200" u="none" cap="none" strike="noStrike">
              <a:solidFill>
                <a:schemeClr val="accent1"/>
              </a:solidFill>
              <a:latin typeface="Georgia"/>
              <a:ea typeface="Georgia"/>
              <a:cs typeface="Georgia"/>
              <a:sym typeface="Georgia"/>
            </a:endParaRPr>
          </a:p>
        </p:txBody>
      </p:sp>
      <p:sp>
        <p:nvSpPr>
          <p:cNvPr descr="header_1" id="267" name="Google Shape;267;p8"/>
          <p:cNvSpPr txBox="1"/>
          <p:nvPr>
            <p:ph idx="4294967295" type="subTitle"/>
          </p:nvPr>
        </p:nvSpPr>
        <p:spPr>
          <a:xfrm>
            <a:off x="3233326" y="1291425"/>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Pre-School Program</a:t>
            </a:r>
            <a:endParaRPr b="0" i="0" sz="1200" u="none" cap="none" strike="noStrike">
              <a:solidFill>
                <a:schemeClr val="accent1"/>
              </a:solidFill>
              <a:latin typeface="Georgia"/>
              <a:ea typeface="Georgia"/>
              <a:cs typeface="Georgia"/>
              <a:sym typeface="Georgia"/>
            </a:endParaRPr>
          </a:p>
        </p:txBody>
      </p:sp>
      <p:sp>
        <p:nvSpPr>
          <p:cNvPr descr="header_3" id="268" name="Google Shape;268;p8"/>
          <p:cNvSpPr txBox="1"/>
          <p:nvPr>
            <p:ph idx="4294967295" type="subTitle"/>
          </p:nvPr>
        </p:nvSpPr>
        <p:spPr>
          <a:xfrm>
            <a:off x="345000" y="3091702"/>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After School Program</a:t>
            </a:r>
            <a:endParaRPr b="0" i="0" sz="1200" u="none" cap="none" strike="noStrike">
              <a:solidFill>
                <a:schemeClr val="accent1"/>
              </a:solidFill>
              <a:latin typeface="Georgia"/>
              <a:ea typeface="Georgia"/>
              <a:cs typeface="Georgia"/>
              <a:sym typeface="Georgia"/>
            </a:endParaRPr>
          </a:p>
        </p:txBody>
      </p:sp>
      <p:sp>
        <p:nvSpPr>
          <p:cNvPr descr="detail_4" id="269" name="Google Shape;269;p8"/>
          <p:cNvSpPr txBox="1"/>
          <p:nvPr>
            <p:ph idx="4294967295" type="body"/>
          </p:nvPr>
        </p:nvSpPr>
        <p:spPr>
          <a:xfrm>
            <a:off x="3233285" y="3508375"/>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2000"/>
              </a:spcAft>
              <a:buSzPts val="1400"/>
              <a:buNone/>
            </a:pPr>
            <a:r>
              <a:rPr lang="en-GB" sz="1000">
                <a:solidFill>
                  <a:schemeClr val="lt1"/>
                </a:solidFill>
              </a:rPr>
              <a:t>Offers various activities such as dance, karate, and yoga to enhance children's skills and confidence.</a:t>
            </a:r>
            <a:endParaRPr sz="1000">
              <a:solidFill>
                <a:schemeClr val="lt1"/>
              </a:solidFill>
            </a:endParaRPr>
          </a:p>
        </p:txBody>
      </p:sp>
      <p:sp>
        <p:nvSpPr>
          <p:cNvPr descr="header_4" id="270" name="Google Shape;270;p8"/>
          <p:cNvSpPr txBox="1"/>
          <p:nvPr>
            <p:ph idx="4294967295" type="subTitle"/>
          </p:nvPr>
        </p:nvSpPr>
        <p:spPr>
          <a:xfrm>
            <a:off x="3233284" y="3091702"/>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chemeClr val="dk2"/>
              </a:buClr>
              <a:buSzPts val="1400"/>
              <a:buFont typeface="Georgia"/>
              <a:buNone/>
            </a:pPr>
            <a:r>
              <a:rPr b="1" i="0" lang="en-GB" sz="1000" u="none" cap="none" strike="noStrike">
                <a:solidFill>
                  <a:schemeClr val="accent1"/>
                </a:solidFill>
                <a:latin typeface="Georgia"/>
                <a:ea typeface="Georgia"/>
                <a:cs typeface="Georgia"/>
                <a:sym typeface="Georgia"/>
              </a:rPr>
              <a:t>Extracurricular Activities</a:t>
            </a:r>
            <a:endParaRPr b="0" i="0" sz="1000" u="none" cap="none" strike="noStrike">
              <a:solidFill>
                <a:schemeClr val="accent1"/>
              </a:solidFill>
              <a:latin typeface="Georgia"/>
              <a:ea typeface="Georgia"/>
              <a:cs typeface="Georgia"/>
              <a:sym typeface="Georgia"/>
            </a:endParaRPr>
          </a:p>
        </p:txBody>
      </p:sp>
      <p:sp>
        <p:nvSpPr>
          <p:cNvPr descr="detail_2" id="271" name="Google Shape;271;p8"/>
          <p:cNvSpPr txBox="1"/>
          <p:nvPr>
            <p:ph idx="4294967295" type="body"/>
          </p:nvPr>
        </p:nvSpPr>
        <p:spPr>
          <a:xfrm>
            <a:off x="6121609" y="1708098"/>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2000"/>
              </a:spcAft>
              <a:buSzPts val="1400"/>
              <a:buNone/>
            </a:pPr>
            <a:r>
              <a:rPr lang="en-GB" sz="1000">
                <a:solidFill>
                  <a:schemeClr val="lt1"/>
                </a:solidFill>
              </a:rPr>
              <a:t>Includes food services and a safe environment, providing care for children while parents are at work.</a:t>
            </a:r>
            <a:endParaRPr sz="1000">
              <a:solidFill>
                <a:schemeClr val="lt1"/>
              </a:solidFill>
            </a:endParaRPr>
          </a:p>
        </p:txBody>
      </p:sp>
      <p:sp>
        <p:nvSpPr>
          <p:cNvPr descr="header_2" id="272" name="Google Shape;272;p8"/>
          <p:cNvSpPr txBox="1"/>
          <p:nvPr>
            <p:ph idx="4294967295" type="subTitle"/>
          </p:nvPr>
        </p:nvSpPr>
        <p:spPr>
          <a:xfrm>
            <a:off x="6121608" y="1291425"/>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Day Care Facilities</a:t>
            </a:r>
            <a:endParaRPr b="0" i="0" sz="1200" u="none" cap="none" strike="noStrike">
              <a:solidFill>
                <a:schemeClr val="accent1"/>
              </a:solidFill>
              <a:latin typeface="Georgia"/>
              <a:ea typeface="Georgia"/>
              <a:cs typeface="Georgia"/>
              <a:sym typeface="Georgia"/>
            </a:endParaRPr>
          </a:p>
        </p:txBody>
      </p:sp>
      <p:sp>
        <p:nvSpPr>
          <p:cNvPr descr="detail_5" id="273" name="Google Shape;273;p8"/>
          <p:cNvSpPr txBox="1"/>
          <p:nvPr>
            <p:ph idx="4294967295" type="body"/>
          </p:nvPr>
        </p:nvSpPr>
        <p:spPr>
          <a:xfrm>
            <a:off x="6121567" y="3508375"/>
            <a:ext cx="2677500" cy="1266600"/>
          </a:xfrm>
          <a:prstGeom prst="rect">
            <a:avLst/>
          </a:prstGeom>
          <a:noFill/>
          <a:ln>
            <a:noFill/>
          </a:ln>
        </p:spPr>
        <p:txBody>
          <a:bodyPr anchorCtr="0" anchor="t" bIns="91425" lIns="0" spcFirstLastPara="1" rIns="91425" wrap="square" tIns="91425">
            <a:noAutofit/>
          </a:bodyPr>
          <a:lstStyle/>
          <a:p>
            <a:pPr indent="0" lvl="0" marL="0" rtl="0" algn="l">
              <a:lnSpc>
                <a:spcPct val="130000"/>
              </a:lnSpc>
              <a:spcBef>
                <a:spcPts val="0"/>
              </a:spcBef>
              <a:spcAft>
                <a:spcPts val="2000"/>
              </a:spcAft>
              <a:buSzPts val="1400"/>
              <a:buNone/>
            </a:pPr>
            <a:r>
              <a:rPr lang="en-GB" sz="1000">
                <a:solidFill>
                  <a:schemeClr val="lt1"/>
                </a:solidFill>
              </a:rPr>
              <a:t>Safe transportation options are available to ensure children can travel to and from MySkool easily.</a:t>
            </a:r>
            <a:endParaRPr sz="1000">
              <a:solidFill>
                <a:schemeClr val="lt1"/>
              </a:solidFill>
            </a:endParaRPr>
          </a:p>
        </p:txBody>
      </p:sp>
      <p:sp>
        <p:nvSpPr>
          <p:cNvPr descr="header_5" id="274" name="Google Shape;274;p8"/>
          <p:cNvSpPr txBox="1"/>
          <p:nvPr>
            <p:ph idx="4294967295" type="subTitle"/>
          </p:nvPr>
        </p:nvSpPr>
        <p:spPr>
          <a:xfrm>
            <a:off x="6121565" y="3091702"/>
            <a:ext cx="2677500" cy="3405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Transportation Facility</a:t>
            </a:r>
            <a:endParaRPr b="0" i="0" sz="1200" u="none" cap="none" strike="noStrike">
              <a:solidFill>
                <a:schemeClr val="accent1"/>
              </a:solidFill>
              <a:latin typeface="Georgia"/>
              <a:ea typeface="Georgia"/>
              <a:cs typeface="Georgia"/>
              <a:sym typeface="Georgia"/>
            </a:endParaRPr>
          </a:p>
        </p:txBody>
      </p:sp>
      <p:grpSp>
        <p:nvGrpSpPr>
          <p:cNvPr id="275" name="Google Shape;275;p8"/>
          <p:cNvGrpSpPr/>
          <p:nvPr/>
        </p:nvGrpSpPr>
        <p:grpSpPr>
          <a:xfrm>
            <a:off x="6965625" y="112900"/>
            <a:ext cx="2057400" cy="1033200"/>
            <a:chOff x="6922975" y="1548525"/>
            <a:chExt cx="2057400" cy="1033200"/>
          </a:xfrm>
        </p:grpSpPr>
        <p:grpSp>
          <p:nvGrpSpPr>
            <p:cNvPr id="276" name="Google Shape;276;p8"/>
            <p:cNvGrpSpPr/>
            <p:nvPr/>
          </p:nvGrpSpPr>
          <p:grpSpPr>
            <a:xfrm>
              <a:off x="6922975" y="1548525"/>
              <a:ext cx="2057400" cy="1033200"/>
              <a:chOff x="6172200" y="152400"/>
              <a:chExt cx="2057400" cy="1033200"/>
            </a:xfrm>
          </p:grpSpPr>
          <p:sp>
            <p:nvSpPr>
              <p:cNvPr id="277" name="Google Shape;277;p8"/>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278" name="Google Shape;278;p8"/>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279" name="Google Shape;279;p8"/>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activities or testimonials from parents to enhance the content.</a:t>
              </a:r>
              <a:endParaRPr b="0" i="0" sz="800" u="none" cap="none" strike="noStrike">
                <a:solidFill>
                  <a:srgbClr val="000000"/>
                </a:solidFill>
                <a:latin typeface="Inter"/>
                <a:ea typeface="Inter"/>
                <a:cs typeface="Inter"/>
                <a:sym typeface="Inter"/>
              </a:endParaRPr>
            </a:p>
          </p:txBody>
        </p:sp>
        <p:pic>
          <p:nvPicPr>
            <p:cNvPr id="280" name="Google Shape;280;p8"/>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281" name="Google Shape;281;p8"/>
          <p:cNvPicPr preferRelativeResize="0"/>
          <p:nvPr/>
        </p:nvPicPr>
        <p:blipFill rotWithShape="1">
          <a:blip r:embed="rId4">
            <a:alphaModFix/>
          </a:blip>
          <a:srcRect b="48563" l="0" r="0" t="22967"/>
          <a:stretch/>
        </p:blipFill>
        <p:spPr>
          <a:xfrm>
            <a:off x="0" y="4263390"/>
            <a:ext cx="2733040" cy="77851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descr="statement_0" id="286" name="Google Shape;286;p9"/>
          <p:cNvSpPr txBox="1"/>
          <p:nvPr>
            <p:ph type="title"/>
          </p:nvPr>
        </p:nvSpPr>
        <p:spPr>
          <a:xfrm>
            <a:off x="348600" y="915600"/>
            <a:ext cx="6049800" cy="27378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GB" sz="4100">
                <a:solidFill>
                  <a:schemeClr val="lt2"/>
                </a:solidFill>
                <a:latin typeface="Bodoni Moda"/>
                <a:ea typeface="Bodoni Moda"/>
                <a:cs typeface="Bodoni Moda"/>
                <a:sym typeface="Bodoni Moda"/>
              </a:rPr>
              <a:t>Self-improvement and management skills are critical for effective teaching.</a:t>
            </a:r>
            <a:endParaRPr b="1" sz="4100">
              <a:solidFill>
                <a:schemeClr val="lt2"/>
              </a:solidFill>
              <a:latin typeface="Bodoni Moda"/>
              <a:ea typeface="Bodoni Moda"/>
              <a:cs typeface="Bodoni Moda"/>
              <a:sym typeface="Bodoni Moda"/>
            </a:endParaRPr>
          </a:p>
        </p:txBody>
      </p:sp>
      <p:sp>
        <p:nvSpPr>
          <p:cNvPr descr="detail_0" id="287" name="Google Shape;287;p9"/>
          <p:cNvSpPr txBox="1"/>
          <p:nvPr>
            <p:ph idx="1" type="body"/>
          </p:nvPr>
        </p:nvSpPr>
        <p:spPr>
          <a:xfrm>
            <a:off x="348600" y="3653400"/>
            <a:ext cx="6049800" cy="1261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1500"/>
              </a:spcAft>
              <a:buSzPts val="1400"/>
              <a:buNone/>
            </a:pPr>
            <a:r>
              <a:rPr lang="en-GB" sz="1200">
                <a:solidFill>
                  <a:schemeClr val="accent5"/>
                </a:solidFill>
              </a:rPr>
              <a:t>Teachers must continuously develop their skills to create a positive learning environment and effectively manage their classrooms. Self-improvement enhances a teacher's ability to deliver qualitative sessions, while management skills ensure that lessons run smoothly without disruptive behavior. These skills are essential for building trust and relationships with students, fundamental for a successful teaching experience.</a:t>
            </a:r>
            <a:endParaRPr sz="1200">
              <a:solidFill>
                <a:schemeClr val="accent5"/>
              </a:solidFill>
            </a:endParaRPr>
          </a:p>
        </p:txBody>
      </p:sp>
      <p:sp>
        <p:nvSpPr>
          <p:cNvPr descr="chapter" id="288" name="Google Shape;288;p9"/>
          <p:cNvSpPr txBox="1"/>
          <p:nvPr/>
        </p:nvSpPr>
        <p:spPr>
          <a:xfrm>
            <a:off x="348600" y="674400"/>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Self Improvement</a:t>
            </a:r>
            <a:endParaRPr b="1" i="0" sz="1000" u="none" cap="none" strike="noStrike">
              <a:solidFill>
                <a:schemeClr val="accent1"/>
              </a:solidFill>
              <a:latin typeface="Noto Sans"/>
              <a:ea typeface="Noto Sans"/>
              <a:cs typeface="Noto Sans"/>
              <a:sym typeface="Noto Sans"/>
            </a:endParaRPr>
          </a:p>
        </p:txBody>
      </p:sp>
      <p:grpSp>
        <p:nvGrpSpPr>
          <p:cNvPr id="289" name="Google Shape;289;p9"/>
          <p:cNvGrpSpPr/>
          <p:nvPr/>
        </p:nvGrpSpPr>
        <p:grpSpPr>
          <a:xfrm>
            <a:off x="6892000" y="340475"/>
            <a:ext cx="2057400" cy="1033200"/>
            <a:chOff x="6922975" y="1548525"/>
            <a:chExt cx="2057400" cy="1033200"/>
          </a:xfrm>
        </p:grpSpPr>
        <p:grpSp>
          <p:nvGrpSpPr>
            <p:cNvPr id="290" name="Google Shape;290;p9"/>
            <p:cNvGrpSpPr/>
            <p:nvPr/>
          </p:nvGrpSpPr>
          <p:grpSpPr>
            <a:xfrm>
              <a:off x="6922975" y="1548525"/>
              <a:ext cx="2057400" cy="1033200"/>
              <a:chOff x="6172200" y="152400"/>
              <a:chExt cx="2057400" cy="1033200"/>
            </a:xfrm>
          </p:grpSpPr>
          <p:sp>
            <p:nvSpPr>
              <p:cNvPr id="291" name="Google Shape;291;p9"/>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292" name="Google Shape;292;p9"/>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293" name="Google Shape;293;p9"/>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rgbClr val="000000"/>
                  </a:solidFill>
                  <a:latin typeface="Inter"/>
                  <a:ea typeface="Inter"/>
                  <a:cs typeface="Inter"/>
                  <a:sym typeface="Inter"/>
                </a:rPr>
                <a:t>Consider adding specific examples or personal experiences that highlight the importance of self-improvement and management skills in your teaching practice.</a:t>
              </a:r>
              <a:endParaRPr b="0" i="0" sz="700" u="none" cap="none" strike="noStrike">
                <a:solidFill>
                  <a:srgbClr val="000000"/>
                </a:solidFill>
                <a:latin typeface="Inter"/>
                <a:ea typeface="Inter"/>
                <a:cs typeface="Inter"/>
                <a:sym typeface="Inter"/>
              </a:endParaRPr>
            </a:p>
          </p:txBody>
        </p:sp>
        <p:pic>
          <p:nvPicPr>
            <p:cNvPr id="294" name="Google Shape;294;p9"/>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295" name="Google Shape;295;p9"/>
          <p:cNvPicPr preferRelativeResize="0"/>
          <p:nvPr/>
        </p:nvPicPr>
        <p:blipFill rotWithShape="1">
          <a:blip r:embed="rId4">
            <a:alphaModFix/>
          </a:blip>
          <a:srcRect b="48563" l="0" r="0" t="22967"/>
          <a:stretch/>
        </p:blipFill>
        <p:spPr>
          <a:xfrm>
            <a:off x="6606540" y="4377690"/>
            <a:ext cx="2733040" cy="7785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9" name="Shape 299"/>
        <p:cNvGrpSpPr/>
        <p:nvPr/>
      </p:nvGrpSpPr>
      <p:grpSpPr>
        <a:xfrm>
          <a:off x="0" y="0"/>
          <a:ext cx="0" cy="0"/>
          <a:chOff x="0" y="0"/>
          <a:chExt cx="0" cy="0"/>
        </a:xfrm>
      </p:grpSpPr>
      <p:sp>
        <p:nvSpPr>
          <p:cNvPr descr="header_0" id="300" name="Google Shape;300;p10"/>
          <p:cNvSpPr txBox="1"/>
          <p:nvPr/>
        </p:nvSpPr>
        <p:spPr>
          <a:xfrm>
            <a:off x="348525"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accent4"/>
                </a:solidFill>
                <a:latin typeface="Noto Sans"/>
                <a:ea typeface="Noto Sans"/>
                <a:cs typeface="Noto Sans"/>
                <a:sym typeface="Noto Sans"/>
              </a:rPr>
              <a:t>Definition of Classroom Management</a:t>
            </a:r>
            <a:endParaRPr b="1" i="0" sz="1200" u="none" cap="none" strike="noStrike">
              <a:solidFill>
                <a:schemeClr val="accent4"/>
              </a:solidFill>
              <a:latin typeface="Noto Sans"/>
              <a:ea typeface="Noto Sans"/>
              <a:cs typeface="Noto Sans"/>
              <a:sym typeface="Noto Sans"/>
            </a:endParaRPr>
          </a:p>
        </p:txBody>
      </p:sp>
      <p:sp>
        <p:nvSpPr>
          <p:cNvPr descr="header_1" id="301" name="Google Shape;301;p10"/>
          <p:cNvSpPr txBox="1"/>
          <p:nvPr/>
        </p:nvSpPr>
        <p:spPr>
          <a:xfrm>
            <a:off x="2472428"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accent4"/>
                </a:solidFill>
                <a:latin typeface="Noto Sans"/>
                <a:ea typeface="Noto Sans"/>
                <a:cs typeface="Noto Sans"/>
                <a:sym typeface="Noto Sans"/>
              </a:rPr>
              <a:t>Importance of Classroom Management</a:t>
            </a:r>
            <a:endParaRPr b="1" i="0" sz="1200" u="none" cap="none" strike="noStrike">
              <a:solidFill>
                <a:schemeClr val="accent4"/>
              </a:solidFill>
              <a:latin typeface="Noto Sans"/>
              <a:ea typeface="Noto Sans"/>
              <a:cs typeface="Noto Sans"/>
              <a:sym typeface="Noto Sans"/>
            </a:endParaRPr>
          </a:p>
        </p:txBody>
      </p:sp>
      <p:sp>
        <p:nvSpPr>
          <p:cNvPr descr="header_2" id="302" name="Google Shape;302;p10"/>
          <p:cNvSpPr txBox="1"/>
          <p:nvPr/>
        </p:nvSpPr>
        <p:spPr>
          <a:xfrm>
            <a:off x="4596331"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accent4"/>
                </a:solidFill>
                <a:latin typeface="Noto Sans"/>
                <a:ea typeface="Noto Sans"/>
                <a:cs typeface="Noto Sans"/>
                <a:sym typeface="Noto Sans"/>
              </a:rPr>
              <a:t>Key Components of Classroom Management</a:t>
            </a:r>
            <a:endParaRPr b="1" i="0" sz="1200" u="none" cap="none" strike="noStrike">
              <a:solidFill>
                <a:schemeClr val="accent4"/>
              </a:solidFill>
              <a:latin typeface="Noto Sans"/>
              <a:ea typeface="Noto Sans"/>
              <a:cs typeface="Noto Sans"/>
              <a:sym typeface="Noto Sans"/>
            </a:endParaRPr>
          </a:p>
        </p:txBody>
      </p:sp>
      <p:sp>
        <p:nvSpPr>
          <p:cNvPr descr="header_3" id="303" name="Google Shape;303;p10"/>
          <p:cNvSpPr txBox="1"/>
          <p:nvPr/>
        </p:nvSpPr>
        <p:spPr>
          <a:xfrm>
            <a:off x="6720250" y="1153600"/>
            <a:ext cx="1968600" cy="8922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accent4"/>
                </a:solidFill>
                <a:latin typeface="Noto Sans"/>
                <a:ea typeface="Noto Sans"/>
                <a:cs typeface="Noto Sans"/>
                <a:sym typeface="Noto Sans"/>
              </a:rPr>
              <a:t>Building Relationships</a:t>
            </a:r>
            <a:endParaRPr b="1" i="0" sz="1200" u="none" cap="none" strike="noStrike">
              <a:solidFill>
                <a:schemeClr val="accent4"/>
              </a:solidFill>
              <a:latin typeface="Noto Sans"/>
              <a:ea typeface="Noto Sans"/>
              <a:cs typeface="Noto Sans"/>
              <a:sym typeface="Noto Sans"/>
            </a:endParaRPr>
          </a:p>
        </p:txBody>
      </p:sp>
      <p:sp>
        <p:nvSpPr>
          <p:cNvPr descr="detail_0" id="304" name="Google Shape;304;p10"/>
          <p:cNvSpPr txBox="1"/>
          <p:nvPr/>
        </p:nvSpPr>
        <p:spPr>
          <a:xfrm>
            <a:off x="345575" y="2173575"/>
            <a:ext cx="1968600" cy="23916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20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Classroom management is the process teachers use to ensure that classroom lessons run smoothly without disruptive behavior from students compromising the delivery of instruction.</a:t>
            </a:r>
            <a:endParaRPr b="0" i="0" sz="1200" u="none" cap="none" strike="noStrike">
              <a:solidFill>
                <a:schemeClr val="lt1"/>
              </a:solidFill>
              <a:latin typeface="Georgia"/>
              <a:ea typeface="Georgia"/>
              <a:cs typeface="Georgia"/>
              <a:sym typeface="Georgia"/>
            </a:endParaRPr>
          </a:p>
        </p:txBody>
      </p:sp>
      <p:sp>
        <p:nvSpPr>
          <p:cNvPr descr="detail_1" id="305" name="Google Shape;305;p10"/>
          <p:cNvSpPr txBox="1"/>
          <p:nvPr/>
        </p:nvSpPr>
        <p:spPr>
          <a:xfrm>
            <a:off x="2469486" y="2173575"/>
            <a:ext cx="1968600" cy="23916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Effective classroom management creates a functional learning environment, allowing teachers to focus on teaching while minimizing disruptions.</a:t>
            </a:r>
            <a:endParaRPr b="0" i="0" sz="1200" u="none" cap="none" strike="noStrike">
              <a:solidFill>
                <a:schemeClr val="lt1"/>
              </a:solidFill>
              <a:latin typeface="Georgia"/>
              <a:ea typeface="Georgia"/>
              <a:cs typeface="Georgia"/>
              <a:sym typeface="Georgia"/>
            </a:endParaRPr>
          </a:p>
        </p:txBody>
      </p:sp>
      <p:sp>
        <p:nvSpPr>
          <p:cNvPr descr="detail_2" id="306" name="Google Shape;306;p10"/>
          <p:cNvSpPr txBox="1"/>
          <p:nvPr/>
        </p:nvSpPr>
        <p:spPr>
          <a:xfrm>
            <a:off x="4593397" y="2173575"/>
            <a:ext cx="1968600" cy="23916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Key components include creating a functional environment, establishing routines to help students learn appropriate behavior, and modeling ideal behavior as a role model.</a:t>
            </a:r>
            <a:endParaRPr b="0" i="0" sz="1200" u="none" cap="none" strike="noStrike">
              <a:solidFill>
                <a:schemeClr val="lt1"/>
              </a:solidFill>
              <a:latin typeface="Georgia"/>
              <a:ea typeface="Georgia"/>
              <a:cs typeface="Georgia"/>
              <a:sym typeface="Georgia"/>
            </a:endParaRPr>
          </a:p>
        </p:txBody>
      </p:sp>
      <p:sp>
        <p:nvSpPr>
          <p:cNvPr descr="detail_3" id="307" name="Google Shape;307;p10"/>
          <p:cNvSpPr txBox="1"/>
          <p:nvPr/>
        </p:nvSpPr>
        <p:spPr>
          <a:xfrm>
            <a:off x="6717324" y="2173575"/>
            <a:ext cx="1968600" cy="23916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200"/>
              <a:buFont typeface="Arial"/>
              <a:buNone/>
            </a:pPr>
            <a:r>
              <a:rPr b="0" i="0" lang="en-GB" sz="1200" u="none" cap="none" strike="noStrike">
                <a:solidFill>
                  <a:schemeClr val="lt1"/>
                </a:solidFill>
                <a:latin typeface="Georgia"/>
                <a:ea typeface="Georgia"/>
                <a:cs typeface="Georgia"/>
                <a:sym typeface="Georgia"/>
              </a:rPr>
              <a:t>Building relationships with students is crucial. Trust between students and teachers enhances classroom management, enabling more productive learning.</a:t>
            </a:r>
            <a:endParaRPr b="0" i="0" sz="1200" u="none" cap="none" strike="noStrike">
              <a:solidFill>
                <a:schemeClr val="lt1"/>
              </a:solidFill>
              <a:latin typeface="Georgia"/>
              <a:ea typeface="Georgia"/>
              <a:cs typeface="Georgia"/>
              <a:sym typeface="Georgia"/>
            </a:endParaRPr>
          </a:p>
        </p:txBody>
      </p:sp>
      <p:sp>
        <p:nvSpPr>
          <p:cNvPr descr="title" id="308" name="Google Shape;308;p10"/>
          <p:cNvSpPr txBox="1"/>
          <p:nvPr>
            <p:ph type="title"/>
          </p:nvPr>
        </p:nvSpPr>
        <p:spPr>
          <a:xfrm>
            <a:off x="348600" y="521275"/>
            <a:ext cx="8334300" cy="5727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GB">
                <a:latin typeface="Bodoni Moda"/>
                <a:ea typeface="Bodoni Moda"/>
                <a:cs typeface="Bodoni Moda"/>
                <a:sym typeface="Bodoni Moda"/>
              </a:rPr>
              <a:t>Classroom Management</a:t>
            </a:r>
            <a:endParaRPr b="1" sz="2400">
              <a:solidFill>
                <a:schemeClr val="lt1"/>
              </a:solidFill>
              <a:latin typeface="Bodoni Moda"/>
              <a:ea typeface="Bodoni Moda"/>
              <a:cs typeface="Bodoni Moda"/>
              <a:sym typeface="Bodoni Moda"/>
            </a:endParaRPr>
          </a:p>
        </p:txBody>
      </p:sp>
      <p:sp>
        <p:nvSpPr>
          <p:cNvPr descr="chapter" id="309" name="Google Shape;309;p10"/>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Self Improvement</a:t>
            </a:r>
            <a:endParaRPr b="1" i="0" sz="1000" u="none" cap="none" strike="noStrike">
              <a:solidFill>
                <a:schemeClr val="accent1"/>
              </a:solidFill>
              <a:latin typeface="Noto Sans"/>
              <a:ea typeface="Noto Sans"/>
              <a:cs typeface="Noto Sans"/>
              <a:sym typeface="Noto Sans"/>
            </a:endParaRPr>
          </a:p>
        </p:txBody>
      </p:sp>
      <p:grpSp>
        <p:nvGrpSpPr>
          <p:cNvPr id="310" name="Google Shape;310;p10"/>
          <p:cNvGrpSpPr/>
          <p:nvPr/>
        </p:nvGrpSpPr>
        <p:grpSpPr>
          <a:xfrm>
            <a:off x="6965625" y="112900"/>
            <a:ext cx="2057400" cy="1033200"/>
            <a:chOff x="6922975" y="1548525"/>
            <a:chExt cx="2057400" cy="1033200"/>
          </a:xfrm>
        </p:grpSpPr>
        <p:grpSp>
          <p:nvGrpSpPr>
            <p:cNvPr id="311" name="Google Shape;311;p10"/>
            <p:cNvGrpSpPr/>
            <p:nvPr/>
          </p:nvGrpSpPr>
          <p:grpSpPr>
            <a:xfrm>
              <a:off x="6922975" y="1548525"/>
              <a:ext cx="2057400" cy="1033200"/>
              <a:chOff x="6172200" y="152400"/>
              <a:chExt cx="2057400" cy="1033200"/>
            </a:xfrm>
          </p:grpSpPr>
          <p:sp>
            <p:nvSpPr>
              <p:cNvPr id="312" name="Google Shape;312;p10"/>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313" name="Google Shape;313;p10"/>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314" name="Google Shape;314;p10"/>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classroom management techniques or personal anecdotes that illustrate successful strategies.</a:t>
              </a:r>
              <a:endParaRPr b="0" i="0" sz="800" u="none" cap="none" strike="noStrike">
                <a:solidFill>
                  <a:srgbClr val="000000"/>
                </a:solidFill>
                <a:latin typeface="Inter"/>
                <a:ea typeface="Inter"/>
                <a:cs typeface="Inter"/>
                <a:sym typeface="Inter"/>
              </a:endParaRPr>
            </a:p>
          </p:txBody>
        </p:sp>
        <p:pic>
          <p:nvPicPr>
            <p:cNvPr id="315" name="Google Shape;315;p10"/>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316" name="Google Shape;316;p10"/>
          <p:cNvPicPr preferRelativeResize="0"/>
          <p:nvPr/>
        </p:nvPicPr>
        <p:blipFill rotWithShape="1">
          <a:blip r:embed="rId4">
            <a:alphaModFix/>
          </a:blip>
          <a:srcRect b="48563" l="0" r="0" t="22967"/>
          <a:stretch/>
        </p:blipFill>
        <p:spPr>
          <a:xfrm>
            <a:off x="0" y="4263390"/>
            <a:ext cx="2733040" cy="7785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0" name="Shape 320"/>
        <p:cNvGrpSpPr/>
        <p:nvPr/>
      </p:nvGrpSpPr>
      <p:grpSpPr>
        <a:xfrm>
          <a:off x="0" y="0"/>
          <a:ext cx="0" cy="0"/>
          <a:chOff x="0" y="0"/>
          <a:chExt cx="0" cy="0"/>
        </a:xfrm>
      </p:grpSpPr>
      <p:sp>
        <p:nvSpPr>
          <p:cNvPr descr="detail_0" id="321" name="Google Shape;321;p11"/>
          <p:cNvSpPr txBox="1"/>
          <p:nvPr>
            <p:ph idx="1" type="body"/>
          </p:nvPr>
        </p:nvSpPr>
        <p:spPr>
          <a:xfrm>
            <a:off x="4702175" y="342900"/>
            <a:ext cx="4197985" cy="3868420"/>
          </a:xfrm>
          <a:prstGeom prst="rect">
            <a:avLst/>
          </a:prstGeom>
          <a:noFill/>
          <a:ln>
            <a:noFill/>
          </a:ln>
        </p:spPr>
        <p:txBody>
          <a:bodyPr anchorCtr="0" anchor="b" bIns="91425" lIns="0" spcFirstLastPara="1" rIns="0" wrap="square" tIns="91425">
            <a:noAutofit/>
          </a:bodyPr>
          <a:lstStyle/>
          <a:p>
            <a:pPr indent="-254000" lvl="0" marL="400050" rtl="0" algn="l">
              <a:lnSpc>
                <a:spcPct val="100000"/>
              </a:lnSpc>
              <a:spcBef>
                <a:spcPts val="0"/>
              </a:spcBef>
              <a:spcAft>
                <a:spcPts val="0"/>
              </a:spcAft>
              <a:buClr>
                <a:schemeClr val="lt1"/>
              </a:buClr>
              <a:buSzPts val="1300"/>
              <a:buChar char="●"/>
            </a:pPr>
            <a:r>
              <a:rPr lang="en-GB" sz="1300">
                <a:solidFill>
                  <a:schemeClr val="lt1"/>
                </a:solidFill>
              </a:rPr>
              <a:t>Listen and recall what students say to show that you value their input.</a:t>
            </a:r>
            <a:endParaRPr sz="1300">
              <a:solidFill>
                <a:schemeClr val="lt1"/>
              </a:solidFill>
            </a:endParaRPr>
          </a:p>
          <a:p>
            <a:pPr indent="-254000" lvl="0" marL="400050" rtl="0" algn="l">
              <a:lnSpc>
                <a:spcPct val="100000"/>
              </a:lnSpc>
              <a:spcBef>
                <a:spcPts val="1000"/>
              </a:spcBef>
              <a:spcAft>
                <a:spcPts val="0"/>
              </a:spcAft>
              <a:buClr>
                <a:schemeClr val="lt1"/>
              </a:buClr>
              <a:buSzPts val="1300"/>
              <a:buChar char="●"/>
            </a:pPr>
            <a:r>
              <a:rPr lang="en-GB" sz="1300">
                <a:solidFill>
                  <a:schemeClr val="lt1"/>
                </a:solidFill>
              </a:rPr>
              <a:t>Demonstrate confidence and competence in your subject matter; be knowledgeable and well-prepared.</a:t>
            </a:r>
            <a:endParaRPr sz="1300">
              <a:solidFill>
                <a:schemeClr val="lt1"/>
              </a:solidFill>
            </a:endParaRPr>
          </a:p>
          <a:p>
            <a:pPr indent="-254000" lvl="0" marL="400050" rtl="0" algn="l">
              <a:lnSpc>
                <a:spcPct val="100000"/>
              </a:lnSpc>
              <a:spcBef>
                <a:spcPts val="1000"/>
              </a:spcBef>
              <a:spcAft>
                <a:spcPts val="0"/>
              </a:spcAft>
              <a:buClr>
                <a:schemeClr val="lt1"/>
              </a:buClr>
              <a:buSzPts val="1300"/>
              <a:buChar char="●"/>
            </a:pPr>
            <a:r>
              <a:rPr lang="en-GB" sz="1300">
                <a:solidFill>
                  <a:schemeClr val="lt1"/>
                </a:solidFill>
              </a:rPr>
              <a:t>Admit your mistakes to create a safe learning environment; this encourages students to be open about their own challenges.</a:t>
            </a:r>
            <a:endParaRPr sz="1300">
              <a:solidFill>
                <a:schemeClr val="lt1"/>
              </a:solidFill>
            </a:endParaRPr>
          </a:p>
          <a:p>
            <a:pPr indent="-254000" lvl="0" marL="400050" rtl="0" algn="l">
              <a:lnSpc>
                <a:spcPct val="100000"/>
              </a:lnSpc>
              <a:spcBef>
                <a:spcPts val="1000"/>
              </a:spcBef>
              <a:spcAft>
                <a:spcPts val="0"/>
              </a:spcAft>
              <a:buClr>
                <a:schemeClr val="lt1"/>
              </a:buClr>
              <a:buSzPts val="1300"/>
              <a:buChar char="●"/>
            </a:pPr>
            <a:r>
              <a:rPr lang="en-GB" sz="1300">
                <a:solidFill>
                  <a:schemeClr val="lt1"/>
                </a:solidFill>
              </a:rPr>
              <a:t>Let students lead by giving them opportunities to participate in discussions and decision-making processes.</a:t>
            </a:r>
            <a:endParaRPr sz="1300">
              <a:solidFill>
                <a:schemeClr val="lt1"/>
              </a:solidFill>
            </a:endParaRPr>
          </a:p>
          <a:p>
            <a:pPr indent="-254000" lvl="0" marL="400050" rtl="0" algn="l">
              <a:lnSpc>
                <a:spcPct val="100000"/>
              </a:lnSpc>
              <a:spcBef>
                <a:spcPts val="1000"/>
              </a:spcBef>
              <a:spcAft>
                <a:spcPts val="1000"/>
              </a:spcAft>
              <a:buClr>
                <a:schemeClr val="lt1"/>
              </a:buClr>
              <a:buSzPts val="1300"/>
              <a:buChar char="●"/>
            </a:pPr>
            <a:r>
              <a:rPr lang="en-GB" sz="1300">
                <a:solidFill>
                  <a:schemeClr val="lt1"/>
                </a:solidFill>
              </a:rPr>
              <a:t>Create positive relationships through consistent interactions and supportive feedback; this builds a foundation of trust.</a:t>
            </a:r>
            <a:endParaRPr sz="1300">
              <a:solidFill>
                <a:schemeClr val="lt1"/>
              </a:solidFill>
            </a:endParaRPr>
          </a:p>
        </p:txBody>
      </p:sp>
      <p:sp>
        <p:nvSpPr>
          <p:cNvPr descr="title" id="322" name="Google Shape;322;p11"/>
          <p:cNvSpPr txBox="1"/>
          <p:nvPr>
            <p:ph type="title"/>
          </p:nvPr>
        </p:nvSpPr>
        <p:spPr>
          <a:xfrm>
            <a:off x="348600" y="521275"/>
            <a:ext cx="4113300" cy="22131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990"/>
              <a:buNone/>
            </a:pPr>
            <a:r>
              <a:rPr b="1" lang="en-GB" sz="2600">
                <a:latin typeface="Bodoni Moda"/>
                <a:ea typeface="Bodoni Moda"/>
                <a:cs typeface="Bodoni Moda"/>
                <a:sym typeface="Bodoni Moda"/>
              </a:rPr>
              <a:t>Building Trust with Students</a:t>
            </a:r>
            <a:endParaRPr b="1" sz="2600">
              <a:solidFill>
                <a:schemeClr val="lt1"/>
              </a:solidFill>
              <a:latin typeface="Bodoni Moda"/>
              <a:ea typeface="Bodoni Moda"/>
              <a:cs typeface="Bodoni Moda"/>
              <a:sym typeface="Bodoni Moda"/>
            </a:endParaRPr>
          </a:p>
        </p:txBody>
      </p:sp>
      <p:sp>
        <p:nvSpPr>
          <p:cNvPr descr="chapter" id="323" name="Google Shape;323;p11"/>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Self Improvement and Management Skills</a:t>
            </a:r>
            <a:endParaRPr b="1" i="0" sz="1000" u="none" cap="none" strike="noStrike">
              <a:solidFill>
                <a:schemeClr val="accent1"/>
              </a:solidFill>
              <a:latin typeface="Noto Sans"/>
              <a:ea typeface="Noto Sans"/>
              <a:cs typeface="Noto Sans"/>
              <a:sym typeface="Noto Sans"/>
            </a:endParaRPr>
          </a:p>
        </p:txBody>
      </p:sp>
      <p:grpSp>
        <p:nvGrpSpPr>
          <p:cNvPr id="324" name="Google Shape;324;p11"/>
          <p:cNvGrpSpPr/>
          <p:nvPr/>
        </p:nvGrpSpPr>
        <p:grpSpPr>
          <a:xfrm>
            <a:off x="222500" y="3942475"/>
            <a:ext cx="2057400" cy="1033200"/>
            <a:chOff x="6922975" y="1548525"/>
            <a:chExt cx="2057400" cy="1033200"/>
          </a:xfrm>
        </p:grpSpPr>
        <p:grpSp>
          <p:nvGrpSpPr>
            <p:cNvPr id="325" name="Google Shape;325;p11"/>
            <p:cNvGrpSpPr/>
            <p:nvPr/>
          </p:nvGrpSpPr>
          <p:grpSpPr>
            <a:xfrm>
              <a:off x="6922975" y="1548525"/>
              <a:ext cx="2057400" cy="1033200"/>
              <a:chOff x="6172200" y="152400"/>
              <a:chExt cx="2057400" cy="1033200"/>
            </a:xfrm>
          </p:grpSpPr>
          <p:sp>
            <p:nvSpPr>
              <p:cNvPr id="326" name="Google Shape;326;p11"/>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327" name="Google Shape;327;p11"/>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328" name="Google Shape;328;p11"/>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rgbClr val="000000"/>
                  </a:solidFill>
                  <a:latin typeface="Inter"/>
                  <a:ea typeface="Inter"/>
                  <a:cs typeface="Inter"/>
                  <a:sym typeface="Inter"/>
                </a:rPr>
                <a:t>Customize this slide by adding specific examples or anecdotes from your own teaching experiences that illustrate how you've built trust with your students.</a:t>
              </a:r>
              <a:endParaRPr b="0" i="0" sz="700" u="none" cap="none" strike="noStrike">
                <a:solidFill>
                  <a:srgbClr val="000000"/>
                </a:solidFill>
                <a:latin typeface="Inter"/>
                <a:ea typeface="Inter"/>
                <a:cs typeface="Inter"/>
                <a:sym typeface="Inter"/>
              </a:endParaRPr>
            </a:p>
          </p:txBody>
        </p:sp>
        <p:pic>
          <p:nvPicPr>
            <p:cNvPr id="329" name="Google Shape;329;p11"/>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330" name="Google Shape;330;p11"/>
          <p:cNvPicPr preferRelativeResize="0"/>
          <p:nvPr/>
        </p:nvPicPr>
        <p:blipFill rotWithShape="1">
          <a:blip r:embed="rId4">
            <a:alphaModFix/>
          </a:blip>
          <a:srcRect b="48563" l="0" r="0" t="22967"/>
          <a:stretch/>
        </p:blipFill>
        <p:spPr>
          <a:xfrm>
            <a:off x="6564630" y="4276090"/>
            <a:ext cx="2733040" cy="7785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4" name="Shape 334"/>
        <p:cNvGrpSpPr/>
        <p:nvPr/>
      </p:nvGrpSpPr>
      <p:grpSpPr>
        <a:xfrm>
          <a:off x="0" y="0"/>
          <a:ext cx="0" cy="0"/>
          <a:chOff x="0" y="0"/>
          <a:chExt cx="0" cy="0"/>
        </a:xfrm>
      </p:grpSpPr>
      <p:cxnSp>
        <p:nvCxnSpPr>
          <p:cNvPr id="335" name="Google Shape;335;p12"/>
          <p:cNvCxnSpPr/>
          <p:nvPr/>
        </p:nvCxnSpPr>
        <p:spPr>
          <a:xfrm>
            <a:off x="222800" y="1388100"/>
            <a:ext cx="8695500" cy="0"/>
          </a:xfrm>
          <a:prstGeom prst="straightConnector1">
            <a:avLst/>
          </a:prstGeom>
          <a:noFill/>
          <a:ln cap="flat" cmpd="sng" w="9525">
            <a:solidFill>
              <a:schemeClr val="accent1"/>
            </a:solidFill>
            <a:prstDash val="solid"/>
            <a:round/>
            <a:headEnd len="sm" w="sm" type="none"/>
            <a:tailEnd len="sm" w="sm" type="none"/>
          </a:ln>
        </p:spPr>
      </p:cxnSp>
      <p:sp>
        <p:nvSpPr>
          <p:cNvPr descr="header_0" id="336" name="Google Shape;336;p12"/>
          <p:cNvSpPr txBox="1"/>
          <p:nvPr/>
        </p:nvSpPr>
        <p:spPr>
          <a:xfrm>
            <a:off x="348525" y="1382500"/>
            <a:ext cx="1968600" cy="6699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accent1"/>
                </a:solidFill>
                <a:latin typeface="Noto Sans"/>
                <a:ea typeface="Noto Sans"/>
                <a:cs typeface="Noto Sans"/>
                <a:sym typeface="Noto Sans"/>
              </a:rPr>
              <a:t>Importance of Skills</a:t>
            </a:r>
            <a:endParaRPr b="1" i="0" sz="1200" u="none" cap="none" strike="noStrike">
              <a:solidFill>
                <a:schemeClr val="accent1"/>
              </a:solidFill>
              <a:latin typeface="Noto Sans"/>
              <a:ea typeface="Noto Sans"/>
              <a:cs typeface="Noto Sans"/>
              <a:sym typeface="Noto Sans"/>
            </a:endParaRPr>
          </a:p>
        </p:txBody>
      </p:sp>
      <p:sp>
        <p:nvSpPr>
          <p:cNvPr descr="header_1" id="337" name="Google Shape;337;p12"/>
          <p:cNvSpPr txBox="1"/>
          <p:nvPr/>
        </p:nvSpPr>
        <p:spPr>
          <a:xfrm>
            <a:off x="2472428" y="1382500"/>
            <a:ext cx="1968600" cy="6699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800"/>
              </a:spcAft>
              <a:buClr>
                <a:srgbClr val="000000"/>
              </a:buClr>
              <a:buSzPts val="1200"/>
              <a:buFont typeface="Arial"/>
              <a:buNone/>
            </a:pPr>
            <a:r>
              <a:rPr b="1" i="0" lang="en-GB" sz="1200" u="none" cap="none" strike="noStrike">
                <a:solidFill>
                  <a:schemeClr val="accent1"/>
                </a:solidFill>
                <a:latin typeface="Noto Sans"/>
                <a:ea typeface="Noto Sans"/>
                <a:cs typeface="Noto Sans"/>
                <a:sym typeface="Noto Sans"/>
              </a:rPr>
              <a:t>With Students</a:t>
            </a:r>
            <a:endParaRPr b="1" i="0" sz="1200" u="none" cap="none" strike="noStrike">
              <a:solidFill>
                <a:schemeClr val="accent1"/>
              </a:solidFill>
              <a:latin typeface="Noto Sans"/>
              <a:ea typeface="Noto Sans"/>
              <a:cs typeface="Noto Sans"/>
              <a:sym typeface="Noto Sans"/>
            </a:endParaRPr>
          </a:p>
        </p:txBody>
      </p:sp>
      <p:sp>
        <p:nvSpPr>
          <p:cNvPr descr="header_2" id="338" name="Google Shape;338;p12"/>
          <p:cNvSpPr txBox="1"/>
          <p:nvPr/>
        </p:nvSpPr>
        <p:spPr>
          <a:xfrm>
            <a:off x="4596331" y="1382500"/>
            <a:ext cx="1968600" cy="6699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800"/>
              </a:spcAft>
              <a:buClr>
                <a:srgbClr val="000000"/>
              </a:buClr>
              <a:buSzPts val="1200"/>
              <a:buFont typeface="Arial"/>
              <a:buNone/>
            </a:pPr>
            <a:r>
              <a:rPr b="1" i="0" lang="en-GB" sz="1200" u="none" cap="none" strike="noStrike">
                <a:solidFill>
                  <a:schemeClr val="accent1"/>
                </a:solidFill>
                <a:latin typeface="Noto Sans"/>
                <a:ea typeface="Noto Sans"/>
                <a:cs typeface="Noto Sans"/>
                <a:sym typeface="Noto Sans"/>
              </a:rPr>
              <a:t>With Parents</a:t>
            </a:r>
            <a:endParaRPr b="1" i="0" sz="1200" u="none" cap="none" strike="noStrike">
              <a:solidFill>
                <a:schemeClr val="accent1"/>
              </a:solidFill>
              <a:latin typeface="Noto Sans"/>
              <a:ea typeface="Noto Sans"/>
              <a:cs typeface="Noto Sans"/>
              <a:sym typeface="Noto Sans"/>
            </a:endParaRPr>
          </a:p>
        </p:txBody>
      </p:sp>
      <p:sp>
        <p:nvSpPr>
          <p:cNvPr descr="header_3" id="339" name="Google Shape;339;p12"/>
          <p:cNvSpPr txBox="1"/>
          <p:nvPr/>
        </p:nvSpPr>
        <p:spPr>
          <a:xfrm>
            <a:off x="6720251" y="1382500"/>
            <a:ext cx="1968600" cy="6699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800"/>
              </a:spcAft>
              <a:buClr>
                <a:srgbClr val="000000"/>
              </a:buClr>
              <a:buSzPts val="1200"/>
              <a:buFont typeface="Arial"/>
              <a:buNone/>
            </a:pPr>
            <a:r>
              <a:rPr b="1" i="0" lang="en-GB" sz="1200" u="none" cap="none" strike="noStrike">
                <a:solidFill>
                  <a:schemeClr val="accent1"/>
                </a:solidFill>
                <a:latin typeface="Noto Sans"/>
                <a:ea typeface="Noto Sans"/>
                <a:cs typeface="Noto Sans"/>
                <a:sym typeface="Noto Sans"/>
              </a:rPr>
              <a:t>With Colleagues</a:t>
            </a:r>
            <a:endParaRPr b="1" i="0" sz="1200" u="none" cap="none" strike="noStrike">
              <a:solidFill>
                <a:schemeClr val="accent1"/>
              </a:solidFill>
              <a:latin typeface="Noto Sans"/>
              <a:ea typeface="Noto Sans"/>
              <a:cs typeface="Noto Sans"/>
              <a:sym typeface="Noto Sans"/>
            </a:endParaRPr>
          </a:p>
        </p:txBody>
      </p:sp>
      <p:sp>
        <p:nvSpPr>
          <p:cNvPr descr="detail_0" id="340" name="Google Shape;340;p12"/>
          <p:cNvSpPr txBox="1"/>
          <p:nvPr/>
        </p:nvSpPr>
        <p:spPr>
          <a:xfrm>
            <a:off x="348525" y="2114375"/>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2000"/>
              </a:spcAft>
              <a:buClr>
                <a:srgbClr val="000000"/>
              </a:buClr>
              <a:buSzPts val="800"/>
              <a:buFont typeface="Arial"/>
              <a:buNone/>
            </a:pPr>
            <a:r>
              <a:rPr b="0" i="0" lang="en-GB" sz="800" u="none" cap="none" strike="noStrike">
                <a:solidFill>
                  <a:schemeClr val="lt1"/>
                </a:solidFill>
                <a:latin typeface="Georgia"/>
                <a:ea typeface="Georgia"/>
                <a:cs typeface="Georgia"/>
                <a:sym typeface="Georgia"/>
              </a:rPr>
              <a:t>Communication is key in the classroom: successful teaching requires 50% knowledge and 50% communication skills. Proficiency in listening, speaking, reading, and writing is essential.</a:t>
            </a:r>
            <a:endParaRPr b="0" i="0" sz="800" u="none" cap="none" strike="noStrike">
              <a:solidFill>
                <a:schemeClr val="lt1"/>
              </a:solidFill>
              <a:latin typeface="Georgia"/>
              <a:ea typeface="Georgia"/>
              <a:cs typeface="Georgia"/>
              <a:sym typeface="Georgia"/>
            </a:endParaRPr>
          </a:p>
        </p:txBody>
      </p:sp>
      <p:sp>
        <p:nvSpPr>
          <p:cNvPr descr="detail_1" id="341" name="Google Shape;341;p12"/>
          <p:cNvSpPr txBox="1"/>
          <p:nvPr/>
        </p:nvSpPr>
        <p:spPr>
          <a:xfrm>
            <a:off x="2472430" y="2114375"/>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900"/>
              <a:buFont typeface="Arial"/>
              <a:buNone/>
            </a:pPr>
            <a:r>
              <a:rPr b="0" i="0" lang="en-GB" sz="900" u="none" cap="none" strike="noStrike">
                <a:solidFill>
                  <a:schemeClr val="lt1"/>
                </a:solidFill>
                <a:latin typeface="Georgia"/>
                <a:ea typeface="Georgia"/>
                <a:cs typeface="Georgia"/>
                <a:sym typeface="Georgia"/>
              </a:rPr>
              <a:t>Use face-to-face communication, listen actively, make eye contact, and speak calmly. Monitor body language and tone to foster positive interactions.</a:t>
            </a:r>
            <a:endParaRPr b="0" i="0" sz="900" u="none" cap="none" strike="noStrike">
              <a:solidFill>
                <a:schemeClr val="lt1"/>
              </a:solidFill>
              <a:latin typeface="Georgia"/>
              <a:ea typeface="Georgia"/>
              <a:cs typeface="Georgia"/>
              <a:sym typeface="Georgia"/>
            </a:endParaRPr>
          </a:p>
        </p:txBody>
      </p:sp>
      <p:sp>
        <p:nvSpPr>
          <p:cNvPr descr="detail_2" id="342" name="Google Shape;342;p12"/>
          <p:cNvSpPr txBox="1"/>
          <p:nvPr/>
        </p:nvSpPr>
        <p:spPr>
          <a:xfrm>
            <a:off x="4596336" y="2114375"/>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000"/>
              <a:buFont typeface="Arial"/>
              <a:buNone/>
            </a:pPr>
            <a:r>
              <a:rPr b="0" i="0" lang="en-GB" sz="1000" u="none" cap="none" strike="noStrike">
                <a:solidFill>
                  <a:schemeClr val="lt1"/>
                </a:solidFill>
                <a:latin typeface="Georgia"/>
                <a:ea typeface="Georgia"/>
                <a:cs typeface="Georgia"/>
                <a:sym typeface="Georgia"/>
              </a:rPr>
              <a:t>Stick to facts, avoid gossip, and ensure clarity. Regular updates and open communication build trust and involvement from parents.</a:t>
            </a:r>
            <a:endParaRPr b="0" i="0" sz="1000" u="none" cap="none" strike="noStrike">
              <a:solidFill>
                <a:schemeClr val="lt1"/>
              </a:solidFill>
              <a:latin typeface="Georgia"/>
              <a:ea typeface="Georgia"/>
              <a:cs typeface="Georgia"/>
              <a:sym typeface="Georgia"/>
            </a:endParaRPr>
          </a:p>
        </p:txBody>
      </p:sp>
      <p:sp>
        <p:nvSpPr>
          <p:cNvPr descr="detail_3" id="343" name="Google Shape;343;p12"/>
          <p:cNvSpPr txBox="1"/>
          <p:nvPr/>
        </p:nvSpPr>
        <p:spPr>
          <a:xfrm>
            <a:off x="6720258" y="2114375"/>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rgbClr val="000000"/>
              </a:buClr>
              <a:buSzPts val="1000"/>
              <a:buFont typeface="Arial"/>
              <a:buNone/>
            </a:pPr>
            <a:r>
              <a:rPr b="0" i="0" lang="en-GB" sz="1000" u="none" cap="none" strike="noStrike">
                <a:solidFill>
                  <a:schemeClr val="lt1"/>
                </a:solidFill>
                <a:latin typeface="Georgia"/>
                <a:ea typeface="Georgia"/>
                <a:cs typeface="Georgia"/>
                <a:sym typeface="Georgia"/>
              </a:rPr>
              <a:t>Utilize constructive feedback, foster collaboration, and ensure consistency in messages across platforms for clear communication.</a:t>
            </a:r>
            <a:endParaRPr b="0" i="0" sz="1000" u="none" cap="none" strike="noStrike">
              <a:solidFill>
                <a:schemeClr val="lt1"/>
              </a:solidFill>
              <a:latin typeface="Georgia"/>
              <a:ea typeface="Georgia"/>
              <a:cs typeface="Georgia"/>
              <a:sym typeface="Georgia"/>
            </a:endParaRPr>
          </a:p>
        </p:txBody>
      </p:sp>
      <p:sp>
        <p:nvSpPr>
          <p:cNvPr descr="deliverable_0" id="344" name="Google Shape;344;p12"/>
          <p:cNvSpPr txBox="1"/>
          <p:nvPr/>
        </p:nvSpPr>
        <p:spPr>
          <a:xfrm>
            <a:off x="348525" y="3250600"/>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Understanding communication's role</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Balanced communication skills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Integration of techniques in teaching</a:t>
            </a:r>
            <a:endParaRPr b="0" i="0" sz="800" u="none" cap="none" strike="noStrike">
              <a:solidFill>
                <a:schemeClr val="dk2"/>
              </a:solidFill>
              <a:latin typeface="Georgia"/>
              <a:ea typeface="Georgia"/>
              <a:cs typeface="Georgia"/>
              <a:sym typeface="Georgia"/>
            </a:endParaRPr>
          </a:p>
        </p:txBody>
      </p:sp>
      <p:sp>
        <p:nvSpPr>
          <p:cNvPr descr="deliverable_1" id="345" name="Google Shape;345;p12"/>
          <p:cNvSpPr txBox="1"/>
          <p:nvPr/>
        </p:nvSpPr>
        <p:spPr>
          <a:xfrm>
            <a:off x="2472430" y="3250600"/>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Active listening exercises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Role-playing scenarios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Feedback collection methods</a:t>
            </a:r>
            <a:endParaRPr b="0" i="0" sz="800" u="none" cap="none" strike="noStrike">
              <a:solidFill>
                <a:schemeClr val="dk2"/>
              </a:solidFill>
              <a:latin typeface="Georgia"/>
              <a:ea typeface="Georgia"/>
              <a:cs typeface="Georgia"/>
              <a:sym typeface="Georgia"/>
            </a:endParaRPr>
          </a:p>
        </p:txBody>
      </p:sp>
      <p:sp>
        <p:nvSpPr>
          <p:cNvPr descr="deliverable_2" id="346" name="Google Shape;346;p12"/>
          <p:cNvSpPr txBox="1"/>
          <p:nvPr/>
        </p:nvSpPr>
        <p:spPr>
          <a:xfrm>
            <a:off x="4596336" y="3250600"/>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Parent communication templates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Regular newsletters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Parent-teacher meeting agendas</a:t>
            </a:r>
            <a:endParaRPr b="0" i="0" sz="800" u="none" cap="none" strike="noStrike">
              <a:solidFill>
                <a:schemeClr val="dk2"/>
              </a:solidFill>
              <a:latin typeface="Georgia"/>
              <a:ea typeface="Georgia"/>
              <a:cs typeface="Georgia"/>
              <a:sym typeface="Georgia"/>
            </a:endParaRPr>
          </a:p>
        </p:txBody>
      </p:sp>
      <p:sp>
        <p:nvSpPr>
          <p:cNvPr descr="deliverable_3" id="347" name="Google Shape;347;p12"/>
          <p:cNvSpPr txBox="1"/>
          <p:nvPr/>
        </p:nvSpPr>
        <p:spPr>
          <a:xfrm>
            <a:off x="6720258" y="3250600"/>
            <a:ext cx="1968600" cy="11328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Collaboration tools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Peer feedback mechanisms</a:t>
            </a:r>
            <a:endParaRPr b="0" i="0" sz="800" u="none" cap="none" strike="noStrike">
              <a:solidFill>
                <a:schemeClr val="dk2"/>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chemeClr val="dk2"/>
                </a:solidFill>
                <a:latin typeface="Georgia"/>
                <a:ea typeface="Georgia"/>
                <a:cs typeface="Georgia"/>
                <a:sym typeface="Georgia"/>
              </a:rPr>
              <a:t>Communication protocols</a:t>
            </a:r>
            <a:endParaRPr b="0" i="0" sz="800" u="none" cap="none" strike="noStrike">
              <a:solidFill>
                <a:schemeClr val="dk2"/>
              </a:solidFill>
              <a:latin typeface="Georgia"/>
              <a:ea typeface="Georgia"/>
              <a:cs typeface="Georgia"/>
              <a:sym typeface="Georgia"/>
            </a:endParaRPr>
          </a:p>
        </p:txBody>
      </p:sp>
      <p:sp>
        <p:nvSpPr>
          <p:cNvPr descr="title" id="348" name="Google Shape;348;p12"/>
          <p:cNvSpPr txBox="1"/>
          <p:nvPr>
            <p:ph type="title"/>
          </p:nvPr>
        </p:nvSpPr>
        <p:spPr>
          <a:xfrm>
            <a:off x="348600" y="521275"/>
            <a:ext cx="8334300" cy="5727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GB">
                <a:latin typeface="Bodoni Moda"/>
                <a:ea typeface="Bodoni Moda"/>
                <a:cs typeface="Bodoni Moda"/>
                <a:sym typeface="Bodoni Moda"/>
              </a:rPr>
              <a:t>Effective Communication Skills</a:t>
            </a:r>
            <a:endParaRPr b="1" sz="2400">
              <a:latin typeface="Bodoni Moda"/>
              <a:ea typeface="Bodoni Moda"/>
              <a:cs typeface="Bodoni Moda"/>
              <a:sym typeface="Bodoni Moda"/>
            </a:endParaRPr>
          </a:p>
        </p:txBody>
      </p:sp>
      <p:sp>
        <p:nvSpPr>
          <p:cNvPr id="349" name="Google Shape;349;p12"/>
          <p:cNvSpPr/>
          <p:nvPr/>
        </p:nvSpPr>
        <p:spPr>
          <a:xfrm>
            <a:off x="2472425" y="1309050"/>
            <a:ext cx="158100" cy="1581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descr="chapter" id="350" name="Google Shape;350;p12"/>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Self Improvement and Management Skills</a:t>
            </a:r>
            <a:endParaRPr b="1" i="0" sz="1000" u="none" cap="none" strike="noStrike">
              <a:solidFill>
                <a:schemeClr val="accent1"/>
              </a:solidFill>
              <a:latin typeface="Noto Sans"/>
              <a:ea typeface="Noto Sans"/>
              <a:cs typeface="Noto Sans"/>
              <a:sym typeface="Noto Sans"/>
            </a:endParaRPr>
          </a:p>
        </p:txBody>
      </p:sp>
      <p:grpSp>
        <p:nvGrpSpPr>
          <p:cNvPr id="351" name="Google Shape;351;p12"/>
          <p:cNvGrpSpPr/>
          <p:nvPr/>
        </p:nvGrpSpPr>
        <p:grpSpPr>
          <a:xfrm>
            <a:off x="6892000" y="264275"/>
            <a:ext cx="2057400" cy="1033200"/>
            <a:chOff x="6922975" y="1548525"/>
            <a:chExt cx="2057400" cy="1033200"/>
          </a:xfrm>
        </p:grpSpPr>
        <p:grpSp>
          <p:nvGrpSpPr>
            <p:cNvPr id="352" name="Google Shape;352;p12"/>
            <p:cNvGrpSpPr/>
            <p:nvPr/>
          </p:nvGrpSpPr>
          <p:grpSpPr>
            <a:xfrm>
              <a:off x="6922975" y="1548525"/>
              <a:ext cx="2057400" cy="1033200"/>
              <a:chOff x="6172200" y="152400"/>
              <a:chExt cx="2057400" cy="1033200"/>
            </a:xfrm>
          </p:grpSpPr>
          <p:sp>
            <p:nvSpPr>
              <p:cNvPr id="353" name="Google Shape;353;p12"/>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354" name="Google Shape;354;p12"/>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355" name="Google Shape;355;p12"/>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adapting the strategies to fit your teaching style and the specific needs of your students, parents, and colleagues.</a:t>
              </a:r>
              <a:endParaRPr b="0" i="0" sz="800" u="none" cap="none" strike="noStrike">
                <a:solidFill>
                  <a:srgbClr val="000000"/>
                </a:solidFill>
                <a:latin typeface="Inter"/>
                <a:ea typeface="Inter"/>
                <a:cs typeface="Inter"/>
                <a:sym typeface="Inter"/>
              </a:endParaRPr>
            </a:p>
          </p:txBody>
        </p:sp>
        <p:pic>
          <p:nvPicPr>
            <p:cNvPr id="356" name="Google Shape;356;p12"/>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357" name="Google Shape;357;p12"/>
          <p:cNvPicPr preferRelativeResize="0"/>
          <p:nvPr/>
        </p:nvPicPr>
        <p:blipFill rotWithShape="1">
          <a:blip r:embed="rId4">
            <a:alphaModFix/>
          </a:blip>
          <a:srcRect b="48563" l="0" r="0" t="22967"/>
          <a:stretch/>
        </p:blipFill>
        <p:spPr>
          <a:xfrm>
            <a:off x="0" y="4263390"/>
            <a:ext cx="2733040" cy="7785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61" name="Shape 361"/>
        <p:cNvGrpSpPr/>
        <p:nvPr/>
      </p:nvGrpSpPr>
      <p:grpSpPr>
        <a:xfrm>
          <a:off x="0" y="0"/>
          <a:ext cx="0" cy="0"/>
          <a:chOff x="0" y="0"/>
          <a:chExt cx="0" cy="0"/>
        </a:xfrm>
      </p:grpSpPr>
      <p:sp>
        <p:nvSpPr>
          <p:cNvPr descr="header_0" id="362" name="Google Shape;362;p13"/>
          <p:cNvSpPr txBox="1"/>
          <p:nvPr>
            <p:ph idx="4294967295" type="subTitle"/>
          </p:nvPr>
        </p:nvSpPr>
        <p:spPr>
          <a:xfrm>
            <a:off x="348600" y="1299750"/>
            <a:ext cx="3779700" cy="536100"/>
          </a:xfrm>
          <a:prstGeom prst="rect">
            <a:avLst/>
          </a:prstGeom>
          <a:noFill/>
          <a:ln>
            <a:noFill/>
          </a:ln>
        </p:spPr>
        <p:txBody>
          <a:bodyPr anchorCtr="0" anchor="b"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accent4"/>
                </a:solidFill>
                <a:latin typeface="Georgia"/>
                <a:ea typeface="Georgia"/>
                <a:cs typeface="Georgia"/>
                <a:sym typeface="Georgia"/>
              </a:rPr>
              <a:t>Benefits of Time Management</a:t>
            </a:r>
            <a:endParaRPr b="1" i="0" sz="1200" u="none" cap="none" strike="noStrike">
              <a:solidFill>
                <a:schemeClr val="accent4"/>
              </a:solidFill>
              <a:latin typeface="Georgia"/>
              <a:ea typeface="Georgia"/>
              <a:cs typeface="Georgia"/>
              <a:sym typeface="Georgia"/>
            </a:endParaRPr>
          </a:p>
        </p:txBody>
      </p:sp>
      <p:sp>
        <p:nvSpPr>
          <p:cNvPr descr="header_1" id="363" name="Google Shape;363;p13"/>
          <p:cNvSpPr txBox="1"/>
          <p:nvPr>
            <p:ph idx="4294967295" type="subTitle"/>
          </p:nvPr>
        </p:nvSpPr>
        <p:spPr>
          <a:xfrm>
            <a:off x="4569498" y="1299750"/>
            <a:ext cx="3779700" cy="536100"/>
          </a:xfrm>
          <a:prstGeom prst="rect">
            <a:avLst/>
          </a:prstGeom>
          <a:noFill/>
          <a:ln>
            <a:noFill/>
          </a:ln>
        </p:spPr>
        <p:txBody>
          <a:bodyPr anchorCtr="0" anchor="b"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accent1"/>
                </a:solidFill>
                <a:latin typeface="Georgia"/>
                <a:ea typeface="Georgia"/>
                <a:cs typeface="Georgia"/>
                <a:sym typeface="Georgia"/>
              </a:rPr>
              <a:t>Challenges in Time Management</a:t>
            </a:r>
            <a:endParaRPr b="1" i="0" sz="1200" u="none" cap="none" strike="noStrike">
              <a:solidFill>
                <a:schemeClr val="accent1"/>
              </a:solidFill>
              <a:latin typeface="Georgia"/>
              <a:ea typeface="Georgia"/>
              <a:cs typeface="Georgia"/>
              <a:sym typeface="Georgia"/>
            </a:endParaRPr>
          </a:p>
        </p:txBody>
      </p:sp>
      <p:sp>
        <p:nvSpPr>
          <p:cNvPr descr="detail_0" id="364" name="Google Shape;364;p13"/>
          <p:cNvSpPr txBox="1"/>
          <p:nvPr>
            <p:ph idx="1" type="body"/>
          </p:nvPr>
        </p:nvSpPr>
        <p:spPr>
          <a:xfrm>
            <a:off x="348600" y="1921075"/>
            <a:ext cx="3779700" cy="2843400"/>
          </a:xfrm>
          <a:prstGeom prst="rect">
            <a:avLst/>
          </a:prstGeom>
          <a:noFill/>
          <a:ln>
            <a:noFill/>
          </a:ln>
        </p:spPr>
        <p:txBody>
          <a:bodyPr anchorCtr="0" anchor="t" bIns="91425" lIns="0" spcFirstLastPara="1" rIns="0" wrap="square" tIns="91425">
            <a:noAutofit/>
          </a:bodyPr>
          <a:lstStyle/>
          <a:p>
            <a:pPr indent="-219075" lvl="0" marL="342900" rtl="0" algn="l">
              <a:lnSpc>
                <a:spcPct val="100000"/>
              </a:lnSpc>
              <a:spcBef>
                <a:spcPts val="0"/>
              </a:spcBef>
              <a:spcAft>
                <a:spcPts val="0"/>
              </a:spcAft>
              <a:buClr>
                <a:schemeClr val="lt1"/>
              </a:buClr>
              <a:buSzPts val="1200"/>
              <a:buChar char="●"/>
            </a:pPr>
            <a:r>
              <a:rPr lang="en-GB" sz="1200">
                <a:solidFill>
                  <a:schemeClr val="lt1"/>
                </a:solidFill>
              </a:rPr>
              <a:t>Increases productivity by allowing teachers to focus on essential tasks.</a:t>
            </a:r>
            <a:endParaRPr sz="1200">
              <a:solidFill>
                <a:schemeClr val="lt1"/>
              </a:solidFill>
            </a:endParaRPr>
          </a:p>
          <a:p>
            <a:pPr indent="-219075" lvl="0" marL="342900" rtl="0" algn="l">
              <a:lnSpc>
                <a:spcPct val="100000"/>
              </a:lnSpc>
              <a:spcBef>
                <a:spcPts val="1000"/>
              </a:spcBef>
              <a:spcAft>
                <a:spcPts val="0"/>
              </a:spcAft>
              <a:buClr>
                <a:schemeClr val="lt1"/>
              </a:buClr>
              <a:buSzPts val="1200"/>
              <a:buChar char="●"/>
            </a:pPr>
            <a:r>
              <a:rPr lang="en-GB" sz="1200">
                <a:solidFill>
                  <a:schemeClr val="lt1"/>
                </a:solidFill>
              </a:rPr>
              <a:t>Reduces stress as teachers can better manage their workload and meet deadlines.</a:t>
            </a:r>
            <a:endParaRPr sz="1200">
              <a:solidFill>
                <a:schemeClr val="lt1"/>
              </a:solidFill>
            </a:endParaRPr>
          </a:p>
          <a:p>
            <a:pPr indent="-219075" lvl="0" marL="342900" rtl="0" algn="l">
              <a:lnSpc>
                <a:spcPct val="100000"/>
              </a:lnSpc>
              <a:spcBef>
                <a:spcPts val="1000"/>
              </a:spcBef>
              <a:spcAft>
                <a:spcPts val="0"/>
              </a:spcAft>
              <a:buClr>
                <a:schemeClr val="lt1"/>
              </a:buClr>
              <a:buSzPts val="1200"/>
              <a:buChar char="●"/>
            </a:pPr>
            <a:r>
              <a:rPr lang="en-GB" sz="1200">
                <a:solidFill>
                  <a:schemeClr val="lt1"/>
                </a:solidFill>
              </a:rPr>
              <a:t>Clarifies goals and prioritizes the most important tasks, ensuring that teaching objectives are met.</a:t>
            </a:r>
            <a:endParaRPr sz="1200">
              <a:solidFill>
                <a:schemeClr val="lt1"/>
              </a:solidFill>
            </a:endParaRPr>
          </a:p>
          <a:p>
            <a:pPr indent="-219075" lvl="0" marL="342900" rtl="0" algn="l">
              <a:lnSpc>
                <a:spcPct val="100000"/>
              </a:lnSpc>
              <a:spcBef>
                <a:spcPts val="1000"/>
              </a:spcBef>
              <a:spcAft>
                <a:spcPts val="1000"/>
              </a:spcAft>
              <a:buClr>
                <a:schemeClr val="lt1"/>
              </a:buClr>
              <a:buSzPts val="1200"/>
              <a:buChar char="●"/>
            </a:pPr>
            <a:r>
              <a:rPr lang="en-GB" sz="1200">
                <a:solidFill>
                  <a:schemeClr val="lt1"/>
                </a:solidFill>
              </a:rPr>
              <a:t>Achieves bigger and better results through efficient use of time.</a:t>
            </a:r>
            <a:endParaRPr sz="1200">
              <a:solidFill>
                <a:schemeClr val="lt1"/>
              </a:solidFill>
            </a:endParaRPr>
          </a:p>
        </p:txBody>
      </p:sp>
      <p:sp>
        <p:nvSpPr>
          <p:cNvPr descr="detail_1" id="365" name="Google Shape;365;p13"/>
          <p:cNvSpPr txBox="1"/>
          <p:nvPr>
            <p:ph idx="1" type="body"/>
          </p:nvPr>
        </p:nvSpPr>
        <p:spPr>
          <a:xfrm>
            <a:off x="4569498" y="1921075"/>
            <a:ext cx="3779700" cy="2843400"/>
          </a:xfrm>
          <a:prstGeom prst="rect">
            <a:avLst/>
          </a:prstGeom>
          <a:noFill/>
          <a:ln>
            <a:noFill/>
          </a:ln>
        </p:spPr>
        <p:txBody>
          <a:bodyPr anchorCtr="0" anchor="t" bIns="91425" lIns="0" spcFirstLastPara="1" rIns="0" wrap="square" tIns="91425">
            <a:noAutofit/>
          </a:bodyPr>
          <a:lstStyle/>
          <a:p>
            <a:pPr indent="-219075" lvl="0" marL="342900" rtl="0" algn="l">
              <a:lnSpc>
                <a:spcPct val="100000"/>
              </a:lnSpc>
              <a:spcBef>
                <a:spcPts val="0"/>
              </a:spcBef>
              <a:spcAft>
                <a:spcPts val="0"/>
              </a:spcAft>
              <a:buClr>
                <a:schemeClr val="lt1"/>
              </a:buClr>
              <a:buSzPts val="1200"/>
              <a:buChar char="●"/>
            </a:pPr>
            <a:r>
              <a:rPr lang="en-GB" sz="1200">
                <a:solidFill>
                  <a:schemeClr val="lt1"/>
                </a:solidFill>
              </a:rPr>
              <a:t>Time constraints can lead to feeling overwhelmed, particularly during busy periods.</a:t>
            </a:r>
            <a:endParaRPr sz="1200">
              <a:solidFill>
                <a:schemeClr val="lt1"/>
              </a:solidFill>
            </a:endParaRPr>
          </a:p>
          <a:p>
            <a:pPr indent="-219075" lvl="0" marL="342900" rtl="0" algn="l">
              <a:lnSpc>
                <a:spcPct val="100000"/>
              </a:lnSpc>
              <a:spcBef>
                <a:spcPts val="1000"/>
              </a:spcBef>
              <a:spcAft>
                <a:spcPts val="0"/>
              </a:spcAft>
              <a:buClr>
                <a:schemeClr val="lt1"/>
              </a:buClr>
              <a:buSzPts val="1200"/>
              <a:buChar char="●"/>
            </a:pPr>
            <a:r>
              <a:rPr lang="en-GB" sz="1200">
                <a:solidFill>
                  <a:schemeClr val="lt1"/>
                </a:solidFill>
              </a:rPr>
              <a:t>Unexpected disruptions can cause plans to go awry, leading to frustration.</a:t>
            </a:r>
            <a:endParaRPr sz="1200">
              <a:solidFill>
                <a:schemeClr val="lt1"/>
              </a:solidFill>
            </a:endParaRPr>
          </a:p>
          <a:p>
            <a:pPr indent="-219075" lvl="0" marL="342900" rtl="0" algn="l">
              <a:lnSpc>
                <a:spcPct val="100000"/>
              </a:lnSpc>
              <a:spcBef>
                <a:spcPts val="1000"/>
              </a:spcBef>
              <a:spcAft>
                <a:spcPts val="0"/>
              </a:spcAft>
              <a:buClr>
                <a:schemeClr val="lt1"/>
              </a:buClr>
              <a:buSzPts val="1200"/>
              <a:buChar char="●"/>
            </a:pPr>
            <a:r>
              <a:rPr lang="en-GB" sz="1200">
                <a:solidFill>
                  <a:schemeClr val="lt1"/>
                </a:solidFill>
              </a:rPr>
              <a:t>Difficulty in prioritizing tasks may result in neglecting essential responsibilities.</a:t>
            </a:r>
            <a:endParaRPr sz="1200">
              <a:solidFill>
                <a:schemeClr val="lt1"/>
              </a:solidFill>
            </a:endParaRPr>
          </a:p>
          <a:p>
            <a:pPr indent="-219075" lvl="0" marL="342900" rtl="0" algn="l">
              <a:lnSpc>
                <a:spcPct val="100000"/>
              </a:lnSpc>
              <a:spcBef>
                <a:spcPts val="1000"/>
              </a:spcBef>
              <a:spcAft>
                <a:spcPts val="1000"/>
              </a:spcAft>
              <a:buClr>
                <a:schemeClr val="lt1"/>
              </a:buClr>
              <a:buSzPts val="1200"/>
              <a:buChar char="●"/>
            </a:pPr>
            <a:r>
              <a:rPr lang="en-GB" sz="1200">
                <a:solidFill>
                  <a:schemeClr val="lt1"/>
                </a:solidFill>
              </a:rPr>
              <a:t>Balancing teaching duties with personal life can be challenging, affecting overall time management.</a:t>
            </a:r>
            <a:endParaRPr sz="1200">
              <a:solidFill>
                <a:schemeClr val="lt1"/>
              </a:solidFill>
            </a:endParaRPr>
          </a:p>
        </p:txBody>
      </p:sp>
      <p:sp>
        <p:nvSpPr>
          <p:cNvPr descr="title" id="366" name="Google Shape;366;p13"/>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GB" sz="2400">
                <a:latin typeface="Bodoni Moda"/>
                <a:ea typeface="Bodoni Moda"/>
                <a:cs typeface="Bodoni Moda"/>
                <a:sym typeface="Bodoni Moda"/>
              </a:rPr>
              <a:t>Time Management in Teaching</a:t>
            </a:r>
            <a:endParaRPr b="1" sz="2400">
              <a:solidFill>
                <a:schemeClr val="lt1"/>
              </a:solidFill>
              <a:latin typeface="Bodoni Moda"/>
              <a:ea typeface="Bodoni Moda"/>
              <a:cs typeface="Bodoni Moda"/>
              <a:sym typeface="Bodoni Moda"/>
            </a:endParaRPr>
          </a:p>
        </p:txBody>
      </p:sp>
      <p:sp>
        <p:nvSpPr>
          <p:cNvPr descr="chapter" id="367" name="Google Shape;367;p13"/>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dk2"/>
                </a:solidFill>
                <a:latin typeface="Noto Sans"/>
                <a:ea typeface="Noto Sans"/>
                <a:cs typeface="Noto Sans"/>
                <a:sym typeface="Noto Sans"/>
              </a:rPr>
              <a:t>Self Improvement and Management Skills</a:t>
            </a:r>
            <a:endParaRPr b="1" i="0" sz="1000" u="none" cap="none" strike="noStrike">
              <a:solidFill>
                <a:schemeClr val="dk2"/>
              </a:solidFill>
              <a:latin typeface="Noto Sans"/>
              <a:ea typeface="Noto Sans"/>
              <a:cs typeface="Noto Sans"/>
              <a:sym typeface="Noto Sans"/>
            </a:endParaRPr>
          </a:p>
        </p:txBody>
      </p:sp>
      <p:grpSp>
        <p:nvGrpSpPr>
          <p:cNvPr id="368" name="Google Shape;368;p13"/>
          <p:cNvGrpSpPr/>
          <p:nvPr/>
        </p:nvGrpSpPr>
        <p:grpSpPr>
          <a:xfrm>
            <a:off x="6946225" y="4019925"/>
            <a:ext cx="2057400" cy="1033200"/>
            <a:chOff x="6922975" y="1548525"/>
            <a:chExt cx="2057400" cy="1033200"/>
          </a:xfrm>
        </p:grpSpPr>
        <p:grpSp>
          <p:nvGrpSpPr>
            <p:cNvPr id="369" name="Google Shape;369;p13"/>
            <p:cNvGrpSpPr/>
            <p:nvPr/>
          </p:nvGrpSpPr>
          <p:grpSpPr>
            <a:xfrm>
              <a:off x="6922975" y="1548525"/>
              <a:ext cx="2057400" cy="1033200"/>
              <a:chOff x="6172200" y="152400"/>
              <a:chExt cx="2057400" cy="1033200"/>
            </a:xfrm>
          </p:grpSpPr>
          <p:sp>
            <p:nvSpPr>
              <p:cNvPr id="370" name="Google Shape;370;p13"/>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371" name="Google Shape;371;p13"/>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372" name="Google Shape;372;p13"/>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GB" sz="600" u="none" cap="none" strike="noStrike">
                  <a:solidFill>
                    <a:srgbClr val="000000"/>
                  </a:solidFill>
                  <a:latin typeface="Inter"/>
                  <a:ea typeface="Inter"/>
                  <a:cs typeface="Inter"/>
                  <a:sym typeface="Inter"/>
                </a:rPr>
                <a:t>Consider incorporating specific time management tools and techniques that work best for your teaching style. You can also share personal experiences or strategies that have helped you manage time effectively in the classroom.</a:t>
              </a:r>
              <a:endParaRPr b="0" i="0" sz="600" u="none" cap="none" strike="noStrike">
                <a:solidFill>
                  <a:srgbClr val="000000"/>
                </a:solidFill>
                <a:latin typeface="Inter"/>
                <a:ea typeface="Inter"/>
                <a:cs typeface="Inter"/>
                <a:sym typeface="Inter"/>
              </a:endParaRPr>
            </a:p>
          </p:txBody>
        </p:sp>
        <p:pic>
          <p:nvPicPr>
            <p:cNvPr id="373" name="Google Shape;373;p13"/>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374" name="Google Shape;374;p13"/>
          <p:cNvPicPr preferRelativeResize="0"/>
          <p:nvPr/>
        </p:nvPicPr>
        <p:blipFill rotWithShape="1">
          <a:blip r:embed="rId4">
            <a:alphaModFix/>
          </a:blip>
          <a:srcRect b="48563" l="0" r="0" t="22967"/>
          <a:stretch/>
        </p:blipFill>
        <p:spPr>
          <a:xfrm>
            <a:off x="0" y="4276090"/>
            <a:ext cx="2733040" cy="7785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8" name="Shape 378"/>
        <p:cNvGrpSpPr/>
        <p:nvPr/>
      </p:nvGrpSpPr>
      <p:grpSpPr>
        <a:xfrm>
          <a:off x="0" y="0"/>
          <a:ext cx="0" cy="0"/>
          <a:chOff x="0" y="0"/>
          <a:chExt cx="0" cy="0"/>
        </a:xfrm>
      </p:grpSpPr>
      <p:sp>
        <p:nvSpPr>
          <p:cNvPr descr="header_0" id="379" name="Google Shape;379;p14"/>
          <p:cNvSpPr txBox="1"/>
          <p:nvPr>
            <p:ph idx="4294967295" type="subTitle"/>
          </p:nvPr>
        </p:nvSpPr>
        <p:spPr>
          <a:xfrm>
            <a:off x="348525"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Quizzes and Polls</a:t>
            </a:r>
            <a:endParaRPr b="1" i="0" sz="1200" u="none" cap="none" strike="noStrike">
              <a:solidFill>
                <a:schemeClr val="lt1"/>
              </a:solidFill>
              <a:latin typeface="Georgia"/>
              <a:ea typeface="Georgia"/>
              <a:cs typeface="Georgia"/>
              <a:sym typeface="Georgia"/>
            </a:endParaRPr>
          </a:p>
        </p:txBody>
      </p:sp>
      <p:sp>
        <p:nvSpPr>
          <p:cNvPr descr="header_1" id="380" name="Google Shape;380;p14"/>
          <p:cNvSpPr txBox="1"/>
          <p:nvPr>
            <p:ph idx="4294967295" type="subTitle"/>
          </p:nvPr>
        </p:nvSpPr>
        <p:spPr>
          <a:xfrm>
            <a:off x="3264859"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Interviews</a:t>
            </a:r>
            <a:endParaRPr b="1" i="0" sz="1200" u="none" cap="none" strike="noStrike">
              <a:solidFill>
                <a:schemeClr val="lt1"/>
              </a:solidFill>
              <a:latin typeface="Georgia"/>
              <a:ea typeface="Georgia"/>
              <a:cs typeface="Georgia"/>
              <a:sym typeface="Georgia"/>
            </a:endParaRPr>
          </a:p>
        </p:txBody>
      </p:sp>
      <p:sp>
        <p:nvSpPr>
          <p:cNvPr descr="header_2" id="381" name="Google Shape;381;p14"/>
          <p:cNvSpPr txBox="1"/>
          <p:nvPr>
            <p:ph idx="4294967295" type="subTitle"/>
          </p:nvPr>
        </p:nvSpPr>
        <p:spPr>
          <a:xfrm>
            <a:off x="6181175" y="144482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GB" sz="1200" u="none" cap="none" strike="noStrike">
                <a:solidFill>
                  <a:schemeClr val="lt1"/>
                </a:solidFill>
                <a:latin typeface="Georgia"/>
                <a:ea typeface="Georgia"/>
                <a:cs typeface="Georgia"/>
                <a:sym typeface="Georgia"/>
              </a:rPr>
              <a:t>Discussions</a:t>
            </a:r>
            <a:endParaRPr b="1" i="0" sz="1200" u="none" cap="none" strike="noStrike">
              <a:solidFill>
                <a:schemeClr val="lt1"/>
              </a:solidFill>
              <a:latin typeface="Georgia"/>
              <a:ea typeface="Georgia"/>
              <a:cs typeface="Georgia"/>
              <a:sym typeface="Georgia"/>
            </a:endParaRPr>
          </a:p>
        </p:txBody>
      </p:sp>
      <p:sp>
        <p:nvSpPr>
          <p:cNvPr descr="detail_0" id="382" name="Google Shape;382;p14"/>
          <p:cNvSpPr txBox="1"/>
          <p:nvPr>
            <p:ph idx="1" type="body"/>
          </p:nvPr>
        </p:nvSpPr>
        <p:spPr>
          <a:xfrm>
            <a:off x="348525" y="2367851"/>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GB" sz="1200">
                <a:solidFill>
                  <a:schemeClr val="lt1"/>
                </a:solidFill>
              </a:rPr>
              <a:t>Quizzes and polls can provide immediate feedback on student understanding and engagement, allowing teachers to adapt their instruction accordingly.</a:t>
            </a:r>
            <a:endParaRPr sz="1200">
              <a:solidFill>
                <a:schemeClr val="lt1"/>
              </a:solidFill>
            </a:endParaRPr>
          </a:p>
        </p:txBody>
      </p:sp>
      <p:sp>
        <p:nvSpPr>
          <p:cNvPr descr="detail_1" id="383" name="Google Shape;383;p14"/>
          <p:cNvSpPr txBox="1"/>
          <p:nvPr>
            <p:ph idx="1" type="body"/>
          </p:nvPr>
        </p:nvSpPr>
        <p:spPr>
          <a:xfrm>
            <a:off x="3264850" y="2367851"/>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GB" sz="1200">
                <a:solidFill>
                  <a:schemeClr val="lt1"/>
                </a:solidFill>
              </a:rPr>
              <a:t>Conducting interviews with students helps gather qualitative data on their learning experiences and perceptions, fostering deeper insights into their understanding.</a:t>
            </a:r>
            <a:endParaRPr sz="1200">
              <a:solidFill>
                <a:schemeClr val="lt1"/>
              </a:solidFill>
            </a:endParaRPr>
          </a:p>
        </p:txBody>
      </p:sp>
      <p:sp>
        <p:nvSpPr>
          <p:cNvPr descr="detail_2" id="384" name="Google Shape;384;p14"/>
          <p:cNvSpPr txBox="1"/>
          <p:nvPr>
            <p:ph idx="1" type="body"/>
          </p:nvPr>
        </p:nvSpPr>
        <p:spPr>
          <a:xfrm>
            <a:off x="6181150" y="2367851"/>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GB" sz="1200">
                <a:solidFill>
                  <a:schemeClr val="lt1"/>
                </a:solidFill>
              </a:rPr>
              <a:t>Facilitating discussions encourages students to articulate their thoughts and reasoning, allowing teachers to assess comprehension and critical thinking skills.</a:t>
            </a:r>
            <a:endParaRPr sz="1200">
              <a:solidFill>
                <a:schemeClr val="lt1"/>
              </a:solidFill>
            </a:endParaRPr>
          </a:p>
        </p:txBody>
      </p:sp>
      <p:sp>
        <p:nvSpPr>
          <p:cNvPr descr="title" id="385" name="Google Shape;385;p14"/>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GB" sz="2400">
                <a:latin typeface="Bodoni Moda"/>
                <a:ea typeface="Bodoni Moda"/>
                <a:cs typeface="Bodoni Moda"/>
                <a:sym typeface="Bodoni Moda"/>
              </a:rPr>
              <a:t>Assessment Strategies for Teachers</a:t>
            </a:r>
            <a:endParaRPr b="1" sz="2400">
              <a:solidFill>
                <a:schemeClr val="lt1"/>
              </a:solidFill>
              <a:latin typeface="Bodoni Moda"/>
              <a:ea typeface="Bodoni Moda"/>
              <a:cs typeface="Bodoni Moda"/>
              <a:sym typeface="Bodoni Moda"/>
            </a:endParaRPr>
          </a:p>
        </p:txBody>
      </p:sp>
      <p:sp>
        <p:nvSpPr>
          <p:cNvPr id="386" name="Google Shape;386;p14"/>
          <p:cNvSpPr/>
          <p:nvPr/>
        </p:nvSpPr>
        <p:spPr>
          <a:xfrm>
            <a:off x="1562475" y="21206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387" name="Google Shape;387;p14"/>
          <p:cNvSpPr/>
          <p:nvPr/>
        </p:nvSpPr>
        <p:spPr>
          <a:xfrm>
            <a:off x="4478788" y="21206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id="388" name="Google Shape;388;p14"/>
          <p:cNvSpPr/>
          <p:nvPr/>
        </p:nvSpPr>
        <p:spPr>
          <a:xfrm>
            <a:off x="7395113" y="20444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
        <p:nvSpPr>
          <p:cNvPr descr="chapter" id="389" name="Google Shape;389;p14"/>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accent1"/>
                </a:solidFill>
                <a:latin typeface="Noto Sans"/>
                <a:ea typeface="Noto Sans"/>
                <a:cs typeface="Noto Sans"/>
                <a:sym typeface="Noto Sans"/>
              </a:rPr>
              <a:t>Assessment</a:t>
            </a:r>
            <a:endParaRPr b="1" i="0" sz="1000" u="none" cap="none" strike="noStrike">
              <a:solidFill>
                <a:schemeClr val="accent1"/>
              </a:solidFill>
              <a:latin typeface="Noto Sans"/>
              <a:ea typeface="Noto Sans"/>
              <a:cs typeface="Noto Sans"/>
              <a:sym typeface="Noto Sans"/>
            </a:endParaRPr>
          </a:p>
        </p:txBody>
      </p:sp>
      <p:grpSp>
        <p:nvGrpSpPr>
          <p:cNvPr id="390" name="Google Shape;390;p14"/>
          <p:cNvGrpSpPr/>
          <p:nvPr/>
        </p:nvGrpSpPr>
        <p:grpSpPr>
          <a:xfrm>
            <a:off x="6892000" y="340475"/>
            <a:ext cx="2057400" cy="1033200"/>
            <a:chOff x="6922975" y="1548525"/>
            <a:chExt cx="2057400" cy="1033200"/>
          </a:xfrm>
        </p:grpSpPr>
        <p:grpSp>
          <p:nvGrpSpPr>
            <p:cNvPr id="391" name="Google Shape;391;p14"/>
            <p:cNvGrpSpPr/>
            <p:nvPr/>
          </p:nvGrpSpPr>
          <p:grpSpPr>
            <a:xfrm>
              <a:off x="6922975" y="1548525"/>
              <a:ext cx="2057400" cy="1033200"/>
              <a:chOff x="6172200" y="152400"/>
              <a:chExt cx="2057400" cy="1033200"/>
            </a:xfrm>
          </p:grpSpPr>
          <p:sp>
            <p:nvSpPr>
              <p:cNvPr id="392" name="Google Shape;392;p14"/>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393" name="Google Shape;393;p14"/>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394" name="Google Shape;394;p14"/>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Consider adding specific examples of quizzes or discussion topics that have been effective in your teaching practice.</a:t>
              </a:r>
              <a:endParaRPr b="0" i="0" sz="800" u="none" cap="none" strike="noStrike">
                <a:solidFill>
                  <a:srgbClr val="000000"/>
                </a:solidFill>
                <a:latin typeface="Inter"/>
                <a:ea typeface="Inter"/>
                <a:cs typeface="Inter"/>
                <a:sym typeface="Inter"/>
              </a:endParaRPr>
            </a:p>
          </p:txBody>
        </p:sp>
        <p:pic>
          <p:nvPicPr>
            <p:cNvPr id="395" name="Google Shape;395;p14"/>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396" name="Google Shape;396;p14"/>
          <p:cNvPicPr preferRelativeResize="0"/>
          <p:nvPr/>
        </p:nvPicPr>
        <p:blipFill rotWithShape="1">
          <a:blip r:embed="rId4">
            <a:alphaModFix/>
          </a:blip>
          <a:srcRect b="48563" l="0" r="0" t="22967"/>
          <a:stretch/>
        </p:blipFill>
        <p:spPr>
          <a:xfrm>
            <a:off x="0" y="4301490"/>
            <a:ext cx="2733040" cy="77851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400" name="Shape 400"/>
        <p:cNvGrpSpPr/>
        <p:nvPr/>
      </p:nvGrpSpPr>
      <p:grpSpPr>
        <a:xfrm>
          <a:off x="0" y="0"/>
          <a:ext cx="0" cy="0"/>
          <a:chOff x="0" y="0"/>
          <a:chExt cx="0" cy="0"/>
        </a:xfrm>
      </p:grpSpPr>
      <p:sp>
        <p:nvSpPr>
          <p:cNvPr descr="statement_0" id="401" name="Google Shape;401;p15"/>
          <p:cNvSpPr txBox="1"/>
          <p:nvPr>
            <p:ph type="title"/>
          </p:nvPr>
        </p:nvSpPr>
        <p:spPr>
          <a:xfrm>
            <a:off x="348600" y="915600"/>
            <a:ext cx="6049800" cy="27378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GB" sz="4100">
                <a:latin typeface="Bodoni Moda"/>
                <a:ea typeface="Bodoni Moda"/>
                <a:cs typeface="Bodoni Moda"/>
                <a:sym typeface="Bodoni Moda"/>
              </a:rPr>
              <a:t>Thank you for participating in the Skill Enhancement - Basic Level session.</a:t>
            </a:r>
            <a:endParaRPr b="1" sz="4100">
              <a:latin typeface="Bodoni Moda"/>
              <a:ea typeface="Bodoni Moda"/>
              <a:cs typeface="Bodoni Moda"/>
              <a:sym typeface="Bodoni Moda"/>
            </a:endParaRPr>
          </a:p>
        </p:txBody>
      </p:sp>
      <p:sp>
        <p:nvSpPr>
          <p:cNvPr descr="detail_0" id="402" name="Google Shape;402;p15"/>
          <p:cNvSpPr txBox="1"/>
          <p:nvPr>
            <p:ph idx="1" type="body"/>
          </p:nvPr>
        </p:nvSpPr>
        <p:spPr>
          <a:xfrm>
            <a:off x="348600" y="3653400"/>
            <a:ext cx="6049800" cy="1261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1500"/>
              </a:spcAft>
              <a:buSzPts val="1400"/>
              <a:buNone/>
            </a:pPr>
            <a:r>
              <a:rPr lang="en-GB" sz="1200">
                <a:solidFill>
                  <a:schemeClr val="lt2"/>
                </a:solidFill>
              </a:rPr>
              <a:t>Your engagement and contributions today have been invaluable. We appreciate your commitment to enhancing your skills and helping to create effective learning environments for our students. Together, we can transform the lives of children and ensure they receive the best educational experience possible. We look forward to seeing you in future sessions!</a:t>
            </a:r>
            <a:endParaRPr sz="1200">
              <a:solidFill>
                <a:schemeClr val="lt2"/>
              </a:solidFill>
            </a:endParaRPr>
          </a:p>
        </p:txBody>
      </p:sp>
      <p:sp>
        <p:nvSpPr>
          <p:cNvPr descr="chapter" id="403" name="Google Shape;403;p15"/>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chemeClr val="lt2"/>
                </a:solidFill>
                <a:latin typeface="Noto Sans"/>
                <a:ea typeface="Noto Sans"/>
                <a:cs typeface="Noto Sans"/>
                <a:sym typeface="Noto Sans"/>
              </a:rPr>
              <a:t>Conclusion</a:t>
            </a:r>
            <a:endParaRPr b="1" i="0" sz="1000" u="none" cap="none" strike="noStrike">
              <a:solidFill>
                <a:schemeClr val="lt2"/>
              </a:solidFill>
              <a:latin typeface="Noto Sans"/>
              <a:ea typeface="Noto Sans"/>
              <a:cs typeface="Noto Sans"/>
              <a:sym typeface="Noto Sans"/>
            </a:endParaRPr>
          </a:p>
        </p:txBody>
      </p:sp>
      <p:grpSp>
        <p:nvGrpSpPr>
          <p:cNvPr id="404" name="Google Shape;404;p15"/>
          <p:cNvGrpSpPr/>
          <p:nvPr/>
        </p:nvGrpSpPr>
        <p:grpSpPr>
          <a:xfrm>
            <a:off x="6892000" y="340475"/>
            <a:ext cx="2057400" cy="1033200"/>
            <a:chOff x="6922975" y="1548525"/>
            <a:chExt cx="2057400" cy="1033200"/>
          </a:xfrm>
        </p:grpSpPr>
        <p:grpSp>
          <p:nvGrpSpPr>
            <p:cNvPr id="405" name="Google Shape;405;p15"/>
            <p:cNvGrpSpPr/>
            <p:nvPr/>
          </p:nvGrpSpPr>
          <p:grpSpPr>
            <a:xfrm>
              <a:off x="6922975" y="1548525"/>
              <a:ext cx="2057400" cy="1033200"/>
              <a:chOff x="6172200" y="152400"/>
              <a:chExt cx="2057400" cy="1033200"/>
            </a:xfrm>
          </p:grpSpPr>
          <p:sp>
            <p:nvSpPr>
              <p:cNvPr id="406" name="Google Shape;406;p15"/>
              <p:cNvSpPr/>
              <p:nvPr/>
            </p:nvSpPr>
            <p:spPr>
              <a:xfrm>
                <a:off x="6172200" y="152400"/>
                <a:ext cx="2057400" cy="1033200"/>
              </a:xfrm>
              <a:prstGeom prst="roundRect">
                <a:avLst>
                  <a:gd fmla="val 8292" name="adj"/>
                </a:avLst>
              </a:prstGeom>
              <a:solidFill>
                <a:srgbClr val="FFFEAC"/>
              </a:solidFill>
              <a:ln cap="flat" cmpd="sng" w="9525">
                <a:solidFill>
                  <a:srgbClr val="000000"/>
                </a:solidFill>
                <a:prstDash val="solid"/>
                <a:round/>
                <a:headEnd len="sm" w="sm" type="none"/>
                <a:tailEnd len="sm" w="sm" type="none"/>
              </a:ln>
              <a:effectLst>
                <a:outerShdw blurRad="14288" rotWithShape="0" algn="bl" dir="2760000" dist="57150">
                  <a:srgbClr val="000000">
                    <a:alpha val="18823"/>
                  </a:srgbClr>
                </a:outerShdw>
              </a:effectLst>
            </p:spPr>
            <p:txBody>
              <a:bodyPr anchorCtr="0" anchor="t" bIns="91425" lIns="0" spcFirstLastPara="1" rIns="91425" wrap="square" tIns="4572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Inter"/>
                  <a:ea typeface="Inter"/>
                  <a:cs typeface="Inter"/>
                  <a:sym typeface="Inter"/>
                </a:endParaRPr>
              </a:p>
            </p:txBody>
          </p:sp>
          <p:sp>
            <p:nvSpPr>
              <p:cNvPr id="407" name="Google Shape;407;p15"/>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0000"/>
                    </a:solidFill>
                    <a:latin typeface="Inter"/>
                    <a:ea typeface="Inter"/>
                    <a:cs typeface="Inter"/>
                    <a:sym typeface="Inter"/>
                  </a:rPr>
                  <a:t>Plus tip:</a:t>
                </a:r>
                <a:endParaRPr b="1" i="0" sz="900" u="none" cap="none" strike="noStrike">
                  <a:solidFill>
                    <a:srgbClr val="000000"/>
                  </a:solidFill>
                  <a:latin typeface="Inter"/>
                  <a:ea typeface="Inter"/>
                  <a:cs typeface="Inter"/>
                  <a:sym typeface="Inter"/>
                </a:endParaRPr>
              </a:p>
            </p:txBody>
          </p:sp>
        </p:grpSp>
        <p:sp>
          <p:nvSpPr>
            <p:cNvPr descr="plus_tip" id="408" name="Google Shape;408;p15"/>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Inter"/>
                  <a:ea typeface="Inter"/>
                  <a:cs typeface="Inter"/>
                  <a:sym typeface="Inter"/>
                </a:rPr>
                <a:t>Feel free to customize this slide with any additional acknowledgments or specific thanks to participants who contributed significantly.</a:t>
              </a:r>
              <a:endParaRPr b="0" i="0" sz="800" u="none" cap="none" strike="noStrike">
                <a:solidFill>
                  <a:srgbClr val="000000"/>
                </a:solidFill>
                <a:latin typeface="Inter"/>
                <a:ea typeface="Inter"/>
                <a:cs typeface="Inter"/>
                <a:sym typeface="Inter"/>
              </a:endParaRPr>
            </a:p>
          </p:txBody>
        </p:sp>
        <p:pic>
          <p:nvPicPr>
            <p:cNvPr id="409" name="Google Shape;409;p15"/>
            <p:cNvPicPr preferRelativeResize="0"/>
            <p:nvPr/>
          </p:nvPicPr>
          <p:blipFill rotWithShape="1">
            <a:blip r:embed="rId3">
              <a:alphaModFix/>
            </a:blip>
            <a:srcRect b="0" l="0" r="0" t="0"/>
            <a:stretch/>
          </p:blipFill>
          <p:spPr>
            <a:xfrm>
              <a:off x="7016628" y="1652466"/>
              <a:ext cx="164591" cy="164591"/>
            </a:xfrm>
            <a:prstGeom prst="rect">
              <a:avLst/>
            </a:prstGeom>
            <a:noFill/>
            <a:ln>
              <a:noFill/>
            </a:ln>
          </p:spPr>
        </p:pic>
      </p:grpSp>
      <p:pic>
        <p:nvPicPr>
          <p:cNvPr descr="pixelcut-export (1)" id="410" name="Google Shape;410;p15"/>
          <p:cNvPicPr preferRelativeResize="0"/>
          <p:nvPr/>
        </p:nvPicPr>
        <p:blipFill rotWithShape="1">
          <a:blip r:embed="rId4">
            <a:alphaModFix/>
          </a:blip>
          <a:srcRect b="48563" l="0" r="0" t="22967"/>
          <a:stretch/>
        </p:blipFill>
        <p:spPr>
          <a:xfrm>
            <a:off x="6554470" y="4263390"/>
            <a:ext cx="2733040" cy="77851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Inspiration" id="415" name="Google Shape;415;p16"/>
          <p:cNvPicPr preferRelativeResize="0"/>
          <p:nvPr/>
        </p:nvPicPr>
        <p:blipFill rotWithShape="1">
          <a:blip r:embed="rId3">
            <a:alphaModFix/>
          </a:blip>
          <a:srcRect b="0" l="0" r="0" t="0"/>
          <a:stretch/>
        </p:blipFill>
        <p:spPr>
          <a:xfrm>
            <a:off x="-635" y="-5715"/>
            <a:ext cx="9145270" cy="3766185"/>
          </a:xfrm>
          <a:prstGeom prst="rect">
            <a:avLst/>
          </a:prstGeom>
          <a:noFill/>
          <a:ln>
            <a:noFill/>
          </a:ln>
        </p:spPr>
      </p:pic>
      <p:sp>
        <p:nvSpPr>
          <p:cNvPr id="416" name="Google Shape;416;p16"/>
          <p:cNvSpPr txBox="1"/>
          <p:nvPr/>
        </p:nvSpPr>
        <p:spPr>
          <a:xfrm>
            <a:off x="384810" y="3772376"/>
            <a:ext cx="8222456" cy="73723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GB" sz="1400" u="none" cap="none" strike="noStrike">
                <a:solidFill>
                  <a:schemeClr val="dk1"/>
                </a:solidFill>
                <a:latin typeface="Outfit"/>
                <a:ea typeface="Outfit"/>
                <a:cs typeface="Outfit"/>
                <a:sym typeface="Outfit"/>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b="0" i="0" sz="1400" u="none" cap="none" strike="noStrike">
              <a:solidFill>
                <a:schemeClr val="dk1"/>
              </a:solidFill>
              <a:latin typeface="Outfit"/>
              <a:ea typeface="Outfit"/>
              <a:cs typeface="Outfit"/>
              <a:sym typeface="Outfit"/>
            </a:endParaRPr>
          </a:p>
        </p:txBody>
      </p:sp>
      <p:pic>
        <p:nvPicPr>
          <p:cNvPr descr="pixelcut-export (1)" id="417" name="Google Shape;417;p16"/>
          <p:cNvPicPr preferRelativeResize="0"/>
          <p:nvPr/>
        </p:nvPicPr>
        <p:blipFill rotWithShape="1">
          <a:blip r:embed="rId4">
            <a:alphaModFix/>
          </a:blip>
          <a:srcRect b="48563" l="0" r="0" t="22967"/>
          <a:stretch/>
        </p:blipFill>
        <p:spPr>
          <a:xfrm>
            <a:off x="6649720" y="4364990"/>
            <a:ext cx="2733040" cy="77851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ditorial">
  <a:themeElements>
    <a:clrScheme name="Custom">
      <a:dk1>
        <a:srgbClr val="FFFFFF"/>
      </a:dk1>
      <a:lt1>
        <a:srgbClr val="0E0E0E"/>
      </a:lt1>
      <a:dk2>
        <a:srgbClr val="434343"/>
      </a:dk2>
      <a:lt2>
        <a:srgbClr val="E6E6E6"/>
      </a:lt2>
      <a:accent1>
        <a:srgbClr val="D60202"/>
      </a:accent1>
      <a:accent2>
        <a:srgbClr val="C4E0AD"/>
      </a:accent2>
      <a:accent3>
        <a:srgbClr val="F8F186"/>
      </a:accent3>
      <a:accent4>
        <a:srgbClr val="406E8E"/>
      </a:accent4>
      <a:accent5>
        <a:srgbClr val="7DA4B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2024-11-04T05:08:53Z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C5F9804EFE6D5CA8E4562867D4330402_43</vt:lpwstr>
  </property>
  <property fmtid="{D5CDD505-2E9C-101B-9397-08002B2CF9AE}" pid="3" name="KSOProductBuildVer">
    <vt:lpwstr>1033-6.10.1.8203</vt:lpwstr>
  </property>
</Properties>
</file>