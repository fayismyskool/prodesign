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81"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80" r:id="rId29"/>
  </p:sldIdLst>
  <p:sldSz cx="9144000" cy="5143500"/>
  <p:notesSz cx="6858000" cy="9144000"/>
  <p:embeddedFontLst>
    <p:embeddedFont>
      <p:font typeface="Prata" panose="00000500000000000000"/>
      <p:regular r:id="rId33"/>
    </p:embeddedFont>
    <p:embeddedFont>
      <p:font typeface="Schibsted Grotesk"/>
      <p:regular r:id="rId34"/>
    </p:embeddedFont>
    <p:embeddedFont>
      <p:font typeface="Hanken Grotesk"/>
      <p:regular r:id="rId35"/>
    </p:embeddedFont>
    <p:embeddedFont>
      <p:font typeface="Helvetica Neue" panose="02000503000000020004"/>
      <p:regular r:id="rId36"/>
    </p:embeddedFont>
    <p:embeddedFont>
      <p:font typeface="Inter" panose="02000503000000020004"/>
      <p:regular r:id="rId37"/>
    </p:embeddedFont>
    <p:embeddedFont>
      <p:font typeface="Inter Medium"/>
      <p:regular r:id="rId38"/>
    </p:embeddedFont>
    <p:embeddedFont>
      <p:font typeface="Hanken Grotesk SemiBold"/>
      <p:regular r:id="rId39"/>
    </p:embeddedFont>
    <p:embeddedFont>
      <p:font typeface="Imbue"/>
      <p:regular r:id="rId40"/>
    </p:embeddedFont>
    <p:embeddedFont>
      <p:font typeface="Hanken Grotesk Medium"/>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slide" Target="slides/slide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SLIDES_API1829850035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SLIDES_API1829850035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SLIDES_API1829850035_1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SLIDES_API1829850035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 name="Shape 189"/>
        <p:cNvGrpSpPr/>
        <p:nvPr/>
      </p:nvGrpSpPr>
      <p:grpSpPr>
        <a:xfrm>
          <a:off x="0" y="0"/>
          <a:ext cx="0" cy="0"/>
          <a:chOff x="0" y="0"/>
          <a:chExt cx="0" cy="0"/>
        </a:xfrm>
      </p:grpSpPr>
      <p:sp>
        <p:nvSpPr>
          <p:cNvPr id="190" name="Google Shape;190;SLIDES_API1829850035_2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SLIDES_API1829850035_2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SLIDES_API1829850035_39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SLIDES_API1829850035_39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SLIDES_API1829850035_5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SLIDES_API1829850035_5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SLIDES_API1829850035_6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SLIDES_API1829850035_6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SLIDES_API1829850035_8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SLIDES_API1829850035_8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SLIDES_API1829850035_95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SLIDES_API1829850035_9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SLIDES_API1829850035_109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SLIDES_API1829850035_109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SLIDES_API1829850035_12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SLIDES_API1829850035_12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SLIDES_API1829850035_13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SLIDES_API1829850035_13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5" name="Shape 335"/>
        <p:cNvGrpSpPr/>
        <p:nvPr/>
      </p:nvGrpSpPr>
      <p:grpSpPr>
        <a:xfrm>
          <a:off x="0" y="0"/>
          <a:ext cx="0" cy="0"/>
          <a:chOff x="0" y="0"/>
          <a:chExt cx="0" cy="0"/>
        </a:xfrm>
      </p:grpSpPr>
      <p:sp>
        <p:nvSpPr>
          <p:cNvPr id="336" name="Google Shape;336;SLIDES_API1829850035_15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SLIDES_API1829850035_15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9" name="Shape 349"/>
        <p:cNvGrpSpPr/>
        <p:nvPr/>
      </p:nvGrpSpPr>
      <p:grpSpPr>
        <a:xfrm>
          <a:off x="0" y="0"/>
          <a:ext cx="0" cy="0"/>
          <a:chOff x="0" y="0"/>
          <a:chExt cx="0" cy="0"/>
        </a:xfrm>
      </p:grpSpPr>
      <p:sp>
        <p:nvSpPr>
          <p:cNvPr id="350" name="Google Shape;350;SLIDES_API1829850035_164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SLIDES_API1829850035_16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5" name="Shape 365"/>
        <p:cNvGrpSpPr/>
        <p:nvPr/>
      </p:nvGrpSpPr>
      <p:grpSpPr>
        <a:xfrm>
          <a:off x="0" y="0"/>
          <a:ext cx="0" cy="0"/>
          <a:chOff x="0" y="0"/>
          <a:chExt cx="0" cy="0"/>
        </a:xfrm>
      </p:grpSpPr>
      <p:sp>
        <p:nvSpPr>
          <p:cNvPr id="366" name="Google Shape;366;SLIDES_API1829850035_178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SLIDES_API1829850035_17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SLIDES_API1829850035_19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SLIDES_API1829850035_19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2" name="Shape 402"/>
        <p:cNvGrpSpPr/>
        <p:nvPr/>
      </p:nvGrpSpPr>
      <p:grpSpPr>
        <a:xfrm>
          <a:off x="0" y="0"/>
          <a:ext cx="0" cy="0"/>
          <a:chOff x="0" y="0"/>
          <a:chExt cx="0" cy="0"/>
        </a:xfrm>
      </p:grpSpPr>
      <p:sp>
        <p:nvSpPr>
          <p:cNvPr id="403" name="Google Shape;403;SLIDES_API1829850035_206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SLIDES_API1829850035_20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3" name="Shape 423"/>
        <p:cNvGrpSpPr/>
        <p:nvPr/>
      </p:nvGrpSpPr>
      <p:grpSpPr>
        <a:xfrm>
          <a:off x="0" y="0"/>
          <a:ext cx="0" cy="0"/>
          <a:chOff x="0" y="0"/>
          <a:chExt cx="0" cy="0"/>
        </a:xfrm>
      </p:grpSpPr>
      <p:sp>
        <p:nvSpPr>
          <p:cNvPr id="424" name="Google Shape;424;SLIDES_API1829850035_22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SLIDES_API1829850035_22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4" name="Shape 444"/>
        <p:cNvGrpSpPr/>
        <p:nvPr/>
      </p:nvGrpSpPr>
      <p:grpSpPr>
        <a:xfrm>
          <a:off x="0" y="0"/>
          <a:ext cx="0" cy="0"/>
          <a:chOff x="0" y="0"/>
          <a:chExt cx="0" cy="0"/>
        </a:xfrm>
      </p:grpSpPr>
      <p:sp>
        <p:nvSpPr>
          <p:cNvPr id="445" name="Google Shape;445;SLIDES_API1829850035_23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SLIDES_API1829850035_23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0" name="Shape 460"/>
        <p:cNvGrpSpPr/>
        <p:nvPr/>
      </p:nvGrpSpPr>
      <p:grpSpPr>
        <a:xfrm>
          <a:off x="0" y="0"/>
          <a:ext cx="0" cy="0"/>
          <a:chOff x="0" y="0"/>
          <a:chExt cx="0" cy="0"/>
        </a:xfrm>
      </p:grpSpPr>
      <p:sp>
        <p:nvSpPr>
          <p:cNvPr id="461" name="Google Shape;461;SLIDES_API1829850035_24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SLIDES_API1829850035_24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1" name="Shape 481"/>
        <p:cNvGrpSpPr/>
        <p:nvPr/>
      </p:nvGrpSpPr>
      <p:grpSpPr>
        <a:xfrm>
          <a:off x="0" y="0"/>
          <a:ext cx="0" cy="0"/>
          <a:chOff x="0" y="0"/>
          <a:chExt cx="0" cy="0"/>
        </a:xfrm>
      </p:grpSpPr>
      <p:sp>
        <p:nvSpPr>
          <p:cNvPr id="482" name="Google Shape;482;SLIDES_API1829850035_26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SLIDES_API1829850035_26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2" name="Shape 502"/>
        <p:cNvGrpSpPr/>
        <p:nvPr/>
      </p:nvGrpSpPr>
      <p:grpSpPr>
        <a:xfrm>
          <a:off x="0" y="0"/>
          <a:ext cx="0" cy="0"/>
          <a:chOff x="0" y="0"/>
          <a:chExt cx="0" cy="0"/>
        </a:xfrm>
      </p:grpSpPr>
      <p:sp>
        <p:nvSpPr>
          <p:cNvPr id="503" name="Google Shape;503;SLIDES_API1829850035_27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SLIDES_API1829850035_27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SLIDES_API1829850035_29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SLIDES_API1829850035_29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9" name="Shape 539"/>
        <p:cNvGrpSpPr/>
        <p:nvPr/>
      </p:nvGrpSpPr>
      <p:grpSpPr>
        <a:xfrm>
          <a:off x="0" y="0"/>
          <a:ext cx="0" cy="0"/>
          <a:chOff x="0" y="0"/>
          <a:chExt cx="0" cy="0"/>
        </a:xfrm>
      </p:grpSpPr>
      <p:sp>
        <p:nvSpPr>
          <p:cNvPr id="540" name="Google Shape;540;SLIDES_API1829850035_30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SLIDES_API1829850035_30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lt2"/>
        </a:solid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5200"/>
              <a:buNone/>
              <a:defRPr sz="5200">
                <a:solidFill>
                  <a:schemeClr val="dk1"/>
                </a:solidFill>
              </a:defRPr>
            </a:lvl1pPr>
            <a:lvl2pPr lvl="1">
              <a:lnSpc>
                <a:spcPct val="75000"/>
              </a:lnSpc>
              <a:spcBef>
                <a:spcPts val="0"/>
              </a:spcBef>
              <a:spcAft>
                <a:spcPts val="0"/>
              </a:spcAft>
              <a:buClr>
                <a:schemeClr val="dk1"/>
              </a:buClr>
              <a:buSzPts val="5200"/>
              <a:buNone/>
              <a:defRPr sz="5200">
                <a:solidFill>
                  <a:schemeClr val="dk1"/>
                </a:solidFill>
              </a:defRPr>
            </a:lvl2pPr>
            <a:lvl3pPr lvl="2">
              <a:lnSpc>
                <a:spcPct val="75000"/>
              </a:lnSpc>
              <a:spcBef>
                <a:spcPts val="0"/>
              </a:spcBef>
              <a:spcAft>
                <a:spcPts val="0"/>
              </a:spcAft>
              <a:buClr>
                <a:schemeClr val="dk1"/>
              </a:buClr>
              <a:buSzPts val="5200"/>
              <a:buNone/>
              <a:defRPr sz="5200">
                <a:solidFill>
                  <a:schemeClr val="dk1"/>
                </a:solidFill>
              </a:defRPr>
            </a:lvl3pPr>
            <a:lvl4pPr lvl="3">
              <a:lnSpc>
                <a:spcPct val="75000"/>
              </a:lnSpc>
              <a:spcBef>
                <a:spcPts val="0"/>
              </a:spcBef>
              <a:spcAft>
                <a:spcPts val="0"/>
              </a:spcAft>
              <a:buClr>
                <a:schemeClr val="dk1"/>
              </a:buClr>
              <a:buSzPts val="5200"/>
              <a:buNone/>
              <a:defRPr sz="5200">
                <a:solidFill>
                  <a:schemeClr val="dk1"/>
                </a:solidFill>
              </a:defRPr>
            </a:lvl4pPr>
            <a:lvl5pPr lvl="4">
              <a:lnSpc>
                <a:spcPct val="75000"/>
              </a:lnSpc>
              <a:spcBef>
                <a:spcPts val="0"/>
              </a:spcBef>
              <a:spcAft>
                <a:spcPts val="0"/>
              </a:spcAft>
              <a:buClr>
                <a:schemeClr val="dk1"/>
              </a:buClr>
              <a:buSzPts val="5200"/>
              <a:buNone/>
              <a:defRPr sz="5200">
                <a:solidFill>
                  <a:schemeClr val="dk1"/>
                </a:solidFill>
              </a:defRPr>
            </a:lvl5pPr>
            <a:lvl6pPr lvl="5">
              <a:lnSpc>
                <a:spcPct val="75000"/>
              </a:lnSpc>
              <a:spcBef>
                <a:spcPts val="0"/>
              </a:spcBef>
              <a:spcAft>
                <a:spcPts val="0"/>
              </a:spcAft>
              <a:buClr>
                <a:schemeClr val="dk1"/>
              </a:buClr>
              <a:buSzPts val="5200"/>
              <a:buNone/>
              <a:defRPr sz="5200">
                <a:solidFill>
                  <a:schemeClr val="dk1"/>
                </a:solidFill>
              </a:defRPr>
            </a:lvl6pPr>
            <a:lvl7pPr lvl="6">
              <a:lnSpc>
                <a:spcPct val="75000"/>
              </a:lnSpc>
              <a:spcBef>
                <a:spcPts val="0"/>
              </a:spcBef>
              <a:spcAft>
                <a:spcPts val="0"/>
              </a:spcAft>
              <a:buClr>
                <a:schemeClr val="dk1"/>
              </a:buClr>
              <a:buSzPts val="5200"/>
              <a:buNone/>
              <a:defRPr sz="5200">
                <a:solidFill>
                  <a:schemeClr val="dk1"/>
                </a:solidFill>
              </a:defRPr>
            </a:lvl7pPr>
            <a:lvl8pPr lvl="7">
              <a:lnSpc>
                <a:spcPct val="75000"/>
              </a:lnSpc>
              <a:spcBef>
                <a:spcPts val="0"/>
              </a:spcBef>
              <a:spcAft>
                <a:spcPts val="0"/>
              </a:spcAft>
              <a:buClr>
                <a:schemeClr val="dk1"/>
              </a:buClr>
              <a:buSzPts val="5200"/>
              <a:buNone/>
              <a:defRPr sz="5200">
                <a:solidFill>
                  <a:schemeClr val="dk1"/>
                </a:solidFill>
              </a:defRPr>
            </a:lvl8pPr>
            <a:lvl9pPr lvl="8">
              <a:lnSpc>
                <a:spcPct val="75000"/>
              </a:lnSpc>
              <a:spcBef>
                <a:spcPts val="0"/>
              </a:spcBef>
              <a:spcAft>
                <a:spcPts val="0"/>
              </a:spcAft>
              <a:buClr>
                <a:schemeClr val="dk1"/>
              </a:buClr>
              <a:buSzPts val="5200"/>
              <a:buNone/>
              <a:defRPr sz="5200">
                <a:solidFill>
                  <a:schemeClr val="dk1"/>
                </a:solidFill>
              </a:defRPr>
            </a:lvl9pPr>
          </a:lstStyle>
          <a:p/>
        </p:txBody>
      </p:sp>
      <p:sp>
        <p:nvSpPr>
          <p:cNvPr id="56" name="Google Shape;56;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57" name="Google Shape;57;p14"/>
          <p:cNvSpPr txBox="1"/>
          <p:nvPr>
            <p:ph type="subTitle" idx="1"/>
          </p:nvPr>
        </p:nvSpPr>
        <p:spPr>
          <a:xfrm>
            <a:off x="914400" y="3278275"/>
            <a:ext cx="4680900" cy="451800"/>
          </a:xfrm>
          <a:prstGeom prst="rect">
            <a:avLst/>
          </a:prstGeom>
        </p:spPr>
        <p:txBody>
          <a:bodyPr spcFirstLastPara="1" wrap="square" lIns="0"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Clr>
                <a:schemeClr val="dk1"/>
              </a:buClr>
              <a:buSzPts val="1800"/>
              <a:buNone/>
              <a:defRPr sz="1800"/>
            </a:lvl3pPr>
            <a:lvl4pPr lvl="3">
              <a:lnSpc>
                <a:spcPct val="100000"/>
              </a:lnSpc>
              <a:spcBef>
                <a:spcPts val="0"/>
              </a:spcBef>
              <a:spcAft>
                <a:spcPts val="0"/>
              </a:spcAft>
              <a:buClr>
                <a:schemeClr val="dk1"/>
              </a:buClr>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 name="Google Shape;58;p14"/>
          <p:cNvSpPr txBox="1"/>
          <p:nvPr>
            <p:ph type="subTitle" idx="2"/>
          </p:nvPr>
        </p:nvSpPr>
        <p:spPr>
          <a:xfrm>
            <a:off x="914400" y="4120200"/>
            <a:ext cx="17271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900"/>
              <a:buFont typeface="Hanken Grotesk"/>
              <a:buNone/>
              <a:defRPr sz="900">
                <a:latin typeface="Hanken Grotesk"/>
                <a:ea typeface="Hanken Grotesk"/>
                <a:cs typeface="Hanken Grotesk"/>
                <a:sym typeface="Hanken Grotesk"/>
              </a:defRPr>
            </a:lvl1pPr>
            <a:lvl2pPr lvl="1">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2pPr>
            <a:lvl3pPr lvl="2">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3pPr>
            <a:lvl4pPr lvl="3">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4pPr>
            <a:lvl5pPr lvl="4">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5pPr>
            <a:lvl6pPr lvl="5">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6pPr>
            <a:lvl7pPr lvl="6">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7pPr>
            <a:lvl8pPr lvl="7">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8pPr>
            <a:lvl9pPr lvl="8">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64" name="Google Shape;64;p1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6"/>
          <p:cNvSpPr txBox="1"/>
          <p:nvPr>
            <p:ph type="body" idx="2"/>
          </p:nvPr>
        </p:nvSpPr>
        <p:spPr>
          <a:xfrm>
            <a:off x="4576800" y="1933000"/>
            <a:ext cx="3895500" cy="2636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Helvetica Neue" panose="02000503000000020004"/>
              <a:buChar char="•"/>
              <a:defRPr/>
            </a:lvl1pPr>
            <a:lvl2pPr marL="914400" lvl="1" indent="-317500">
              <a:spcBef>
                <a:spcPts val="2000"/>
              </a:spcBef>
              <a:spcAft>
                <a:spcPts val="0"/>
              </a:spcAft>
              <a:buSzPts val="1400"/>
              <a:buChar char="•"/>
              <a:defRPr/>
            </a:lvl2pPr>
            <a:lvl3pPr marL="1371600" lvl="2" indent="-317500">
              <a:spcBef>
                <a:spcPts val="2000"/>
              </a:spcBef>
              <a:spcAft>
                <a:spcPts val="0"/>
              </a:spcAft>
              <a:buSzPts val="1400"/>
              <a:buChar char="•"/>
              <a:defRPr/>
            </a:lvl3pPr>
            <a:lvl4pPr marL="1828800" lvl="3" indent="-317500">
              <a:spcBef>
                <a:spcPts val="2000"/>
              </a:spcBef>
              <a:spcAft>
                <a:spcPts val="0"/>
              </a:spcAft>
              <a:buSzPts val="1400"/>
              <a:buChar char="•"/>
              <a:defRPr/>
            </a:lvl4pPr>
            <a:lvl5pPr marL="2286000" lvl="4" indent="-317500">
              <a:spcBef>
                <a:spcPts val="2000"/>
              </a:spcBef>
              <a:spcAft>
                <a:spcPts val="0"/>
              </a:spcAft>
              <a:buSzPts val="1400"/>
              <a:buChar char="•"/>
              <a:defRPr/>
            </a:lvl5pPr>
            <a:lvl6pPr marL="2743200" lvl="5" indent="-317500">
              <a:spcBef>
                <a:spcPts val="2000"/>
              </a:spcBef>
              <a:spcAft>
                <a:spcPts val="0"/>
              </a:spcAft>
              <a:buSzPts val="1400"/>
              <a:buChar char="•"/>
              <a:defRPr/>
            </a:lvl6pPr>
            <a:lvl7pPr marL="3200400" lvl="6" indent="-317500">
              <a:spcBef>
                <a:spcPts val="2000"/>
              </a:spcBef>
              <a:spcAft>
                <a:spcPts val="0"/>
              </a:spcAft>
              <a:buSzPts val="1400"/>
              <a:buChar char="•"/>
              <a:defRPr/>
            </a:lvl7pPr>
            <a:lvl8pPr marL="3657600" lvl="7" indent="-317500">
              <a:spcBef>
                <a:spcPts val="2000"/>
              </a:spcBef>
              <a:spcAft>
                <a:spcPts val="0"/>
              </a:spcAft>
              <a:buSzPts val="1400"/>
              <a:buChar char="•"/>
              <a:defRPr/>
            </a:lvl8pPr>
            <a:lvl9pPr marL="4114800" lvl="8" indent="-317500">
              <a:spcBef>
                <a:spcPts val="2000"/>
              </a:spcBef>
              <a:spcAft>
                <a:spcPts val="2000"/>
              </a:spcAft>
              <a:buSzPts val="1400"/>
              <a:buChar char="•"/>
              <a:defRPr/>
            </a:lvl9pPr>
          </a:lstStyle>
          <a:p/>
        </p:txBody>
      </p:sp>
      <p:sp>
        <p:nvSpPr>
          <p:cNvPr id="66" name="Google Shape;66;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
        <p:nvSpPr>
          <p:cNvPr id="67" name="Google Shape;67;p16"/>
          <p:cNvSpPr txBox="1"/>
          <p:nvPr>
            <p:ph type="subTitle" idx="3"/>
          </p:nvPr>
        </p:nvSpPr>
        <p:spPr>
          <a:xfrm>
            <a:off x="457200" y="1025275"/>
            <a:ext cx="1824900" cy="217200"/>
          </a:xfrm>
          <a:prstGeom prst="rect">
            <a:avLst/>
          </a:prstGeom>
        </p:spPr>
        <p:txBody>
          <a:bodyPr spcFirstLastPara="1" wrap="square" lIns="0" tIns="0" rIns="0" bIns="0" anchor="b"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type="subTitle" idx="4"/>
          </p:nvPr>
        </p:nvSpPr>
        <p:spPr>
          <a:xfrm>
            <a:off x="4576800" y="1025275"/>
            <a:ext cx="1824900" cy="217200"/>
          </a:xfrm>
          <a:prstGeom prst="rect">
            <a:avLst/>
          </a:prstGeom>
        </p:spPr>
        <p:txBody>
          <a:bodyPr spcFirstLastPara="1" wrap="square" lIns="0" tIns="0" rIns="0" bIns="0" anchor="b"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6"/>
          <p:cNvSpPr txBox="1"/>
          <p:nvPr>
            <p:ph type="title" idx="5"/>
          </p:nvPr>
        </p:nvSpPr>
        <p:spPr>
          <a:xfrm>
            <a:off x="457200" y="1301400"/>
            <a:ext cx="30936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70" name="Shape 70"/>
        <p:cNvGrpSpPr/>
        <p:nvPr/>
      </p:nvGrpSpPr>
      <p:grpSpPr>
        <a:xfrm>
          <a:off x="0" y="0"/>
          <a:ext cx="0" cy="0"/>
          <a:chOff x="0" y="0"/>
          <a:chExt cx="0" cy="0"/>
        </a:xfrm>
      </p:grpSpPr>
      <p:sp>
        <p:nvSpPr>
          <p:cNvPr id="71" name="Google Shape;71;p17"/>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7"/>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73" name="Google Shape;73;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74" name="Shape 74"/>
        <p:cNvGrpSpPr/>
        <p:nvPr/>
      </p:nvGrpSpPr>
      <p:grpSpPr>
        <a:xfrm>
          <a:off x="0" y="0"/>
          <a:ext cx="0" cy="0"/>
          <a:chOff x="0" y="0"/>
          <a:chExt cx="0" cy="0"/>
        </a:xfrm>
      </p:grpSpPr>
      <p:sp>
        <p:nvSpPr>
          <p:cNvPr id="75" name="Google Shape;75;p18"/>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76" name="Google Shape;76;p18"/>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7" name="Google Shape;77;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8" name="Google Shape;78;p18"/>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9" name="Shape 79"/>
        <p:cNvGrpSpPr/>
        <p:nvPr/>
      </p:nvGrpSpPr>
      <p:grpSpPr>
        <a:xfrm>
          <a:off x="0" y="0"/>
          <a:ext cx="0" cy="0"/>
          <a:chOff x="0" y="0"/>
          <a:chExt cx="0" cy="0"/>
        </a:xfrm>
      </p:grpSpPr>
      <p:sp>
        <p:nvSpPr>
          <p:cNvPr id="80" name="Google Shape;80;p19"/>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81" name="Google Shape;81;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2" name="Google Shape;82;p19"/>
          <p:cNvSpPr/>
          <p:nvPr>
            <p:ph type="pic" idx="2"/>
          </p:nvPr>
        </p:nvSpPr>
        <p:spPr>
          <a:xfrm>
            <a:off x="6173525" y="-13300"/>
            <a:ext cx="2970600" cy="5156700"/>
          </a:xfrm>
          <a:prstGeom prst="rect">
            <a:avLst/>
          </a:prstGeom>
          <a:noFill/>
          <a:ln>
            <a:noFill/>
          </a:ln>
        </p:spPr>
      </p:sp>
      <p:sp>
        <p:nvSpPr>
          <p:cNvPr id="83" name="Google Shape;83;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84" name="Shape 84"/>
        <p:cNvGrpSpPr/>
        <p:nvPr/>
      </p:nvGrpSpPr>
      <p:grpSpPr>
        <a:xfrm>
          <a:off x="0" y="0"/>
          <a:ext cx="0" cy="0"/>
          <a:chOff x="0" y="0"/>
          <a:chExt cx="0" cy="0"/>
        </a:xfrm>
      </p:grpSpPr>
      <p:sp>
        <p:nvSpPr>
          <p:cNvPr id="85" name="Google Shape;85;p20"/>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6" name="Google Shape;86;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7" name="Google Shape;87;p2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 name="Google Shape;88;p20"/>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9" name="Google Shape;89;p20"/>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90" name="Google Shape;90;p20"/>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1" name="Google Shape;91;p20"/>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92" name="Google Shape;92;p20"/>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lt2"/>
        </a:solidFill>
        <a:effectLst/>
      </p:bgPr>
    </p:bg>
    <p:spTree>
      <p:nvGrpSpPr>
        <p:cNvPr id="93" name="Shape 93"/>
        <p:cNvGrpSpPr/>
        <p:nvPr/>
      </p:nvGrpSpPr>
      <p:grpSpPr>
        <a:xfrm>
          <a:off x="0" y="0"/>
          <a:ext cx="0" cy="0"/>
          <a:chOff x="0" y="0"/>
          <a:chExt cx="0" cy="0"/>
        </a:xfrm>
      </p:grpSpPr>
      <p:sp>
        <p:nvSpPr>
          <p:cNvPr id="94" name="Google Shape;94;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95" name="Google Shape;95;p21"/>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2200"/>
              <a:buNone/>
              <a:defRPr sz="2200">
                <a:solidFill>
                  <a:schemeClr val="dk1"/>
                </a:solidFill>
              </a:defRPr>
            </a:lvl1pPr>
            <a:lvl2pPr lvl="1">
              <a:lnSpc>
                <a:spcPct val="75000"/>
              </a:lnSpc>
              <a:spcBef>
                <a:spcPts val="0"/>
              </a:spcBef>
              <a:spcAft>
                <a:spcPts val="0"/>
              </a:spcAft>
              <a:buClr>
                <a:schemeClr val="dk1"/>
              </a:buClr>
              <a:buSzPts val="2200"/>
              <a:buNone/>
              <a:defRPr sz="2200">
                <a:solidFill>
                  <a:schemeClr val="dk1"/>
                </a:solidFill>
              </a:defRPr>
            </a:lvl2pPr>
            <a:lvl3pPr lvl="2">
              <a:lnSpc>
                <a:spcPct val="75000"/>
              </a:lnSpc>
              <a:spcBef>
                <a:spcPts val="0"/>
              </a:spcBef>
              <a:spcAft>
                <a:spcPts val="0"/>
              </a:spcAft>
              <a:buClr>
                <a:schemeClr val="dk1"/>
              </a:buClr>
              <a:buSzPts val="2200"/>
              <a:buNone/>
              <a:defRPr sz="2200">
                <a:solidFill>
                  <a:schemeClr val="dk1"/>
                </a:solidFill>
              </a:defRPr>
            </a:lvl3pPr>
            <a:lvl4pPr lvl="3">
              <a:lnSpc>
                <a:spcPct val="75000"/>
              </a:lnSpc>
              <a:spcBef>
                <a:spcPts val="0"/>
              </a:spcBef>
              <a:spcAft>
                <a:spcPts val="0"/>
              </a:spcAft>
              <a:buClr>
                <a:schemeClr val="dk1"/>
              </a:buClr>
              <a:buSzPts val="2200"/>
              <a:buNone/>
              <a:defRPr sz="2200">
                <a:solidFill>
                  <a:schemeClr val="dk1"/>
                </a:solidFill>
              </a:defRPr>
            </a:lvl4pPr>
            <a:lvl5pPr lvl="4">
              <a:lnSpc>
                <a:spcPct val="75000"/>
              </a:lnSpc>
              <a:spcBef>
                <a:spcPts val="0"/>
              </a:spcBef>
              <a:spcAft>
                <a:spcPts val="0"/>
              </a:spcAft>
              <a:buClr>
                <a:schemeClr val="dk1"/>
              </a:buClr>
              <a:buSzPts val="2200"/>
              <a:buNone/>
              <a:defRPr sz="2200">
                <a:solidFill>
                  <a:schemeClr val="dk1"/>
                </a:solidFill>
              </a:defRPr>
            </a:lvl5pPr>
            <a:lvl6pPr lvl="5">
              <a:lnSpc>
                <a:spcPct val="75000"/>
              </a:lnSpc>
              <a:spcBef>
                <a:spcPts val="0"/>
              </a:spcBef>
              <a:spcAft>
                <a:spcPts val="0"/>
              </a:spcAft>
              <a:buClr>
                <a:schemeClr val="dk1"/>
              </a:buClr>
              <a:buSzPts val="2200"/>
              <a:buNone/>
              <a:defRPr sz="2200">
                <a:solidFill>
                  <a:schemeClr val="dk1"/>
                </a:solidFill>
              </a:defRPr>
            </a:lvl6pPr>
            <a:lvl7pPr lvl="6">
              <a:lnSpc>
                <a:spcPct val="75000"/>
              </a:lnSpc>
              <a:spcBef>
                <a:spcPts val="0"/>
              </a:spcBef>
              <a:spcAft>
                <a:spcPts val="0"/>
              </a:spcAft>
              <a:buClr>
                <a:schemeClr val="dk1"/>
              </a:buClr>
              <a:buSzPts val="2200"/>
              <a:buNone/>
              <a:defRPr sz="2200">
                <a:solidFill>
                  <a:schemeClr val="dk1"/>
                </a:solidFill>
              </a:defRPr>
            </a:lvl7pPr>
            <a:lvl8pPr lvl="7">
              <a:lnSpc>
                <a:spcPct val="75000"/>
              </a:lnSpc>
              <a:spcBef>
                <a:spcPts val="0"/>
              </a:spcBef>
              <a:spcAft>
                <a:spcPts val="0"/>
              </a:spcAft>
              <a:buClr>
                <a:schemeClr val="dk1"/>
              </a:buClr>
              <a:buSzPts val="2200"/>
              <a:buNone/>
              <a:defRPr sz="2200">
                <a:solidFill>
                  <a:schemeClr val="dk1"/>
                </a:solidFill>
              </a:defRPr>
            </a:lvl8pPr>
            <a:lvl9pPr lvl="8">
              <a:lnSpc>
                <a:spcPct val="75000"/>
              </a:lnSpc>
              <a:spcBef>
                <a:spcPts val="0"/>
              </a:spcBef>
              <a:spcAft>
                <a:spcPts val="0"/>
              </a:spcAft>
              <a:buClr>
                <a:schemeClr val="dk1"/>
              </a:buClr>
              <a:buSzPts val="2200"/>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6" name="Shape 96"/>
        <p:cNvGrpSpPr/>
        <p:nvPr/>
      </p:nvGrpSpPr>
      <p:grpSpPr>
        <a:xfrm>
          <a:off x="0" y="0"/>
          <a:ext cx="0" cy="0"/>
          <a:chOff x="0" y="0"/>
          <a:chExt cx="0" cy="0"/>
        </a:xfrm>
      </p:grpSpPr>
      <p:sp>
        <p:nvSpPr>
          <p:cNvPr id="97" name="Google Shape;97;p22"/>
          <p:cNvSpPr txBox="1"/>
          <p:nvPr>
            <p:ph type="body" idx="1"/>
          </p:nvPr>
        </p:nvSpPr>
        <p:spPr>
          <a:xfrm>
            <a:off x="457200" y="1330925"/>
            <a:ext cx="3658800" cy="3237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8" name="Google Shape;98;p22"/>
          <p:cNvSpPr txBox="1"/>
          <p:nvPr>
            <p:ph type="body" idx="2"/>
          </p:nvPr>
        </p:nvSpPr>
        <p:spPr>
          <a:xfrm>
            <a:off x="5023050" y="1330913"/>
            <a:ext cx="3658800" cy="3237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9" name="Google Shape;99;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00" name="Google Shape;100;p22"/>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101" name="Google Shape;101;p22"/>
          <p:cNvSpPr txBox="1"/>
          <p:nvPr>
            <p:ph type="subTitle" idx="3"/>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txBox="1"/>
          <p:nvPr>
            <p:ph type="subTitle" idx="4"/>
          </p:nvPr>
        </p:nvSpPr>
        <p:spPr>
          <a:xfrm>
            <a:off x="457200" y="962775"/>
            <a:ext cx="36588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03" name="Google Shape;103;p22"/>
          <p:cNvSpPr txBox="1"/>
          <p:nvPr>
            <p:ph type="subTitle" idx="5"/>
          </p:nvPr>
        </p:nvSpPr>
        <p:spPr>
          <a:xfrm>
            <a:off x="5023050" y="962775"/>
            <a:ext cx="32172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04" name="Shape 104"/>
        <p:cNvGrpSpPr/>
        <p:nvPr/>
      </p:nvGrpSpPr>
      <p:grpSpPr>
        <a:xfrm>
          <a:off x="0" y="0"/>
          <a:ext cx="0" cy="0"/>
          <a:chOff x="0" y="0"/>
          <a:chExt cx="0" cy="0"/>
        </a:xfrm>
      </p:grpSpPr>
      <p:sp>
        <p:nvSpPr>
          <p:cNvPr id="105" name="Google Shape;105;p23"/>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06" name="Google Shape;106;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07" name="Shape 107"/>
        <p:cNvGrpSpPr/>
        <p:nvPr/>
      </p:nvGrpSpPr>
      <p:grpSpPr>
        <a:xfrm>
          <a:off x="0" y="0"/>
          <a:ext cx="0" cy="0"/>
          <a:chOff x="0" y="0"/>
          <a:chExt cx="0" cy="0"/>
        </a:xfrm>
      </p:grpSpPr>
      <p:sp>
        <p:nvSpPr>
          <p:cNvPr id="108" name="Google Shape;108;p24"/>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9" name="Google Shape;109;p24"/>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10" name="Google Shape;110;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11" name="Shape 111"/>
        <p:cNvGrpSpPr/>
        <p:nvPr/>
      </p:nvGrpSpPr>
      <p:grpSpPr>
        <a:xfrm>
          <a:off x="0" y="0"/>
          <a:ext cx="0" cy="0"/>
          <a:chOff x="0" y="0"/>
          <a:chExt cx="0" cy="0"/>
        </a:xfrm>
      </p:grpSpPr>
      <p:sp>
        <p:nvSpPr>
          <p:cNvPr id="112" name="Google Shape;112;p25"/>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3" name="Google Shape;113;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14" name="Shape 114"/>
        <p:cNvGrpSpPr/>
        <p:nvPr/>
      </p:nvGrpSpPr>
      <p:grpSpPr>
        <a:xfrm>
          <a:off x="0" y="0"/>
          <a:ext cx="0" cy="0"/>
          <a:chOff x="0" y="0"/>
          <a:chExt cx="0" cy="0"/>
        </a:xfrm>
      </p:grpSpPr>
      <p:sp>
        <p:nvSpPr>
          <p:cNvPr id="115" name="Google Shape;115;p26"/>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16" name="Google Shape;116;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17" name="Google Shape;117;p26"/>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p2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27"/>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1" name="Google Shape;121;p27"/>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27"/>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23" name="Google Shape;123;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24" name="Shape 124"/>
        <p:cNvGrpSpPr/>
        <p:nvPr/>
      </p:nvGrpSpPr>
      <p:grpSpPr>
        <a:xfrm>
          <a:off x="0" y="0"/>
          <a:ext cx="0" cy="0"/>
          <a:chOff x="0" y="0"/>
          <a:chExt cx="0" cy="0"/>
        </a:xfrm>
      </p:grpSpPr>
      <p:sp>
        <p:nvSpPr>
          <p:cNvPr id="125" name="Google Shape;125;p28"/>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26" name="Google Shape;126;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27" name="Shape 127"/>
        <p:cNvGrpSpPr/>
        <p:nvPr/>
      </p:nvGrpSpPr>
      <p:grpSpPr>
        <a:xfrm>
          <a:off x="0" y="0"/>
          <a:ext cx="0" cy="0"/>
          <a:chOff x="0" y="0"/>
          <a:chExt cx="0" cy="0"/>
        </a:xfrm>
      </p:grpSpPr>
      <p:sp>
        <p:nvSpPr>
          <p:cNvPr id="128" name="Google Shape;128;p29"/>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9" name="Google Shape;129;p29"/>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30" name="Google Shape;130;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31" name="Shape 131"/>
        <p:cNvGrpSpPr/>
        <p:nvPr/>
      </p:nvGrpSpPr>
      <p:grpSpPr>
        <a:xfrm>
          <a:off x="0" y="0"/>
          <a:ext cx="0" cy="0"/>
          <a:chOff x="0" y="0"/>
          <a:chExt cx="0" cy="0"/>
        </a:xfrm>
      </p:grpSpPr>
      <p:sp>
        <p:nvSpPr>
          <p:cNvPr id="132" name="Google Shape;132;p3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33" name="Shape 133"/>
        <p:cNvGrpSpPr/>
        <p:nvPr/>
      </p:nvGrpSpPr>
      <p:grpSpPr>
        <a:xfrm>
          <a:off x="0" y="0"/>
          <a:ext cx="0" cy="0"/>
          <a:chOff x="0" y="0"/>
          <a:chExt cx="0" cy="0"/>
        </a:xfrm>
      </p:grpSpPr>
      <p:sp>
        <p:nvSpPr>
          <p:cNvPr id="134" name="Google Shape;134;p31"/>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35" name="Google Shape;135;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36" name="Shape 136"/>
        <p:cNvGrpSpPr/>
        <p:nvPr/>
      </p:nvGrpSpPr>
      <p:grpSpPr>
        <a:xfrm>
          <a:off x="0" y="0"/>
          <a:ext cx="0" cy="0"/>
          <a:chOff x="0" y="0"/>
          <a:chExt cx="0" cy="0"/>
        </a:xfrm>
      </p:grpSpPr>
      <p:sp>
        <p:nvSpPr>
          <p:cNvPr id="137" name="Google Shape;137;p32"/>
          <p:cNvSpPr txBox="1"/>
          <p:nvPr>
            <p:ph type="ctrTitle"/>
          </p:nvPr>
        </p:nvSpPr>
        <p:spPr>
          <a:xfrm>
            <a:off x="311708" y="744575"/>
            <a:ext cx="8520600" cy="2052600"/>
          </a:xfrm>
          <a:prstGeom prst="rect">
            <a:avLst/>
          </a:prstGeom>
        </p:spPr>
        <p:txBody>
          <a:bodyPr spcFirstLastPara="1" wrap="square" lIns="0" tIns="91425" rIns="0"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8" name="Google Shape;138;p3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9" name="Google Shape;139;p3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Graphic Sans 1">
  <p:cSld name="TITLE_2">
    <p:bg>
      <p:bgPr>
        <a:solidFill>
          <a:schemeClr val="lt1"/>
        </a:solidFill>
        <a:effectLst/>
      </p:bgPr>
    </p:bg>
    <p:spTree>
      <p:nvGrpSpPr>
        <p:cNvPr id="140" name="Shape 140"/>
        <p:cNvGrpSpPr/>
        <p:nvPr/>
      </p:nvGrpSpPr>
      <p:grpSpPr>
        <a:xfrm>
          <a:off x="0" y="0"/>
          <a:ext cx="0" cy="0"/>
          <a:chOff x="0" y="0"/>
          <a:chExt cx="0" cy="0"/>
        </a:xfrm>
      </p:grpSpPr>
      <p:sp>
        <p:nvSpPr>
          <p:cNvPr id="141" name="Google Shape;141;p33"/>
          <p:cNvSpPr txBox="1"/>
          <p:nvPr>
            <p:ph type="ctrTitle"/>
          </p:nvPr>
        </p:nvSpPr>
        <p:spPr>
          <a:xfrm>
            <a:off x="2289975" y="1545525"/>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5"/>
              </a:buClr>
              <a:buSzPts val="6800"/>
              <a:buNone/>
              <a:defRPr sz="6800">
                <a:solidFill>
                  <a:schemeClr val="accent5"/>
                </a:solidFill>
              </a:defRPr>
            </a:lvl1pPr>
            <a:lvl2pPr lvl="1">
              <a:lnSpc>
                <a:spcPct val="75000"/>
              </a:lnSpc>
              <a:spcBef>
                <a:spcPts val="0"/>
              </a:spcBef>
              <a:spcAft>
                <a:spcPts val="0"/>
              </a:spcAft>
              <a:buClr>
                <a:schemeClr val="accent5"/>
              </a:buClr>
              <a:buSzPts val="6800"/>
              <a:buNone/>
              <a:defRPr sz="6800">
                <a:solidFill>
                  <a:schemeClr val="accent5"/>
                </a:solidFill>
              </a:defRPr>
            </a:lvl2pPr>
            <a:lvl3pPr lvl="2">
              <a:lnSpc>
                <a:spcPct val="75000"/>
              </a:lnSpc>
              <a:spcBef>
                <a:spcPts val="0"/>
              </a:spcBef>
              <a:spcAft>
                <a:spcPts val="0"/>
              </a:spcAft>
              <a:buClr>
                <a:schemeClr val="accent5"/>
              </a:buClr>
              <a:buSzPts val="6800"/>
              <a:buNone/>
              <a:defRPr sz="6800">
                <a:solidFill>
                  <a:schemeClr val="accent5"/>
                </a:solidFill>
              </a:defRPr>
            </a:lvl3pPr>
            <a:lvl4pPr lvl="3">
              <a:lnSpc>
                <a:spcPct val="75000"/>
              </a:lnSpc>
              <a:spcBef>
                <a:spcPts val="0"/>
              </a:spcBef>
              <a:spcAft>
                <a:spcPts val="0"/>
              </a:spcAft>
              <a:buClr>
                <a:schemeClr val="accent5"/>
              </a:buClr>
              <a:buSzPts val="6800"/>
              <a:buNone/>
              <a:defRPr sz="6800">
                <a:solidFill>
                  <a:schemeClr val="accent5"/>
                </a:solidFill>
              </a:defRPr>
            </a:lvl4pPr>
            <a:lvl5pPr lvl="4">
              <a:lnSpc>
                <a:spcPct val="75000"/>
              </a:lnSpc>
              <a:spcBef>
                <a:spcPts val="0"/>
              </a:spcBef>
              <a:spcAft>
                <a:spcPts val="0"/>
              </a:spcAft>
              <a:buClr>
                <a:schemeClr val="accent5"/>
              </a:buClr>
              <a:buSzPts val="6800"/>
              <a:buNone/>
              <a:defRPr sz="6800">
                <a:solidFill>
                  <a:schemeClr val="accent5"/>
                </a:solidFill>
              </a:defRPr>
            </a:lvl5pPr>
            <a:lvl6pPr lvl="5">
              <a:lnSpc>
                <a:spcPct val="75000"/>
              </a:lnSpc>
              <a:spcBef>
                <a:spcPts val="0"/>
              </a:spcBef>
              <a:spcAft>
                <a:spcPts val="0"/>
              </a:spcAft>
              <a:buClr>
                <a:schemeClr val="accent5"/>
              </a:buClr>
              <a:buSzPts val="6800"/>
              <a:buNone/>
              <a:defRPr sz="6800">
                <a:solidFill>
                  <a:schemeClr val="accent5"/>
                </a:solidFill>
              </a:defRPr>
            </a:lvl6pPr>
            <a:lvl7pPr lvl="6">
              <a:lnSpc>
                <a:spcPct val="75000"/>
              </a:lnSpc>
              <a:spcBef>
                <a:spcPts val="0"/>
              </a:spcBef>
              <a:spcAft>
                <a:spcPts val="0"/>
              </a:spcAft>
              <a:buClr>
                <a:schemeClr val="accent5"/>
              </a:buClr>
              <a:buSzPts val="6800"/>
              <a:buNone/>
              <a:defRPr sz="6800">
                <a:solidFill>
                  <a:schemeClr val="accent5"/>
                </a:solidFill>
              </a:defRPr>
            </a:lvl7pPr>
            <a:lvl8pPr lvl="7">
              <a:lnSpc>
                <a:spcPct val="75000"/>
              </a:lnSpc>
              <a:spcBef>
                <a:spcPts val="0"/>
              </a:spcBef>
              <a:spcAft>
                <a:spcPts val="0"/>
              </a:spcAft>
              <a:buClr>
                <a:schemeClr val="accent5"/>
              </a:buClr>
              <a:buSzPts val="6800"/>
              <a:buNone/>
              <a:defRPr sz="6800">
                <a:solidFill>
                  <a:schemeClr val="accent5"/>
                </a:solidFill>
              </a:defRPr>
            </a:lvl8pPr>
            <a:lvl9pPr lvl="8">
              <a:lnSpc>
                <a:spcPct val="75000"/>
              </a:lnSpc>
              <a:spcBef>
                <a:spcPts val="0"/>
              </a:spcBef>
              <a:spcAft>
                <a:spcPts val="0"/>
              </a:spcAft>
              <a:buClr>
                <a:schemeClr val="accent5"/>
              </a:buClr>
              <a:buSzPts val="6800"/>
              <a:buNone/>
              <a:defRPr sz="6800">
                <a:solidFill>
                  <a:schemeClr val="accent5"/>
                </a:solidFill>
              </a:defRPr>
            </a:lvl9pPr>
          </a:lstStyle>
          <a:p/>
        </p:txBody>
      </p:sp>
      <p:sp>
        <p:nvSpPr>
          <p:cNvPr id="142" name="Google Shape;142;p33"/>
          <p:cNvSpPr txBox="1"/>
          <p:nvPr>
            <p:ph type="subTitle" idx="1"/>
          </p:nvPr>
        </p:nvSpPr>
        <p:spPr>
          <a:xfrm>
            <a:off x="2289975" y="4120200"/>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3" name="Google Shape;143;p3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44" name="Google Shape;144;p33"/>
          <p:cNvSpPr txBox="1"/>
          <p:nvPr>
            <p:ph type="subTitle" idx="2"/>
          </p:nvPr>
        </p:nvSpPr>
        <p:spPr>
          <a:xfrm>
            <a:off x="2289975" y="3502200"/>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Graphic Sans 2">
  <p:cSld name="TITLE_3">
    <p:bg>
      <p:bgPr>
        <a:solidFill>
          <a:schemeClr val="dk1"/>
        </a:solidFill>
        <a:effectLst/>
      </p:bgPr>
    </p:bg>
    <p:spTree>
      <p:nvGrpSpPr>
        <p:cNvPr id="145" name="Shape 145"/>
        <p:cNvGrpSpPr/>
        <p:nvPr/>
      </p:nvGrpSpPr>
      <p:grpSpPr>
        <a:xfrm>
          <a:off x="0" y="0"/>
          <a:ext cx="0" cy="0"/>
          <a:chOff x="0" y="0"/>
          <a:chExt cx="0" cy="0"/>
        </a:xfrm>
      </p:grpSpPr>
      <p:sp>
        <p:nvSpPr>
          <p:cNvPr id="146" name="Google Shape;146;p34"/>
          <p:cNvSpPr txBox="1"/>
          <p:nvPr>
            <p:ph type="ctrTitle"/>
          </p:nvPr>
        </p:nvSpPr>
        <p:spPr>
          <a:xfrm>
            <a:off x="914400" y="1545450"/>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6"/>
              </a:buClr>
              <a:buSzPts val="5200"/>
              <a:buNone/>
              <a:defRPr sz="5200">
                <a:solidFill>
                  <a:schemeClr val="accent6"/>
                </a:solidFill>
              </a:defRPr>
            </a:lvl1pPr>
            <a:lvl2pPr lvl="1">
              <a:lnSpc>
                <a:spcPct val="75000"/>
              </a:lnSpc>
              <a:spcBef>
                <a:spcPts val="0"/>
              </a:spcBef>
              <a:spcAft>
                <a:spcPts val="0"/>
              </a:spcAft>
              <a:buClr>
                <a:schemeClr val="accent6"/>
              </a:buClr>
              <a:buSzPts val="5200"/>
              <a:buNone/>
              <a:defRPr sz="5200">
                <a:solidFill>
                  <a:schemeClr val="accent6"/>
                </a:solidFill>
              </a:defRPr>
            </a:lvl2pPr>
            <a:lvl3pPr lvl="2">
              <a:lnSpc>
                <a:spcPct val="75000"/>
              </a:lnSpc>
              <a:spcBef>
                <a:spcPts val="0"/>
              </a:spcBef>
              <a:spcAft>
                <a:spcPts val="0"/>
              </a:spcAft>
              <a:buClr>
                <a:schemeClr val="accent6"/>
              </a:buClr>
              <a:buSzPts val="5200"/>
              <a:buNone/>
              <a:defRPr sz="5200">
                <a:solidFill>
                  <a:schemeClr val="accent6"/>
                </a:solidFill>
              </a:defRPr>
            </a:lvl3pPr>
            <a:lvl4pPr lvl="3">
              <a:lnSpc>
                <a:spcPct val="75000"/>
              </a:lnSpc>
              <a:spcBef>
                <a:spcPts val="0"/>
              </a:spcBef>
              <a:spcAft>
                <a:spcPts val="0"/>
              </a:spcAft>
              <a:buClr>
                <a:schemeClr val="accent6"/>
              </a:buClr>
              <a:buSzPts val="5200"/>
              <a:buNone/>
              <a:defRPr sz="5200">
                <a:solidFill>
                  <a:schemeClr val="accent6"/>
                </a:solidFill>
              </a:defRPr>
            </a:lvl4pPr>
            <a:lvl5pPr lvl="4">
              <a:lnSpc>
                <a:spcPct val="75000"/>
              </a:lnSpc>
              <a:spcBef>
                <a:spcPts val="0"/>
              </a:spcBef>
              <a:spcAft>
                <a:spcPts val="0"/>
              </a:spcAft>
              <a:buClr>
                <a:schemeClr val="accent6"/>
              </a:buClr>
              <a:buSzPts val="5200"/>
              <a:buNone/>
              <a:defRPr sz="5200">
                <a:solidFill>
                  <a:schemeClr val="accent6"/>
                </a:solidFill>
              </a:defRPr>
            </a:lvl5pPr>
            <a:lvl6pPr lvl="5">
              <a:lnSpc>
                <a:spcPct val="75000"/>
              </a:lnSpc>
              <a:spcBef>
                <a:spcPts val="0"/>
              </a:spcBef>
              <a:spcAft>
                <a:spcPts val="0"/>
              </a:spcAft>
              <a:buClr>
                <a:schemeClr val="accent6"/>
              </a:buClr>
              <a:buSzPts val="5200"/>
              <a:buNone/>
              <a:defRPr sz="5200">
                <a:solidFill>
                  <a:schemeClr val="accent6"/>
                </a:solidFill>
              </a:defRPr>
            </a:lvl6pPr>
            <a:lvl7pPr lvl="6">
              <a:lnSpc>
                <a:spcPct val="75000"/>
              </a:lnSpc>
              <a:spcBef>
                <a:spcPts val="0"/>
              </a:spcBef>
              <a:spcAft>
                <a:spcPts val="0"/>
              </a:spcAft>
              <a:buClr>
                <a:schemeClr val="accent6"/>
              </a:buClr>
              <a:buSzPts val="5200"/>
              <a:buNone/>
              <a:defRPr sz="5200">
                <a:solidFill>
                  <a:schemeClr val="accent6"/>
                </a:solidFill>
              </a:defRPr>
            </a:lvl7pPr>
            <a:lvl8pPr lvl="7">
              <a:lnSpc>
                <a:spcPct val="75000"/>
              </a:lnSpc>
              <a:spcBef>
                <a:spcPts val="0"/>
              </a:spcBef>
              <a:spcAft>
                <a:spcPts val="0"/>
              </a:spcAft>
              <a:buClr>
                <a:schemeClr val="accent6"/>
              </a:buClr>
              <a:buSzPts val="5200"/>
              <a:buNone/>
              <a:defRPr sz="5200">
                <a:solidFill>
                  <a:schemeClr val="accent6"/>
                </a:solidFill>
              </a:defRPr>
            </a:lvl8pPr>
            <a:lvl9pPr lvl="8">
              <a:lnSpc>
                <a:spcPct val="75000"/>
              </a:lnSpc>
              <a:spcBef>
                <a:spcPts val="0"/>
              </a:spcBef>
              <a:spcAft>
                <a:spcPts val="0"/>
              </a:spcAft>
              <a:buClr>
                <a:schemeClr val="accent6"/>
              </a:buClr>
              <a:buSzPts val="5200"/>
              <a:buNone/>
              <a:defRPr sz="5200">
                <a:solidFill>
                  <a:schemeClr val="accent6"/>
                </a:solidFill>
              </a:defRPr>
            </a:lvl9pPr>
          </a:lstStyle>
          <a:p/>
        </p:txBody>
      </p:sp>
      <p:sp>
        <p:nvSpPr>
          <p:cNvPr id="147" name="Google Shape;147;p3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
        <p:nvSpPr>
          <p:cNvPr id="148" name="Google Shape;148;p3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49" name="Google Shape;149;p34"/>
          <p:cNvSpPr/>
          <p:nvPr>
            <p:ph type="pic" idx="2"/>
          </p:nvPr>
        </p:nvSpPr>
        <p:spPr>
          <a:xfrm>
            <a:off x="6173525" y="-13300"/>
            <a:ext cx="2970600" cy="5156700"/>
          </a:xfrm>
          <a:prstGeom prst="rect">
            <a:avLst/>
          </a:prstGeom>
          <a:noFill/>
          <a:ln>
            <a:noFill/>
          </a:ln>
        </p:spPr>
      </p:sp>
      <p:sp>
        <p:nvSpPr>
          <p:cNvPr id="150" name="Google Shape;150;p34"/>
          <p:cNvSpPr txBox="1"/>
          <p:nvPr>
            <p:ph type="subTitle" idx="3"/>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aphic Sans 3">
  <p:cSld name="TITLE_4">
    <p:bg>
      <p:bgPr>
        <a:solidFill>
          <a:schemeClr val="dk1"/>
        </a:solidFill>
        <a:effectLst/>
      </p:bgPr>
    </p:bg>
    <p:spTree>
      <p:nvGrpSpPr>
        <p:cNvPr id="151" name="Shape 151"/>
        <p:cNvGrpSpPr/>
        <p:nvPr/>
      </p:nvGrpSpPr>
      <p:grpSpPr>
        <a:xfrm>
          <a:off x="0" y="0"/>
          <a:ext cx="0" cy="0"/>
          <a:chOff x="0" y="0"/>
          <a:chExt cx="0" cy="0"/>
        </a:xfrm>
      </p:grpSpPr>
      <p:sp>
        <p:nvSpPr>
          <p:cNvPr id="152" name="Google Shape;152;p35"/>
          <p:cNvSpPr txBox="1"/>
          <p:nvPr>
            <p:ph type="ctrTitle"/>
          </p:nvPr>
        </p:nvSpPr>
        <p:spPr>
          <a:xfrm>
            <a:off x="914400" y="1545450"/>
            <a:ext cx="52578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accent6"/>
              </a:buClr>
              <a:buSzPts val="5200"/>
              <a:buNone/>
              <a:defRPr sz="5200">
                <a:solidFill>
                  <a:schemeClr val="accent6"/>
                </a:solidFill>
              </a:defRPr>
            </a:lvl1pPr>
            <a:lvl2pPr lvl="1">
              <a:lnSpc>
                <a:spcPct val="75000"/>
              </a:lnSpc>
              <a:spcBef>
                <a:spcPts val="0"/>
              </a:spcBef>
              <a:spcAft>
                <a:spcPts val="0"/>
              </a:spcAft>
              <a:buClr>
                <a:schemeClr val="accent6"/>
              </a:buClr>
              <a:buSzPts val="5200"/>
              <a:buNone/>
              <a:defRPr sz="5200">
                <a:solidFill>
                  <a:schemeClr val="accent6"/>
                </a:solidFill>
              </a:defRPr>
            </a:lvl2pPr>
            <a:lvl3pPr lvl="2">
              <a:lnSpc>
                <a:spcPct val="75000"/>
              </a:lnSpc>
              <a:spcBef>
                <a:spcPts val="0"/>
              </a:spcBef>
              <a:spcAft>
                <a:spcPts val="0"/>
              </a:spcAft>
              <a:buClr>
                <a:schemeClr val="accent6"/>
              </a:buClr>
              <a:buSzPts val="5200"/>
              <a:buNone/>
              <a:defRPr sz="5200">
                <a:solidFill>
                  <a:schemeClr val="accent6"/>
                </a:solidFill>
              </a:defRPr>
            </a:lvl3pPr>
            <a:lvl4pPr lvl="3">
              <a:lnSpc>
                <a:spcPct val="75000"/>
              </a:lnSpc>
              <a:spcBef>
                <a:spcPts val="0"/>
              </a:spcBef>
              <a:spcAft>
                <a:spcPts val="0"/>
              </a:spcAft>
              <a:buClr>
                <a:schemeClr val="accent6"/>
              </a:buClr>
              <a:buSzPts val="5200"/>
              <a:buNone/>
              <a:defRPr sz="5200">
                <a:solidFill>
                  <a:schemeClr val="accent6"/>
                </a:solidFill>
              </a:defRPr>
            </a:lvl4pPr>
            <a:lvl5pPr lvl="4">
              <a:lnSpc>
                <a:spcPct val="75000"/>
              </a:lnSpc>
              <a:spcBef>
                <a:spcPts val="0"/>
              </a:spcBef>
              <a:spcAft>
                <a:spcPts val="0"/>
              </a:spcAft>
              <a:buClr>
                <a:schemeClr val="accent6"/>
              </a:buClr>
              <a:buSzPts val="5200"/>
              <a:buNone/>
              <a:defRPr sz="5200">
                <a:solidFill>
                  <a:schemeClr val="accent6"/>
                </a:solidFill>
              </a:defRPr>
            </a:lvl5pPr>
            <a:lvl6pPr lvl="5">
              <a:lnSpc>
                <a:spcPct val="75000"/>
              </a:lnSpc>
              <a:spcBef>
                <a:spcPts val="0"/>
              </a:spcBef>
              <a:spcAft>
                <a:spcPts val="0"/>
              </a:spcAft>
              <a:buClr>
                <a:schemeClr val="accent6"/>
              </a:buClr>
              <a:buSzPts val="5200"/>
              <a:buNone/>
              <a:defRPr sz="5200">
                <a:solidFill>
                  <a:schemeClr val="accent6"/>
                </a:solidFill>
              </a:defRPr>
            </a:lvl6pPr>
            <a:lvl7pPr lvl="6">
              <a:lnSpc>
                <a:spcPct val="75000"/>
              </a:lnSpc>
              <a:spcBef>
                <a:spcPts val="0"/>
              </a:spcBef>
              <a:spcAft>
                <a:spcPts val="0"/>
              </a:spcAft>
              <a:buClr>
                <a:schemeClr val="accent6"/>
              </a:buClr>
              <a:buSzPts val="5200"/>
              <a:buNone/>
              <a:defRPr sz="5200">
                <a:solidFill>
                  <a:schemeClr val="accent6"/>
                </a:solidFill>
              </a:defRPr>
            </a:lvl7pPr>
            <a:lvl8pPr lvl="7">
              <a:lnSpc>
                <a:spcPct val="75000"/>
              </a:lnSpc>
              <a:spcBef>
                <a:spcPts val="0"/>
              </a:spcBef>
              <a:spcAft>
                <a:spcPts val="0"/>
              </a:spcAft>
              <a:buClr>
                <a:schemeClr val="accent6"/>
              </a:buClr>
              <a:buSzPts val="5200"/>
              <a:buNone/>
              <a:defRPr sz="5200">
                <a:solidFill>
                  <a:schemeClr val="accent6"/>
                </a:solidFill>
              </a:defRPr>
            </a:lvl8pPr>
            <a:lvl9pPr lvl="8">
              <a:lnSpc>
                <a:spcPct val="75000"/>
              </a:lnSpc>
              <a:spcBef>
                <a:spcPts val="0"/>
              </a:spcBef>
              <a:spcAft>
                <a:spcPts val="0"/>
              </a:spcAft>
              <a:buClr>
                <a:schemeClr val="accent6"/>
              </a:buClr>
              <a:buSzPts val="5200"/>
              <a:buNone/>
              <a:defRPr sz="5200">
                <a:solidFill>
                  <a:schemeClr val="accent6"/>
                </a:solidFill>
              </a:defRPr>
            </a:lvl9pPr>
          </a:lstStyle>
          <a:p/>
        </p:txBody>
      </p:sp>
      <p:sp>
        <p:nvSpPr>
          <p:cNvPr id="153" name="Google Shape;153;p35"/>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
        <p:nvSpPr>
          <p:cNvPr id="154" name="Google Shape;154;p3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55" name="Google Shape;155;p35"/>
          <p:cNvSpPr/>
          <p:nvPr>
            <p:ph type="pic" idx="2"/>
          </p:nvPr>
        </p:nvSpPr>
        <p:spPr>
          <a:xfrm>
            <a:off x="6173525" y="-13300"/>
            <a:ext cx="2970600" cy="5156700"/>
          </a:xfrm>
          <a:prstGeom prst="rect">
            <a:avLst/>
          </a:prstGeom>
          <a:noFill/>
          <a:ln>
            <a:noFill/>
          </a:ln>
        </p:spPr>
      </p:sp>
      <p:sp>
        <p:nvSpPr>
          <p:cNvPr id="156" name="Google Shape;156;p35"/>
          <p:cNvSpPr txBox="1"/>
          <p:nvPr>
            <p:ph type="subTitle" idx="3"/>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6"/>
              </a:buClr>
              <a:buSzPts val="1400"/>
              <a:buFont typeface="Inter Medium"/>
              <a:buNone/>
              <a:defRPr>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800"/>
              <a:buFont typeface="Inter Medium"/>
              <a:buNone/>
              <a:defRPr sz="18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57" name="Shape 157"/>
        <p:cNvGrpSpPr/>
        <p:nvPr/>
      </p:nvGrpSpPr>
      <p:grpSpPr>
        <a:xfrm>
          <a:off x="0" y="0"/>
          <a:ext cx="0" cy="0"/>
          <a:chOff x="0" y="0"/>
          <a:chExt cx="0" cy="0"/>
        </a:xfrm>
      </p:grpSpPr>
      <p:sp>
        <p:nvSpPr>
          <p:cNvPr id="158" name="Google Shape;158;p3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6"/>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160" name="Google Shape;160;p36"/>
          <p:cNvSpPr txBox="1"/>
          <p:nvPr>
            <p:ph type="body" idx="2"/>
          </p:nvPr>
        </p:nvSpPr>
        <p:spPr>
          <a:xfrm>
            <a:off x="457200" y="1143000"/>
            <a:ext cx="5709600" cy="34260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1" name="Google Shape;161;p3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ustom Layout 2 1 2">
  <p:cSld name="CUSTOM_3_1_2">
    <p:spTree>
      <p:nvGrpSpPr>
        <p:cNvPr id="162" name="Shape 162"/>
        <p:cNvGrpSpPr/>
        <p:nvPr/>
      </p:nvGrpSpPr>
      <p:grpSpPr>
        <a:xfrm>
          <a:off x="0" y="0"/>
          <a:ext cx="0" cy="0"/>
          <a:chOff x="0" y="0"/>
          <a:chExt cx="0" cy="0"/>
        </a:xfrm>
      </p:grpSpPr>
      <p:sp>
        <p:nvSpPr>
          <p:cNvPr id="163" name="Google Shape;163;p37"/>
          <p:cNvSpPr txBox="1"/>
          <p:nvPr>
            <p:ph type="title"/>
          </p:nvPr>
        </p:nvSpPr>
        <p:spPr>
          <a:xfrm>
            <a:off x="457200" y="445025"/>
            <a:ext cx="8229600" cy="572700"/>
          </a:xfrm>
          <a:prstGeom prst="rect">
            <a:avLst/>
          </a:prstGeom>
        </p:spPr>
        <p:txBody>
          <a:bodyPr spcFirstLastPara="1" wrap="square" lIns="0" tIns="91425" rIns="0" bIns="91425" anchor="ctr" anchorCtr="0">
            <a:normAutofit/>
          </a:bodyPr>
          <a:lstStyle>
            <a:lvl1pPr lvl="0">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1pPr>
            <a:lvl2pPr lvl="1">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2pPr>
            <a:lvl3pPr lvl="2">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3pPr>
            <a:lvl4pPr lvl="3">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4pPr>
            <a:lvl5pPr lvl="4">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5pPr>
            <a:lvl6pPr lvl="5">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6pPr>
            <a:lvl7pPr lvl="6">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7pPr>
            <a:lvl8pPr lvl="7">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8pPr>
            <a:lvl9pPr lvl="8">
              <a:spcBef>
                <a:spcPts val="0"/>
              </a:spcBef>
              <a:spcAft>
                <a:spcPts val="0"/>
              </a:spcAft>
              <a:buClr>
                <a:schemeClr val="dk1"/>
              </a:buClr>
              <a:buSzPts val="2400"/>
              <a:buFont typeface="Hanken Grotesk"/>
              <a:buNone/>
              <a:defRPr b="1">
                <a:solidFill>
                  <a:schemeClr val="dk1"/>
                </a:solidFill>
                <a:latin typeface="Hanken Grotesk"/>
                <a:ea typeface="Hanken Grotesk"/>
                <a:cs typeface="Hanken Grotesk"/>
                <a:sym typeface="Hanken Grotesk"/>
              </a:defRPr>
            </a:lvl9pPr>
          </a:lstStyle>
          <a:p/>
        </p:txBody>
      </p:sp>
      <p:sp>
        <p:nvSpPr>
          <p:cNvPr id="164" name="Google Shape;164;p37"/>
          <p:cNvSpPr txBox="1"/>
          <p:nvPr>
            <p:ph type="body" idx="1"/>
          </p:nvPr>
        </p:nvSpPr>
        <p:spPr>
          <a:xfrm>
            <a:off x="4572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65" name="Google Shape;165;p37"/>
          <p:cNvSpPr txBox="1"/>
          <p:nvPr>
            <p:ph type="body" idx="2"/>
          </p:nvPr>
        </p:nvSpPr>
        <p:spPr>
          <a:xfrm>
            <a:off x="4800400" y="1834900"/>
            <a:ext cx="3776100" cy="2734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chemeClr val="accent1"/>
              </a:buClr>
              <a:buSzPts val="1400"/>
              <a:buChar char="•"/>
              <a:defRPr sz="1400">
                <a:solidFill>
                  <a:schemeClr val="dk1"/>
                </a:solidFill>
              </a:defRPr>
            </a:lvl1pPr>
            <a:lvl2pPr marL="914400" lvl="1" indent="-304800">
              <a:spcBef>
                <a:spcPts val="1000"/>
              </a:spcBef>
              <a:spcAft>
                <a:spcPts val="0"/>
              </a:spcAft>
              <a:buClr>
                <a:schemeClr val="accent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66" name="Google Shape;166;p37"/>
          <p:cNvSpPr txBox="1"/>
          <p:nvPr>
            <p:ph type="subTitle" idx="3"/>
          </p:nvPr>
        </p:nvSpPr>
        <p:spPr>
          <a:xfrm>
            <a:off x="4572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67" name="Google Shape;167;p37"/>
          <p:cNvSpPr txBox="1"/>
          <p:nvPr>
            <p:ph type="subTitle" idx="4"/>
          </p:nvPr>
        </p:nvSpPr>
        <p:spPr>
          <a:xfrm>
            <a:off x="4800400" y="1164900"/>
            <a:ext cx="3776100" cy="5727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4">
  <p:cSld name="TITLE_AND_BODY_5">
    <p:spTree>
      <p:nvGrpSpPr>
        <p:cNvPr id="168" name="Shape 168"/>
        <p:cNvGrpSpPr/>
        <p:nvPr/>
      </p:nvGrpSpPr>
      <p:grpSpPr>
        <a:xfrm>
          <a:off x="0" y="0"/>
          <a:ext cx="0" cy="0"/>
          <a:chOff x="0" y="0"/>
          <a:chExt cx="0" cy="0"/>
        </a:xfrm>
      </p:grpSpPr>
      <p:sp>
        <p:nvSpPr>
          <p:cNvPr id="169" name="Google Shape;169;p38"/>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8"/>
          <p:cNvSpPr txBox="1"/>
          <p:nvPr>
            <p:ph type="title"/>
          </p:nvPr>
        </p:nvSpPr>
        <p:spPr>
          <a:xfrm>
            <a:off x="457200" y="5703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71" name="Google Shape;171;p38"/>
          <p:cNvSpPr txBox="1"/>
          <p:nvPr>
            <p:ph type="body" idx="2"/>
          </p:nvPr>
        </p:nvSpPr>
        <p:spPr>
          <a:xfrm>
            <a:off x="457200" y="1143000"/>
            <a:ext cx="5709600" cy="34260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72" name="Google Shape;172;p3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8" Type="http://schemas.openxmlformats.org/officeDocument/2006/relationships/theme" Target="../theme/theme2.xml"/><Relationship Id="rId27" Type="http://schemas.openxmlformats.org/officeDocument/2006/relationships/slideLayout" Target="../slideLayouts/slideLayout38.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5703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1pPr>
            <a:lvl2pPr lvl="1">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2pPr>
            <a:lvl3pPr lvl="2">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3pPr>
            <a:lvl4pPr lvl="3">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4pPr>
            <a:lvl5pPr lvl="4">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5pPr>
            <a:lvl6pPr lvl="5">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6pPr>
            <a:lvl7pPr lvl="6">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7pPr>
            <a:lvl8pPr lvl="7">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8pPr>
            <a:lvl9pPr lvl="8">
              <a:lnSpc>
                <a:spcPct val="75000"/>
              </a:lnSpc>
              <a:spcBef>
                <a:spcPts val="0"/>
              </a:spcBef>
              <a:spcAft>
                <a:spcPts val="0"/>
              </a:spcAft>
              <a:buClr>
                <a:schemeClr val="dk1"/>
              </a:buClr>
              <a:buSzPts val="2400"/>
              <a:buFont typeface="Prata" panose="00000500000000000000"/>
              <a:buNone/>
              <a:defRPr sz="2400">
                <a:solidFill>
                  <a:schemeClr val="dk1"/>
                </a:solidFill>
                <a:latin typeface="Prata" panose="00000500000000000000"/>
                <a:ea typeface="Prata" panose="00000500000000000000"/>
                <a:cs typeface="Prata" panose="00000500000000000000"/>
                <a:sym typeface="Prata" panose="00000500000000000000"/>
              </a:defRPr>
            </a:lvl9pPr>
          </a:lstStyle>
          <a:p/>
        </p:txBody>
      </p:sp>
      <p:sp>
        <p:nvSpPr>
          <p:cNvPr id="52" name="Google Shape;52;p13"/>
          <p:cNvSpPr txBox="1"/>
          <p:nvPr>
            <p:ph type="body" idx="1"/>
          </p:nvPr>
        </p:nvSpPr>
        <p:spPr>
          <a:xfrm>
            <a:off x="457200" y="1143000"/>
            <a:ext cx="5709600" cy="34260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1pPr>
            <a:lvl2pPr marL="914400" lvl="1"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2pPr>
            <a:lvl3pPr marL="1371600" lvl="2"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3pPr>
            <a:lvl4pPr marL="1828800" lvl="3"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4pPr>
            <a:lvl5pPr marL="2286000" lvl="4"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5pPr>
            <a:lvl6pPr marL="2743200" lvl="5"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6pPr>
            <a:lvl7pPr marL="3200400" lvl="6"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7pPr>
            <a:lvl8pPr marL="3657600" lvl="7" indent="-317500">
              <a:lnSpc>
                <a:spcPct val="100000"/>
              </a:lnSpc>
              <a:spcBef>
                <a:spcPts val="800"/>
              </a:spcBef>
              <a:spcAft>
                <a:spcPts val="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8pPr>
            <a:lvl9pPr marL="4114800" lvl="8" indent="-317500">
              <a:lnSpc>
                <a:spcPct val="100000"/>
              </a:lnSpc>
              <a:spcBef>
                <a:spcPts val="800"/>
              </a:spcBef>
              <a:spcAft>
                <a:spcPts val="800"/>
              </a:spcAft>
              <a:buClr>
                <a:schemeClr val="dk1"/>
              </a:buClr>
              <a:buSzPts val="1400"/>
              <a:buFont typeface="Schibsted Grotesk"/>
              <a:buChar char="•"/>
              <a:defRPr>
                <a:solidFill>
                  <a:schemeClr val="dk1"/>
                </a:solidFill>
                <a:latin typeface="Schibsted Grotesk"/>
                <a:ea typeface="Schibsted Grotesk"/>
                <a:cs typeface="Schibsted Grotesk"/>
                <a:sym typeface="Schibsted Grotesk"/>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8.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1.xml"/><Relationship Id="rId2" Type="http://schemas.openxmlformats.org/officeDocument/2006/relationships/image" Target="../media/image2.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0.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4.xml"/><Relationship Id="rId2" Type="http://schemas.openxmlformats.org/officeDocument/2006/relationships/image" Target="../media/image2.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34.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image" Target="../media/image2.png"/><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76" name="Shape 176"/>
        <p:cNvGrpSpPr/>
        <p:nvPr/>
      </p:nvGrpSpPr>
      <p:grpSpPr>
        <a:xfrm>
          <a:off x="0" y="0"/>
          <a:ext cx="0" cy="0"/>
          <a:chOff x="0" y="0"/>
          <a:chExt cx="0" cy="0"/>
        </a:xfrm>
      </p:grpSpPr>
      <p:sp>
        <p:nvSpPr>
          <p:cNvPr id="177" name="Google Shape;177;p39"/>
          <p:cNvSpPr/>
          <p:nvPr/>
        </p:nvSpPr>
        <p:spPr>
          <a:xfrm rot="-560738" flipH="1">
            <a:off x="5569098" y="2795275"/>
            <a:ext cx="1206203" cy="1497871"/>
          </a:xfrm>
          <a:custGeom>
            <a:avLst/>
            <a:gdLst/>
            <a:ahLst/>
            <a:cxnLst/>
            <a:rect l="l" t="t" r="r" b="b"/>
            <a:pathLst>
              <a:path w="91960" h="104453" extrusionOk="0">
                <a:moveTo>
                  <a:pt x="0" y="37478"/>
                </a:moveTo>
                <a:lnTo>
                  <a:pt x="7287" y="0"/>
                </a:lnTo>
                <a:lnTo>
                  <a:pt x="72527" y="2429"/>
                </a:lnTo>
                <a:lnTo>
                  <a:pt x="91960" y="78773"/>
                </a:lnTo>
                <a:lnTo>
                  <a:pt x="8328" y="104453"/>
                </a:lnTo>
                <a:close/>
              </a:path>
            </a:pathLst>
          </a:custGeom>
          <a:solidFill>
            <a:schemeClr val="accent1"/>
          </a:solidFill>
          <a:ln>
            <a:noFill/>
          </a:ln>
        </p:spPr>
      </p:sp>
      <p:sp>
        <p:nvSpPr>
          <p:cNvPr id="178" name="Google Shape;178;p39" descr="presentation_title"/>
          <p:cNvSpPr txBox="1"/>
          <p:nvPr>
            <p:ph type="ctrTitle"/>
          </p:nvPr>
        </p:nvSpPr>
        <p:spPr>
          <a:xfrm>
            <a:off x="457200" y="1309700"/>
            <a:ext cx="5024100" cy="32622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GB" sz="4700"/>
              <a:t>Role Playing Exercises</a:t>
            </a:r>
            <a:endParaRPr sz="4700"/>
          </a:p>
        </p:txBody>
      </p:sp>
      <p:pic>
        <p:nvPicPr>
          <p:cNvPr id="180" name="Google Shape;180;p39"/>
          <p:cNvPicPr preferRelativeResize="0"/>
          <p:nvPr/>
        </p:nvPicPr>
        <p:blipFill rotWithShape="1">
          <a:blip r:embed="rId1">
            <a:alphaModFix amt="85000"/>
          </a:blip>
          <a:srcRect l="16212" r="16205"/>
          <a:stretch>
            <a:fillRect/>
          </a:stretch>
        </p:blipFill>
        <p:spPr>
          <a:xfrm rot="-434">
            <a:off x="6216252" y="1140818"/>
            <a:ext cx="2378400" cy="3370200"/>
          </a:xfrm>
          <a:prstGeom prst="snip1Rect">
            <a:avLst>
              <a:gd name="adj" fmla="val 40675"/>
            </a:avLst>
          </a:prstGeom>
          <a:noFill/>
          <a:ln>
            <a:noFill/>
          </a:ln>
        </p:spPr>
      </p:pic>
      <p:pic>
        <p:nvPicPr>
          <p:cNvPr id="7" name="Picture 6" descr="pixelcut-export (1)"/>
          <p:cNvPicPr>
            <a:picLocks noChangeAspect="1"/>
          </p:cNvPicPr>
          <p:nvPr/>
        </p:nvPicPr>
        <p:blipFill>
          <a:blip r:embed="rId2"/>
          <a:srcRect t="22967" b="48563"/>
          <a:stretch>
            <a:fillRect/>
          </a:stretch>
        </p:blipFill>
        <p:spPr>
          <a:xfrm>
            <a:off x="0" y="8318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84" name="Shape 184"/>
        <p:cNvGrpSpPr/>
        <p:nvPr/>
      </p:nvGrpSpPr>
      <p:grpSpPr>
        <a:xfrm>
          <a:off x="0" y="0"/>
          <a:ext cx="0" cy="0"/>
          <a:chOff x="0" y="0"/>
          <a:chExt cx="0" cy="0"/>
        </a:xfrm>
      </p:grpSpPr>
      <p:sp>
        <p:nvSpPr>
          <p:cNvPr id="185" name="Google Shape;185;p40"/>
          <p:cNvSpPr txBox="1"/>
          <p:nvPr>
            <p:ph type="title"/>
          </p:nvPr>
        </p:nvSpPr>
        <p:spPr>
          <a:xfrm>
            <a:off x="457200" y="342900"/>
            <a:ext cx="7782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sz="2300">
                <a:solidFill>
                  <a:schemeClr val="lt1"/>
                </a:solidFill>
                <a:latin typeface="Imbue"/>
                <a:ea typeface="Imbue"/>
                <a:cs typeface="Imbue"/>
                <a:sym typeface="Imbue"/>
              </a:rPr>
              <a:t>Agenda</a:t>
            </a:r>
            <a:endParaRPr sz="2300">
              <a:solidFill>
                <a:schemeClr val="lt1"/>
              </a:solidFill>
              <a:latin typeface="Imbue"/>
              <a:ea typeface="Imbue"/>
              <a:cs typeface="Imbue"/>
              <a:sym typeface="Imbue"/>
            </a:endParaRPr>
          </a:p>
        </p:txBody>
      </p:sp>
      <p:sp>
        <p:nvSpPr>
          <p:cNvPr id="186" name="Google Shape;186;p40" descr="agenda_0"/>
          <p:cNvSpPr txBox="1"/>
          <p:nvPr>
            <p:ph type="body" idx="4294967295"/>
          </p:nvPr>
        </p:nvSpPr>
        <p:spPr>
          <a:xfrm>
            <a:off x="457200" y="915600"/>
            <a:ext cx="3993300" cy="3662400"/>
          </a:xfrm>
          <a:prstGeom prst="rect">
            <a:avLst/>
          </a:prstGeom>
        </p:spPr>
        <p:txBody>
          <a:bodyPr spcFirstLastPara="1" wrap="square" lIns="0" tIns="91425" rIns="91425" bIns="0" anchor="b" anchorCtr="0">
            <a:noAutofit/>
          </a:bodyPr>
          <a:lstStyle/>
          <a:p>
            <a:pPr marL="0" lvl="0" indent="-184150" algn="l" rtl="0">
              <a:lnSpc>
                <a:spcPct val="150000"/>
              </a:lnSpc>
              <a:spcBef>
                <a:spcPts val="0"/>
              </a:spcBef>
              <a:spcAft>
                <a:spcPts val="0"/>
              </a:spcAft>
              <a:buClr>
                <a:schemeClr val="dk1"/>
              </a:buClr>
              <a:buSzPts val="1100"/>
              <a:buChar char="•"/>
            </a:pPr>
            <a:r>
              <a:rPr lang="en-GB" sz="1100">
                <a:solidFill>
                  <a:schemeClr val="lt1"/>
                </a:solidFill>
              </a:rPr>
              <a:t>Introduction to Role Playing</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The Difficult Conversation</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Active Listening Exercise</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Role Reversal Exercise</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Group Problem Solving</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The Elevator Pitch</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Conflict Resolution</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Cultural Exchange</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Customer Service Simulation</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Implementation Tips</a:t>
            </a:r>
            <a:endParaRPr sz="1100">
              <a:solidFill>
                <a:schemeClr val="lt1"/>
              </a:solidFill>
            </a:endParaRPr>
          </a:p>
          <a:p>
            <a:pPr marL="0" lvl="0" indent="-184150" algn="l" rtl="0">
              <a:lnSpc>
                <a:spcPct val="150000"/>
              </a:lnSpc>
              <a:spcBef>
                <a:spcPts val="0"/>
              </a:spcBef>
              <a:spcAft>
                <a:spcPts val="0"/>
              </a:spcAft>
              <a:buClr>
                <a:schemeClr val="dk1"/>
              </a:buClr>
              <a:buSzPts val="1100"/>
              <a:buChar char="•"/>
            </a:pPr>
            <a:r>
              <a:rPr lang="en-GB" sz="1100">
                <a:solidFill>
                  <a:schemeClr val="lt1"/>
                </a:solidFill>
              </a:rPr>
              <a:t>Empathy Mapping</a:t>
            </a:r>
            <a:endParaRPr sz="1100">
              <a:solidFill>
                <a:schemeClr val="lt1"/>
              </a:solidFill>
            </a:endParaRPr>
          </a:p>
        </p:txBody>
      </p:sp>
      <p:sp>
        <p:nvSpPr>
          <p:cNvPr id="187" name="Google Shape;187;p40" descr="agenda_1"/>
          <p:cNvSpPr txBox="1"/>
          <p:nvPr>
            <p:ph type="body" idx="4294967295"/>
          </p:nvPr>
        </p:nvSpPr>
        <p:spPr>
          <a:xfrm>
            <a:off x="4574750" y="915600"/>
            <a:ext cx="3993300" cy="3662400"/>
          </a:xfrm>
          <a:prstGeom prst="rect">
            <a:avLst/>
          </a:prstGeom>
        </p:spPr>
        <p:txBody>
          <a:bodyPr spcFirstLastPara="1" wrap="square" lIns="0" tIns="91425" rIns="91425" bIns="0" anchor="b" anchorCtr="0">
            <a:noAutofit/>
          </a:bodyPr>
          <a:lstStyle/>
          <a:p>
            <a:pPr marL="0" lvl="0" indent="-190500" algn="l" rtl="0">
              <a:lnSpc>
                <a:spcPct val="150000"/>
              </a:lnSpc>
              <a:spcBef>
                <a:spcPts val="0"/>
              </a:spcBef>
              <a:spcAft>
                <a:spcPts val="0"/>
              </a:spcAft>
              <a:buClr>
                <a:schemeClr val="dk1"/>
              </a:buClr>
              <a:buSzPts val="1200"/>
              <a:buChar char="•"/>
            </a:pPr>
            <a:r>
              <a:rPr lang="en-GB" sz="1200">
                <a:solidFill>
                  <a:schemeClr val="lt1"/>
                </a:solidFill>
              </a:rPr>
              <a:t>Active Listening Pairs</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Role Reversal Scenarios</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The "Feelings" Charades</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Circle of Questions</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Story Exchange</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Gratitude Letters</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Perspective Taking Exercises</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Non-verbal Communication</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Mindfulness and Reflection</a:t>
            </a:r>
            <a:endParaRPr sz="1200">
              <a:solidFill>
                <a:schemeClr val="lt1"/>
              </a:solidFill>
            </a:endParaRPr>
          </a:p>
          <a:p>
            <a:pPr marL="0" lvl="0" indent="-190500" algn="l" rtl="0">
              <a:lnSpc>
                <a:spcPct val="150000"/>
              </a:lnSpc>
              <a:spcBef>
                <a:spcPts val="0"/>
              </a:spcBef>
              <a:spcAft>
                <a:spcPts val="0"/>
              </a:spcAft>
              <a:buClr>
                <a:schemeClr val="dk1"/>
              </a:buClr>
              <a:buSzPts val="1200"/>
              <a:buChar char="•"/>
            </a:pPr>
            <a:r>
              <a:rPr lang="en-GB" sz="1200">
                <a:solidFill>
                  <a:schemeClr val="lt1"/>
                </a:solidFill>
              </a:rPr>
              <a:t>Concluding Tips</a:t>
            </a:r>
            <a:endParaRPr sz="1200">
              <a:solidFill>
                <a:schemeClr val="lt1"/>
              </a:solidFill>
            </a:endParaRPr>
          </a:p>
        </p:txBody>
      </p:sp>
      <p:pic>
        <p:nvPicPr>
          <p:cNvPr id="188" name="Google Shape;188;p40"/>
          <p:cNvPicPr preferRelativeResize="0"/>
          <p:nvPr/>
        </p:nvPicPr>
        <p:blipFill>
          <a:blip r:embed="rId1">
            <a:alphaModFix amt="75000"/>
          </a:blip>
          <a:stretch>
            <a:fillRect/>
          </a:stretch>
        </p:blipFill>
        <p:spPr>
          <a:xfrm>
            <a:off x="0" y="4996750"/>
            <a:ext cx="9144003" cy="146750"/>
          </a:xfrm>
          <a:prstGeom prst="rect">
            <a:avLst/>
          </a:prstGeom>
          <a:noFill/>
          <a:ln>
            <a:noFill/>
          </a:ln>
        </p:spPr>
      </p:pic>
      <p:pic>
        <p:nvPicPr>
          <p:cNvPr id="7" name="Picture 6" descr="pixelcut-export (1)"/>
          <p:cNvPicPr>
            <a:picLocks noChangeAspect="1"/>
          </p:cNvPicPr>
          <p:nvPr/>
        </p:nvPicPr>
        <p:blipFill>
          <a:blip r:embed="rId2"/>
          <a:srcRect t="22967" b="48563"/>
          <a:stretch>
            <a:fillRect/>
          </a:stretch>
        </p:blipFill>
        <p:spPr>
          <a:xfrm>
            <a:off x="6551930" y="4218305"/>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pic>
        <p:nvPicPr>
          <p:cNvPr id="193" name="Google Shape;193;p41"/>
          <p:cNvPicPr preferRelativeResize="0"/>
          <p:nvPr/>
        </p:nvPicPr>
        <p:blipFill rotWithShape="1">
          <a:blip r:embed="rId1">
            <a:alphaModFix amt="41000"/>
          </a:blip>
          <a:srcRect l="15999" r="12891"/>
          <a:stretch>
            <a:fillRect/>
          </a:stretch>
        </p:blipFill>
        <p:spPr>
          <a:xfrm>
            <a:off x="0" y="0"/>
            <a:ext cx="2743825" cy="5143499"/>
          </a:xfrm>
          <a:prstGeom prst="rect">
            <a:avLst/>
          </a:prstGeom>
          <a:noFill/>
          <a:ln>
            <a:noFill/>
          </a:ln>
        </p:spPr>
      </p:pic>
      <p:sp>
        <p:nvSpPr>
          <p:cNvPr id="194" name="Google Shape;194;p41" descr="title"/>
          <p:cNvSpPr txBox="1"/>
          <p:nvPr>
            <p:ph type="title"/>
          </p:nvPr>
        </p:nvSpPr>
        <p:spPr>
          <a:xfrm>
            <a:off x="2976750" y="995675"/>
            <a:ext cx="5703000" cy="5499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2300"/>
              <a:t>Introduction to Role Playing</a:t>
            </a:r>
            <a:endParaRPr sz="2300"/>
          </a:p>
        </p:txBody>
      </p:sp>
      <p:sp>
        <p:nvSpPr>
          <p:cNvPr id="195" name="Google Shape;195;p41" descr="detail_0"/>
          <p:cNvSpPr txBox="1"/>
          <p:nvPr>
            <p:ph type="body" idx="2"/>
          </p:nvPr>
        </p:nvSpPr>
        <p:spPr>
          <a:xfrm>
            <a:off x="2976750" y="1835475"/>
            <a:ext cx="5703000" cy="2870700"/>
          </a:xfrm>
          <a:prstGeom prst="rect">
            <a:avLst/>
          </a:prstGeom>
        </p:spPr>
        <p:txBody>
          <a:bodyPr spcFirstLastPara="1" wrap="square" lIns="0" tIns="91425" rIns="91425" bIns="91425" anchor="t" anchorCtr="0">
            <a:noAutofit/>
          </a:bodyPr>
          <a:lstStyle/>
          <a:p>
            <a:pPr marL="0" lvl="0" indent="0" algn="l" rtl="0">
              <a:lnSpc>
                <a:spcPct val="150000"/>
              </a:lnSpc>
              <a:spcBef>
                <a:spcPts val="0"/>
              </a:spcBef>
              <a:spcAft>
                <a:spcPts val="2000"/>
              </a:spcAft>
              <a:buNone/>
            </a:pPr>
            <a:r>
              <a:rPr lang="en-GB" sz="1400"/>
              <a:t>Role playing exercises are dynamic and effective ways to practice communication and interpersonal skills. They provide participants with realistic scenarios that enhance their ability to deliver messages with empathy, listen actively, and understand different perspectives. Engaging in these exercises helps build essential skills such as conflict resolution, collaboration, and cultural awareness, ultimately promoting stronger interpersonal connections.</a:t>
            </a:r>
            <a:endParaRPr sz="1400"/>
          </a:p>
        </p:txBody>
      </p:sp>
      <p:sp>
        <p:nvSpPr>
          <p:cNvPr id="196" name="Google Shape;196;p41" descr="chapter"/>
          <p:cNvSpPr txBox="1"/>
          <p:nvPr>
            <p:ph type="subTitle" idx="1"/>
          </p:nvPr>
        </p:nvSpPr>
        <p:spPr>
          <a:xfrm>
            <a:off x="2976750" y="5910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Overview</a:t>
            </a:r>
            <a:endParaRPr sz="1200">
              <a:latin typeface="Imbue"/>
              <a:ea typeface="Imbue"/>
              <a:cs typeface="Imbue"/>
              <a:sym typeface="Imbue"/>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42"/>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202" name="Google Shape;202;p42"/>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203" name="Google Shape;203;p42"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Participants are paired up and given a situation where one person needs to deliver bad news (e.g., a friend has to cancel plans, or a student receives a lower grade).</a:t>
            </a:r>
            <a:endParaRPr sz="1100"/>
          </a:p>
        </p:txBody>
      </p:sp>
      <p:sp>
        <p:nvSpPr>
          <p:cNvPr id="204" name="Google Shape;204;p42"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205" name="Google Shape;205;p42"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The roles include the messenger, who delivers the bad news, and the recipient, who receives the news.</a:t>
            </a:r>
            <a:endParaRPr sz="1100"/>
          </a:p>
        </p:txBody>
      </p:sp>
      <p:sp>
        <p:nvSpPr>
          <p:cNvPr id="206" name="Google Shape;206;p42"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207" name="Google Shape;207;p42"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Practice delivering difficult messages with empathy and clarity.</a:t>
            </a:r>
            <a:endParaRPr sz="1100"/>
          </a:p>
        </p:txBody>
      </p:sp>
      <p:sp>
        <p:nvSpPr>
          <p:cNvPr id="208" name="Google Shape;208;p42"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209" name="Google Shape;209;p42"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Discuss how the conversation felt and what strategies helped or hindered effective communication.</a:t>
            </a:r>
            <a:endParaRPr sz="1100"/>
          </a:p>
        </p:txBody>
      </p:sp>
      <p:sp>
        <p:nvSpPr>
          <p:cNvPr id="210" name="Google Shape;210;p42"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 Discussion</a:t>
            </a:r>
            <a:endParaRPr sz="1400">
              <a:latin typeface="Prata" panose="00000500000000000000"/>
              <a:ea typeface="Prata" panose="00000500000000000000"/>
              <a:cs typeface="Prata" panose="00000500000000000000"/>
              <a:sym typeface="Prata" panose="00000500000000000000"/>
            </a:endParaRPr>
          </a:p>
        </p:txBody>
      </p:sp>
      <p:sp>
        <p:nvSpPr>
          <p:cNvPr id="211" name="Google Shape;211;p42"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Role Play</a:t>
            </a:r>
            <a:endParaRPr sz="1200">
              <a:solidFill>
                <a:schemeClr val="lt1"/>
              </a:solidFill>
              <a:latin typeface="Imbue"/>
              <a:ea typeface="Imbue"/>
              <a:cs typeface="Imbue"/>
              <a:sym typeface="Imbue"/>
            </a:endParaRPr>
          </a:p>
        </p:txBody>
      </p:sp>
      <p:sp>
        <p:nvSpPr>
          <p:cNvPr id="212" name="Google Shape;212;p42"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The Difficult Conversation</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43"/>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218" name="Google Shape;218;p43"/>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219" name="Google Shape;219;p43"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One participant shares a personal story or opinion for two minutes while the other practices active listening techniques (e.g., paraphrasing, nodding, asking clarifying questions).</a:t>
            </a:r>
            <a:endParaRPr sz="1100"/>
          </a:p>
        </p:txBody>
      </p:sp>
      <p:sp>
        <p:nvSpPr>
          <p:cNvPr id="220" name="Google Shape;220;p43"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221" name="Google Shape;221;p43"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Speaker and listener.</a:t>
            </a:r>
            <a:endParaRPr sz="1100"/>
          </a:p>
        </p:txBody>
      </p:sp>
      <p:sp>
        <p:nvSpPr>
          <p:cNvPr id="222" name="Google Shape;222;p43"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223" name="Google Shape;223;p43"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Enhance listening skills and the ability to respond appropriately.</a:t>
            </a:r>
            <a:endParaRPr sz="1100"/>
          </a:p>
        </p:txBody>
      </p:sp>
      <p:sp>
        <p:nvSpPr>
          <p:cNvPr id="224" name="Google Shape;224;p43"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225" name="Google Shape;225;p43"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Reflect on how it felt to be listened to and how well the listener engaged.</a:t>
            </a:r>
            <a:endParaRPr sz="1100"/>
          </a:p>
        </p:txBody>
      </p:sp>
      <p:sp>
        <p:nvSpPr>
          <p:cNvPr id="226" name="Google Shape;226;p43"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227" name="Google Shape;227;p43"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Exercise</a:t>
            </a:r>
            <a:endParaRPr sz="1200">
              <a:solidFill>
                <a:schemeClr val="lt1"/>
              </a:solidFill>
              <a:latin typeface="Imbue"/>
              <a:ea typeface="Imbue"/>
              <a:cs typeface="Imbue"/>
              <a:sym typeface="Imbue"/>
            </a:endParaRPr>
          </a:p>
        </p:txBody>
      </p:sp>
      <p:sp>
        <p:nvSpPr>
          <p:cNvPr id="228" name="Google Shape;228;p43"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Active Listening Exercise</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641096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32" name="Shape 232"/>
        <p:cNvGrpSpPr/>
        <p:nvPr/>
      </p:nvGrpSpPr>
      <p:grpSpPr>
        <a:xfrm>
          <a:off x="0" y="0"/>
          <a:ext cx="0" cy="0"/>
          <a:chOff x="0" y="0"/>
          <a:chExt cx="0" cy="0"/>
        </a:xfrm>
      </p:grpSpPr>
      <p:sp>
        <p:nvSpPr>
          <p:cNvPr id="233" name="Google Shape;233;p44"/>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234" name="Google Shape;234;p44"/>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235" name="Google Shape;235;p44"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Participants take on roles different from their own (e.g., teacher and student, manager and employee) and engage in a conversation about a relevant topic (e.g., feedback on performance).</a:t>
            </a:r>
            <a:endParaRPr sz="1100"/>
          </a:p>
        </p:txBody>
      </p:sp>
      <p:sp>
        <p:nvSpPr>
          <p:cNvPr id="236" name="Google Shape;236;p44"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237" name="Google Shape;237;p44"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Swap roles after a set time.</a:t>
            </a:r>
            <a:endParaRPr sz="1100"/>
          </a:p>
        </p:txBody>
      </p:sp>
      <p:sp>
        <p:nvSpPr>
          <p:cNvPr id="238" name="Google Shape;238;p44"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239" name="Google Shape;239;p44"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Build empathy and understanding of different perspectives.</a:t>
            </a:r>
            <a:endParaRPr sz="1100"/>
          </a:p>
        </p:txBody>
      </p:sp>
      <p:sp>
        <p:nvSpPr>
          <p:cNvPr id="240" name="Google Shape;240;p44"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241" name="Google Shape;241;p44"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Discuss insights gained from seeing the situation from another perspective.</a:t>
            </a:r>
            <a:endParaRPr sz="1100"/>
          </a:p>
        </p:txBody>
      </p:sp>
      <p:sp>
        <p:nvSpPr>
          <p:cNvPr id="242" name="Google Shape;242;p44"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243" name="Google Shape;243;p44"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Exercises</a:t>
            </a:r>
            <a:endParaRPr sz="1200">
              <a:solidFill>
                <a:schemeClr val="lt1"/>
              </a:solidFill>
              <a:latin typeface="Imbue"/>
              <a:ea typeface="Imbue"/>
              <a:cs typeface="Imbue"/>
              <a:sym typeface="Imbue"/>
            </a:endParaRPr>
          </a:p>
        </p:txBody>
      </p:sp>
      <p:sp>
        <p:nvSpPr>
          <p:cNvPr id="244" name="Google Shape;244;p44"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Role Reversal Exercise</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6410960"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49" name="Google Shape;249;p45" descr="detail_0"/>
          <p:cNvSpPr txBox="1"/>
          <p:nvPr>
            <p:ph type="body" idx="2"/>
          </p:nvPr>
        </p:nvSpPr>
        <p:spPr>
          <a:xfrm>
            <a:off x="4572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A small group is given a hypothetical problem (e.g., planning a community event) and must discuss and come to a consensus on a solution.</a:t>
            </a:r>
            <a:endParaRPr sz="1200"/>
          </a:p>
        </p:txBody>
      </p:sp>
      <p:sp>
        <p:nvSpPr>
          <p:cNvPr id="250" name="Google Shape;250;p45" descr="header_0"/>
          <p:cNvSpPr txBox="1"/>
          <p:nvPr>
            <p:ph type="subTitle" idx="1"/>
          </p:nvPr>
        </p:nvSpPr>
        <p:spPr>
          <a:xfrm>
            <a:off x="457200"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Scenario</a:t>
            </a:r>
            <a:endParaRPr sz="1600">
              <a:latin typeface="Prata" panose="00000500000000000000"/>
              <a:ea typeface="Prata" panose="00000500000000000000"/>
              <a:cs typeface="Prata" panose="00000500000000000000"/>
              <a:sym typeface="Prata" panose="00000500000000000000"/>
            </a:endParaRPr>
          </a:p>
        </p:txBody>
      </p:sp>
      <p:sp>
        <p:nvSpPr>
          <p:cNvPr id="251" name="Google Shape;251;p45" descr="detail_1"/>
          <p:cNvSpPr txBox="1"/>
          <p:nvPr>
            <p:ph type="body" idx="2"/>
          </p:nvPr>
        </p:nvSpPr>
        <p:spPr>
          <a:xfrm>
            <a:off x="45720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Practice collaboration, negotiation, and conflict resolution.</a:t>
            </a:r>
            <a:endParaRPr sz="1200"/>
          </a:p>
        </p:txBody>
      </p:sp>
      <p:sp>
        <p:nvSpPr>
          <p:cNvPr id="252" name="Google Shape;252;p45" descr="header_1"/>
          <p:cNvSpPr txBox="1"/>
          <p:nvPr>
            <p:ph type="subTitle" idx="1"/>
          </p:nvPr>
        </p:nvSpPr>
        <p:spPr>
          <a:xfrm>
            <a:off x="4572002"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Objective</a:t>
            </a:r>
            <a:endParaRPr sz="1600">
              <a:latin typeface="Prata" panose="00000500000000000000"/>
              <a:ea typeface="Prata" panose="00000500000000000000"/>
              <a:cs typeface="Prata" panose="00000500000000000000"/>
              <a:sym typeface="Prata" panose="00000500000000000000"/>
            </a:endParaRPr>
          </a:p>
        </p:txBody>
      </p:sp>
      <p:sp>
        <p:nvSpPr>
          <p:cNvPr id="253" name="Google Shape;253;p45" descr="detail_2"/>
          <p:cNvSpPr txBox="1"/>
          <p:nvPr>
            <p:ph type="body" idx="2"/>
          </p:nvPr>
        </p:nvSpPr>
        <p:spPr>
          <a:xfrm>
            <a:off x="4572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Assign specific roles (e.g., facilitator, notetaker, timekeeper) to encourage participation.</a:t>
            </a:r>
            <a:endParaRPr sz="1200"/>
          </a:p>
        </p:txBody>
      </p:sp>
      <p:sp>
        <p:nvSpPr>
          <p:cNvPr id="254" name="Google Shape;254;p45" descr="header_2"/>
          <p:cNvSpPr txBox="1"/>
          <p:nvPr>
            <p:ph type="subTitle" idx="1"/>
          </p:nvPr>
        </p:nvSpPr>
        <p:spPr>
          <a:xfrm>
            <a:off x="457200"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Roles</a:t>
            </a:r>
            <a:endParaRPr sz="1600">
              <a:latin typeface="Prata" panose="00000500000000000000"/>
              <a:ea typeface="Prata" panose="00000500000000000000"/>
              <a:cs typeface="Prata" panose="00000500000000000000"/>
              <a:sym typeface="Prata" panose="00000500000000000000"/>
            </a:endParaRPr>
          </a:p>
        </p:txBody>
      </p:sp>
      <p:sp>
        <p:nvSpPr>
          <p:cNvPr id="255" name="Google Shape;255;p45" descr="detail_3"/>
          <p:cNvSpPr txBox="1"/>
          <p:nvPr>
            <p:ph type="body" idx="2"/>
          </p:nvPr>
        </p:nvSpPr>
        <p:spPr>
          <a:xfrm>
            <a:off x="45720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Reflect on group dynamics and what communication strategies worked best.</a:t>
            </a:r>
            <a:endParaRPr sz="1200"/>
          </a:p>
        </p:txBody>
      </p:sp>
      <p:sp>
        <p:nvSpPr>
          <p:cNvPr id="256" name="Google Shape;256;p45" descr="header_3"/>
          <p:cNvSpPr txBox="1"/>
          <p:nvPr>
            <p:ph type="subTitle" idx="1"/>
          </p:nvPr>
        </p:nvSpPr>
        <p:spPr>
          <a:xfrm>
            <a:off x="4572001"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Debrief</a:t>
            </a:r>
            <a:endParaRPr sz="1600">
              <a:latin typeface="Prata" panose="00000500000000000000"/>
              <a:ea typeface="Prata" panose="00000500000000000000"/>
              <a:cs typeface="Prata" panose="00000500000000000000"/>
              <a:sym typeface="Prata" panose="00000500000000000000"/>
            </a:endParaRPr>
          </a:p>
        </p:txBody>
      </p:sp>
      <p:sp>
        <p:nvSpPr>
          <p:cNvPr id="257" name="Google Shape;257;p45"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Exercise</a:t>
            </a:r>
            <a:endParaRPr sz="1200">
              <a:latin typeface="Imbue"/>
              <a:ea typeface="Imbue"/>
              <a:cs typeface="Imbue"/>
              <a:sym typeface="Imbue"/>
            </a:endParaRPr>
          </a:p>
        </p:txBody>
      </p:sp>
      <p:sp>
        <p:nvSpPr>
          <p:cNvPr id="258" name="Google Shape;258;p45"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Group Problem Solving</a:t>
            </a:r>
            <a:endParaRPr>
              <a:solidFill>
                <a:schemeClr val="dk1"/>
              </a:solidFill>
            </a:endParaRPr>
          </a:p>
        </p:txBody>
      </p:sp>
      <p:pic>
        <p:nvPicPr>
          <p:cNvPr id="259" name="Google Shape;259;p45"/>
          <p:cNvPicPr preferRelativeResize="0"/>
          <p:nvPr/>
        </p:nvPicPr>
        <p:blipFill rotWithShape="1">
          <a:blip r:embed="rId1">
            <a:alphaModFix amt="80000"/>
          </a:blip>
          <a:srcRect t="20358" b="20358"/>
          <a:stretch>
            <a:fillRect/>
          </a:stretch>
        </p:blipFill>
        <p:spPr>
          <a:xfrm>
            <a:off x="0" y="4996750"/>
            <a:ext cx="9144003" cy="146750"/>
          </a:xfrm>
          <a:prstGeom prst="rect">
            <a:avLst/>
          </a:prstGeom>
          <a:noFill/>
          <a:ln>
            <a:noFill/>
          </a:ln>
        </p:spPr>
      </p:pic>
      <p:grpSp>
        <p:nvGrpSpPr>
          <p:cNvPr id="260" name="Google Shape;260;p45"/>
          <p:cNvGrpSpPr/>
          <p:nvPr/>
        </p:nvGrpSpPr>
        <p:grpSpPr>
          <a:xfrm>
            <a:off x="6968200" y="111875"/>
            <a:ext cx="2057400" cy="1033200"/>
            <a:chOff x="6922975" y="1548525"/>
            <a:chExt cx="2057400" cy="1033200"/>
          </a:xfrm>
        </p:grpSpPr>
        <p:grpSp>
          <p:nvGrpSpPr>
            <p:cNvPr id="261" name="Google Shape;261;p45"/>
            <p:cNvGrpSpPr/>
            <p:nvPr/>
          </p:nvGrpSpPr>
          <p:grpSpPr>
            <a:xfrm>
              <a:off x="6922975" y="1548525"/>
              <a:ext cx="2057400" cy="1033200"/>
              <a:chOff x="6172200" y="152400"/>
              <a:chExt cx="2057400" cy="1033200"/>
            </a:xfrm>
          </p:grpSpPr>
          <p:sp>
            <p:nvSpPr>
              <p:cNvPr id="262" name="Google Shape;262;p45"/>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63" name="Google Shape;263;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4" name="Google Shape;264;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adapting the problem scenario to fit the specific context or audience you are working with.</a:t>
              </a:r>
              <a:endParaRPr sz="800">
                <a:latin typeface="Inter" panose="02000503000000020004"/>
                <a:ea typeface="Inter" panose="02000503000000020004"/>
                <a:cs typeface="Inter" panose="02000503000000020004"/>
                <a:sym typeface="Inter" panose="02000503000000020004"/>
              </a:endParaRPr>
            </a:p>
          </p:txBody>
        </p:sp>
        <p:pic>
          <p:nvPicPr>
            <p:cNvPr id="265" name="Google Shape;265;p45"/>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6499860" y="4218305"/>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46"/>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271" name="Google Shape;271;p46"/>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272" name="Google Shape;272;p46"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Participants prepare a brief pitch (30-60 seconds) about themselves or a project they are passionate about.</a:t>
            </a:r>
            <a:endParaRPr sz="1100"/>
          </a:p>
        </p:txBody>
      </p:sp>
      <p:sp>
        <p:nvSpPr>
          <p:cNvPr id="273" name="Google Shape;273;p46"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274" name="Google Shape;274;p46"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Pitcher and audience member, with audience members providing constructive feedback.</a:t>
            </a:r>
            <a:endParaRPr sz="1100"/>
          </a:p>
        </p:txBody>
      </p:sp>
      <p:sp>
        <p:nvSpPr>
          <p:cNvPr id="275" name="Google Shape;275;p46"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276" name="Google Shape;276;p46"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Practice concise and persuasive communication.</a:t>
            </a:r>
            <a:endParaRPr sz="1100"/>
          </a:p>
        </p:txBody>
      </p:sp>
      <p:sp>
        <p:nvSpPr>
          <p:cNvPr id="277" name="Google Shape;277;p46"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278" name="Google Shape;278;p46"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Discuss the effectiveness of the pitches and areas for improvement.</a:t>
            </a:r>
            <a:endParaRPr sz="1100"/>
          </a:p>
        </p:txBody>
      </p:sp>
      <p:sp>
        <p:nvSpPr>
          <p:cNvPr id="279" name="Google Shape;279;p46"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280" name="Google Shape;280;p46"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Exercises</a:t>
            </a:r>
            <a:endParaRPr sz="1200">
              <a:solidFill>
                <a:schemeClr val="lt1"/>
              </a:solidFill>
              <a:latin typeface="Imbue"/>
              <a:ea typeface="Imbue"/>
              <a:cs typeface="Imbue"/>
              <a:sym typeface="Imbue"/>
            </a:endParaRPr>
          </a:p>
        </p:txBody>
      </p:sp>
      <p:sp>
        <p:nvSpPr>
          <p:cNvPr id="281" name="Google Shape;281;p46"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The Elevator Pitch</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85" name="Shape 285"/>
        <p:cNvGrpSpPr/>
        <p:nvPr/>
      </p:nvGrpSpPr>
      <p:grpSpPr>
        <a:xfrm>
          <a:off x="0" y="0"/>
          <a:ext cx="0" cy="0"/>
          <a:chOff x="0" y="0"/>
          <a:chExt cx="0" cy="0"/>
        </a:xfrm>
      </p:grpSpPr>
      <p:sp>
        <p:nvSpPr>
          <p:cNvPr id="286" name="Google Shape;286;p47" descr="detail_0"/>
          <p:cNvSpPr txBox="1"/>
          <p:nvPr>
            <p:ph type="body" idx="1"/>
          </p:nvPr>
        </p:nvSpPr>
        <p:spPr>
          <a:xfrm>
            <a:off x="2779475" y="1423025"/>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Pairs engage in a conflict situation (e.g., two friends disagreeing about a decision) and must negotiate a resolution.</a:t>
            </a:r>
            <a:endParaRPr sz="1000">
              <a:solidFill>
                <a:schemeClr val="lt1"/>
              </a:solidFill>
            </a:endParaRPr>
          </a:p>
        </p:txBody>
      </p:sp>
      <p:sp>
        <p:nvSpPr>
          <p:cNvPr id="287" name="Google Shape;287;p47" descr="header_0"/>
          <p:cNvSpPr txBox="1"/>
          <p:nvPr>
            <p:ph type="subTitle" idx="4"/>
          </p:nvPr>
        </p:nvSpPr>
        <p:spPr>
          <a:xfrm>
            <a:off x="457200" y="142302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Scenario</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288" name="Google Shape;288;p47" descr="detail_1"/>
          <p:cNvSpPr txBox="1"/>
          <p:nvPr>
            <p:ph type="body" idx="1"/>
          </p:nvPr>
        </p:nvSpPr>
        <p:spPr>
          <a:xfrm>
            <a:off x="2779475" y="229000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Develop skills in deescalation and finding common ground.</a:t>
            </a:r>
            <a:endParaRPr sz="1000">
              <a:solidFill>
                <a:schemeClr val="lt1"/>
              </a:solidFill>
            </a:endParaRPr>
          </a:p>
        </p:txBody>
      </p:sp>
      <p:sp>
        <p:nvSpPr>
          <p:cNvPr id="289" name="Google Shape;289;p47" descr="header_1"/>
          <p:cNvSpPr txBox="1"/>
          <p:nvPr>
            <p:ph type="subTitle" idx="4"/>
          </p:nvPr>
        </p:nvSpPr>
        <p:spPr>
          <a:xfrm>
            <a:off x="457200" y="2289999"/>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Objective</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290" name="Google Shape;290;p47" descr="detail_2"/>
          <p:cNvSpPr txBox="1"/>
          <p:nvPr>
            <p:ph type="body" idx="1"/>
          </p:nvPr>
        </p:nvSpPr>
        <p:spPr>
          <a:xfrm>
            <a:off x="2779475" y="315701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Disagreeing parties and a mediator who steps in if necessary.</a:t>
            </a:r>
            <a:endParaRPr sz="1000">
              <a:solidFill>
                <a:schemeClr val="lt1"/>
              </a:solidFill>
            </a:endParaRPr>
          </a:p>
        </p:txBody>
      </p:sp>
      <p:sp>
        <p:nvSpPr>
          <p:cNvPr id="291" name="Google Shape;291;p47" descr="header_2"/>
          <p:cNvSpPr txBox="1"/>
          <p:nvPr>
            <p:ph type="subTitle" idx="4"/>
          </p:nvPr>
        </p:nvSpPr>
        <p:spPr>
          <a:xfrm>
            <a:off x="457200" y="3157001"/>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Roles</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292" name="Google Shape;292;p47" descr="detail_3"/>
          <p:cNvSpPr txBox="1"/>
          <p:nvPr>
            <p:ph type="body" idx="1"/>
          </p:nvPr>
        </p:nvSpPr>
        <p:spPr>
          <a:xfrm>
            <a:off x="2779475" y="4024000"/>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Reflect on strategies used to resolve the conflict and the emotions involved.</a:t>
            </a:r>
            <a:endParaRPr sz="1000">
              <a:solidFill>
                <a:schemeClr val="lt1"/>
              </a:solidFill>
            </a:endParaRPr>
          </a:p>
        </p:txBody>
      </p:sp>
      <p:sp>
        <p:nvSpPr>
          <p:cNvPr id="293" name="Google Shape;293;p47" descr="header_3"/>
          <p:cNvSpPr txBox="1"/>
          <p:nvPr>
            <p:ph type="subTitle" idx="4"/>
          </p:nvPr>
        </p:nvSpPr>
        <p:spPr>
          <a:xfrm>
            <a:off x="457200" y="402397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Debrief</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294" name="Google Shape;294;p47"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lt1"/>
                </a:solidFill>
                <a:latin typeface="Imbue"/>
                <a:ea typeface="Imbue"/>
                <a:cs typeface="Imbue"/>
                <a:sym typeface="Imbue"/>
              </a:rPr>
              <a:t>Exercises</a:t>
            </a:r>
            <a:endParaRPr sz="1200">
              <a:solidFill>
                <a:schemeClr val="lt1"/>
              </a:solidFill>
              <a:latin typeface="Imbue"/>
              <a:ea typeface="Imbue"/>
              <a:cs typeface="Imbue"/>
              <a:sym typeface="Imbue"/>
            </a:endParaRPr>
          </a:p>
        </p:txBody>
      </p:sp>
      <p:sp>
        <p:nvSpPr>
          <p:cNvPr id="295" name="Google Shape;295;p47" descr="title"/>
          <p:cNvSpPr txBox="1"/>
          <p:nvPr>
            <p:ph type="title"/>
          </p:nvPr>
        </p:nvSpPr>
        <p:spPr>
          <a:xfrm>
            <a:off x="457200" y="563800"/>
            <a:ext cx="67386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Conflict Resolution</a:t>
            </a:r>
            <a:endParaRPr>
              <a:solidFill>
                <a:schemeClr val="lt1"/>
              </a:solidFill>
            </a:endParaRPr>
          </a:p>
        </p:txBody>
      </p:sp>
      <p:pic>
        <p:nvPicPr>
          <p:cNvPr id="296" name="Google Shape;296;p47"/>
          <p:cNvPicPr preferRelativeResize="0"/>
          <p:nvPr/>
        </p:nvPicPr>
        <p:blipFill rotWithShape="1">
          <a:blip r:embed="rId1">
            <a:alphaModFix amt="66000"/>
          </a:blip>
          <a:srcRect l="21216" t="6323" r="48607"/>
          <a:stretch>
            <a:fillRect/>
          </a:stretch>
        </p:blipFill>
        <p:spPr>
          <a:xfrm>
            <a:off x="7195850" y="0"/>
            <a:ext cx="1958052" cy="5143501"/>
          </a:xfrm>
          <a:prstGeom prst="rect">
            <a:avLst/>
          </a:prstGeom>
          <a:noFill/>
          <a:ln>
            <a:noFill/>
          </a:ln>
        </p:spPr>
      </p:pic>
      <p:grpSp>
        <p:nvGrpSpPr>
          <p:cNvPr id="297" name="Google Shape;297;p47"/>
          <p:cNvGrpSpPr/>
          <p:nvPr/>
        </p:nvGrpSpPr>
        <p:grpSpPr>
          <a:xfrm>
            <a:off x="6968200" y="111875"/>
            <a:ext cx="2057400" cy="1033200"/>
            <a:chOff x="6922975" y="1548525"/>
            <a:chExt cx="2057400" cy="1033200"/>
          </a:xfrm>
        </p:grpSpPr>
        <p:grpSp>
          <p:nvGrpSpPr>
            <p:cNvPr id="298" name="Google Shape;298;p47"/>
            <p:cNvGrpSpPr/>
            <p:nvPr/>
          </p:nvGrpSpPr>
          <p:grpSpPr>
            <a:xfrm>
              <a:off x="6922975" y="1548525"/>
              <a:ext cx="2057400" cy="1033200"/>
              <a:chOff x="6172200" y="152400"/>
              <a:chExt cx="2057400" cy="1033200"/>
            </a:xfrm>
          </p:grpSpPr>
          <p:sp>
            <p:nvSpPr>
              <p:cNvPr id="299" name="Google Shape;299;p47"/>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00" name="Google Shape;300;p4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01" name="Google Shape;301;p4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adapting the scenarios to fit specific contexts relevant to the participants for more effective practice.</a:t>
              </a:r>
              <a:endParaRPr sz="800">
                <a:latin typeface="Inter" panose="02000503000000020004"/>
                <a:ea typeface="Inter" panose="02000503000000020004"/>
                <a:cs typeface="Inter" panose="02000503000000020004"/>
                <a:sym typeface="Inter" panose="02000503000000020004"/>
              </a:endParaRPr>
            </a:p>
          </p:txBody>
        </p:sp>
        <p:pic>
          <p:nvPicPr>
            <p:cNvPr id="302" name="Google Shape;302;p47"/>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48"/>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08" name="Google Shape;308;p48"/>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309" name="Google Shape;309;p48"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Participants represent different cultures and engage in a discussion about a cultural topic (e.g., holiday traditions).</a:t>
            </a:r>
            <a:endParaRPr sz="1100"/>
          </a:p>
        </p:txBody>
      </p:sp>
      <p:sp>
        <p:nvSpPr>
          <p:cNvPr id="310" name="Google Shape;310;p48"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311" name="Google Shape;311;p48"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Each participant adopts a cultural perspective.</a:t>
            </a:r>
            <a:endParaRPr sz="1100"/>
          </a:p>
        </p:txBody>
      </p:sp>
      <p:sp>
        <p:nvSpPr>
          <p:cNvPr id="312" name="Google Shape;312;p48"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313" name="Google Shape;313;p48"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Enhance cultural awareness and communication skills.</a:t>
            </a:r>
            <a:endParaRPr sz="1100"/>
          </a:p>
        </p:txBody>
      </p:sp>
      <p:sp>
        <p:nvSpPr>
          <p:cNvPr id="314" name="Google Shape;314;p48"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315" name="Google Shape;315;p48"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Discuss what was learned about different cultures and how to communicate respectfully across cultural boundaries.</a:t>
            </a:r>
            <a:endParaRPr sz="1100"/>
          </a:p>
        </p:txBody>
      </p:sp>
      <p:sp>
        <p:nvSpPr>
          <p:cNvPr id="316" name="Google Shape;316;p48"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317" name="Google Shape;317;p48"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Role Playing</a:t>
            </a:r>
            <a:endParaRPr sz="1200">
              <a:solidFill>
                <a:schemeClr val="lt1"/>
              </a:solidFill>
              <a:latin typeface="Imbue"/>
              <a:ea typeface="Imbue"/>
              <a:cs typeface="Imbue"/>
              <a:sym typeface="Imbue"/>
            </a:endParaRPr>
          </a:p>
        </p:txBody>
      </p:sp>
      <p:sp>
        <p:nvSpPr>
          <p:cNvPr id="318" name="Google Shape;318;p48"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Cultural Exchange</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22" name="Shape 322"/>
        <p:cNvGrpSpPr/>
        <p:nvPr/>
      </p:nvGrpSpPr>
      <p:grpSpPr>
        <a:xfrm>
          <a:off x="0" y="0"/>
          <a:ext cx="0" cy="0"/>
          <a:chOff x="0" y="0"/>
          <a:chExt cx="0" cy="0"/>
        </a:xfrm>
      </p:grpSpPr>
      <p:sp>
        <p:nvSpPr>
          <p:cNvPr id="323" name="Google Shape;323;p49"/>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24" name="Google Shape;324;p49"/>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325" name="Google Shape;325;p49"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One participant plays a customer with a complaint, while the other acts as a customer service representative.</a:t>
            </a:r>
            <a:endParaRPr sz="1100"/>
          </a:p>
        </p:txBody>
      </p:sp>
      <p:sp>
        <p:nvSpPr>
          <p:cNvPr id="326" name="Google Shape;326;p49"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327" name="Google Shape;327;p49"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Customer and representative.</a:t>
            </a:r>
            <a:endParaRPr sz="1100"/>
          </a:p>
        </p:txBody>
      </p:sp>
      <p:sp>
        <p:nvSpPr>
          <p:cNvPr id="328" name="Google Shape;328;p49"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329" name="Google Shape;329;p49"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Practice handling complaints and providing solutions while maintaining a positive attitude.</a:t>
            </a:r>
            <a:endParaRPr sz="1100"/>
          </a:p>
        </p:txBody>
      </p:sp>
      <p:sp>
        <p:nvSpPr>
          <p:cNvPr id="330" name="Google Shape;330;p49"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331" name="Google Shape;331;p49"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Discuss effective techniques for managing difficult interactions.</a:t>
            </a:r>
            <a:endParaRPr sz="1100"/>
          </a:p>
        </p:txBody>
      </p:sp>
      <p:sp>
        <p:nvSpPr>
          <p:cNvPr id="332" name="Google Shape;332;p49"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333" name="Google Shape;333;p49"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Exercise</a:t>
            </a:r>
            <a:endParaRPr sz="1200">
              <a:solidFill>
                <a:schemeClr val="lt1"/>
              </a:solidFill>
              <a:latin typeface="Imbue"/>
              <a:ea typeface="Imbue"/>
              <a:cs typeface="Imbue"/>
              <a:sym typeface="Imbue"/>
            </a:endParaRPr>
          </a:p>
        </p:txBody>
      </p:sp>
      <p:sp>
        <p:nvSpPr>
          <p:cNvPr id="334" name="Google Shape;334;p49"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Customer Service Simulation</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338" name="Shape 338"/>
        <p:cNvGrpSpPr/>
        <p:nvPr/>
      </p:nvGrpSpPr>
      <p:grpSpPr>
        <a:xfrm>
          <a:off x="0" y="0"/>
          <a:ext cx="0" cy="0"/>
          <a:chOff x="0" y="0"/>
          <a:chExt cx="0" cy="0"/>
        </a:xfrm>
      </p:grpSpPr>
      <p:sp>
        <p:nvSpPr>
          <p:cNvPr id="339" name="Google Shape;339;p50" descr="detail_0"/>
          <p:cNvSpPr txBox="1"/>
          <p:nvPr>
            <p:ph type="body" idx="2"/>
          </p:nvPr>
        </p:nvSpPr>
        <p:spPr>
          <a:xfrm>
            <a:off x="457200" y="1364263"/>
            <a:ext cx="5035800" cy="32013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SzPts val="1100"/>
              <a:buChar char="•"/>
            </a:pPr>
            <a:r>
              <a:rPr lang="en-GB" sz="1100"/>
              <a:t>Set Clear Objectives: Ensure participants understand the goals of each exercise to facilitate targeted practice and meaningful outcomes.</a:t>
            </a:r>
            <a:endParaRPr sz="1100"/>
          </a:p>
          <a:p>
            <a:pPr marL="457200" lvl="0" indent="-298450" algn="l" rtl="0">
              <a:lnSpc>
                <a:spcPct val="115000"/>
              </a:lnSpc>
              <a:spcBef>
                <a:spcPts val="1000"/>
              </a:spcBef>
              <a:spcAft>
                <a:spcPts val="0"/>
              </a:spcAft>
              <a:buSzPts val="1100"/>
              <a:buChar char="•"/>
            </a:pPr>
            <a:r>
              <a:rPr lang="en-GB" sz="1100"/>
              <a:t>Create a Safe Environment: Encourage openness and trust to allow for honest practice, which is crucial for personal growth and learning.</a:t>
            </a:r>
            <a:endParaRPr sz="1100"/>
          </a:p>
          <a:p>
            <a:pPr marL="457200" lvl="0" indent="-298450" algn="l" rtl="0">
              <a:lnSpc>
                <a:spcPct val="115000"/>
              </a:lnSpc>
              <a:spcBef>
                <a:spcPts val="1000"/>
              </a:spcBef>
              <a:spcAft>
                <a:spcPts val="0"/>
              </a:spcAft>
              <a:buSzPts val="1100"/>
              <a:buChar char="•"/>
            </a:pPr>
            <a:r>
              <a:rPr lang="en-GB" sz="1100"/>
              <a:t>Provide Feedback: After each roleplay, facilitate a discussion to share insights and constructive criticism, helping participants learn from their experiences.</a:t>
            </a:r>
            <a:endParaRPr sz="1100"/>
          </a:p>
          <a:p>
            <a:pPr marL="457200" lvl="0" indent="-298450" algn="l" rtl="0">
              <a:lnSpc>
                <a:spcPct val="115000"/>
              </a:lnSpc>
              <a:spcBef>
                <a:spcPts val="1000"/>
              </a:spcBef>
              <a:spcAft>
                <a:spcPts val="1000"/>
              </a:spcAft>
              <a:buSzPts val="1100"/>
              <a:buChar char="•"/>
            </a:pPr>
            <a:r>
              <a:rPr lang="en-GB" sz="1100"/>
              <a:t>Encourage Reflection: Ask participants to reflect on what they learned and how they can apply these skills in real life situations to reinforce their learning.</a:t>
            </a:r>
            <a:endParaRPr sz="1100"/>
          </a:p>
        </p:txBody>
      </p:sp>
      <p:pic>
        <p:nvPicPr>
          <p:cNvPr id="340" name="Google Shape;340;p50"/>
          <p:cNvPicPr preferRelativeResize="0"/>
          <p:nvPr/>
        </p:nvPicPr>
        <p:blipFill>
          <a:blip r:embed="rId1">
            <a:alphaModFix amt="50000"/>
          </a:blip>
          <a:stretch>
            <a:fillRect/>
          </a:stretch>
        </p:blipFill>
        <p:spPr>
          <a:xfrm>
            <a:off x="0" y="4996750"/>
            <a:ext cx="9144003" cy="146750"/>
          </a:xfrm>
          <a:prstGeom prst="rect">
            <a:avLst/>
          </a:prstGeom>
          <a:noFill/>
          <a:ln>
            <a:noFill/>
          </a:ln>
        </p:spPr>
      </p:pic>
      <p:sp>
        <p:nvSpPr>
          <p:cNvPr id="341" name="Google Shape;341;p50" descr="title"/>
          <p:cNvSpPr txBox="1"/>
          <p:nvPr>
            <p:ph type="title"/>
          </p:nvPr>
        </p:nvSpPr>
        <p:spPr>
          <a:xfrm>
            <a:off x="457200" y="563800"/>
            <a:ext cx="77829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Implementation Tips</a:t>
            </a:r>
            <a:endParaRPr>
              <a:solidFill>
                <a:schemeClr val="dk1"/>
              </a:solidFill>
            </a:endParaRPr>
          </a:p>
        </p:txBody>
      </p:sp>
      <p:sp>
        <p:nvSpPr>
          <p:cNvPr id="342" name="Google Shape;342;p50"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Role Playing Exercises</a:t>
            </a:r>
            <a:endParaRPr sz="1200">
              <a:latin typeface="Imbue"/>
              <a:ea typeface="Imbue"/>
              <a:cs typeface="Imbue"/>
              <a:sym typeface="Imbue"/>
            </a:endParaRPr>
          </a:p>
        </p:txBody>
      </p:sp>
      <p:grpSp>
        <p:nvGrpSpPr>
          <p:cNvPr id="343" name="Google Shape;343;p50"/>
          <p:cNvGrpSpPr/>
          <p:nvPr/>
        </p:nvGrpSpPr>
        <p:grpSpPr>
          <a:xfrm>
            <a:off x="6968200" y="111875"/>
            <a:ext cx="2057400" cy="1033200"/>
            <a:chOff x="6922975" y="1548525"/>
            <a:chExt cx="2057400" cy="1033200"/>
          </a:xfrm>
        </p:grpSpPr>
        <p:grpSp>
          <p:nvGrpSpPr>
            <p:cNvPr id="344" name="Google Shape;344;p50"/>
            <p:cNvGrpSpPr/>
            <p:nvPr/>
          </p:nvGrpSpPr>
          <p:grpSpPr>
            <a:xfrm>
              <a:off x="6922975" y="1548525"/>
              <a:ext cx="2057400" cy="1033200"/>
              <a:chOff x="6172200" y="152400"/>
              <a:chExt cx="2057400" cy="1033200"/>
            </a:xfrm>
          </p:grpSpPr>
          <p:sp>
            <p:nvSpPr>
              <p:cNvPr id="345" name="Google Shape;345;p50"/>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46" name="Google Shape;346;p5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47" name="Google Shape;347;p5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Customize this slide by adding specific examples of objectives or feedback techniques that resonate with your audience's experiences.</a:t>
              </a:r>
              <a:endParaRPr sz="800">
                <a:latin typeface="Inter" panose="02000503000000020004"/>
                <a:ea typeface="Inter" panose="02000503000000020004"/>
                <a:cs typeface="Inter" panose="02000503000000020004"/>
                <a:sym typeface="Inter" panose="02000503000000020004"/>
              </a:endParaRPr>
            </a:p>
          </p:txBody>
        </p:sp>
        <p:pic>
          <p:nvPicPr>
            <p:cNvPr id="348" name="Google Shape;348;p50"/>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52" name="Shape 352"/>
        <p:cNvGrpSpPr/>
        <p:nvPr/>
      </p:nvGrpSpPr>
      <p:grpSpPr>
        <a:xfrm>
          <a:off x="0" y="0"/>
          <a:ext cx="0" cy="0"/>
          <a:chOff x="0" y="0"/>
          <a:chExt cx="0" cy="0"/>
        </a:xfrm>
      </p:grpSpPr>
      <p:sp>
        <p:nvSpPr>
          <p:cNvPr id="353" name="Google Shape;353;p51"/>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54" name="Google Shape;354;p51"/>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355" name="Google Shape;355;p51"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Create an empathy map for a character from a book, film, or a real life person.</a:t>
            </a:r>
            <a:endParaRPr sz="1100"/>
          </a:p>
        </p:txBody>
      </p:sp>
      <p:sp>
        <p:nvSpPr>
          <p:cNvPr id="356" name="Google Shape;356;p51"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Activity Description</a:t>
            </a:r>
            <a:endParaRPr sz="1400">
              <a:latin typeface="Prata" panose="00000500000000000000"/>
              <a:ea typeface="Prata" panose="00000500000000000000"/>
              <a:cs typeface="Prata" panose="00000500000000000000"/>
              <a:sym typeface="Prata" panose="00000500000000000000"/>
            </a:endParaRPr>
          </a:p>
        </p:txBody>
      </p:sp>
      <p:sp>
        <p:nvSpPr>
          <p:cNvPr id="357" name="Google Shape;357;p51"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Enhance understanding of others’ emotions and thoughts.</a:t>
            </a:r>
            <a:endParaRPr sz="1100"/>
          </a:p>
        </p:txBody>
      </p:sp>
      <p:sp>
        <p:nvSpPr>
          <p:cNvPr id="358" name="Google Shape;358;p51"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Goal</a:t>
            </a:r>
            <a:endParaRPr sz="1400">
              <a:latin typeface="Prata" panose="00000500000000000000"/>
              <a:ea typeface="Prata" panose="00000500000000000000"/>
              <a:cs typeface="Prata" panose="00000500000000000000"/>
              <a:sym typeface="Prata" panose="00000500000000000000"/>
            </a:endParaRPr>
          </a:p>
        </p:txBody>
      </p:sp>
      <p:sp>
        <p:nvSpPr>
          <p:cNvPr id="359" name="Google Shape;359;p51"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000"/>
              <a:t>Divide participants into small groups. Provide a large sheet with four quadrants labeled "What they think," "What they feel," "What they say," and "What they do." Groups fill out the map based on the character’s perspective.</a:t>
            </a:r>
            <a:endParaRPr sz="1000"/>
          </a:p>
        </p:txBody>
      </p:sp>
      <p:sp>
        <p:nvSpPr>
          <p:cNvPr id="360" name="Google Shape;360;p51"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Instructions</a:t>
            </a:r>
            <a:endParaRPr sz="1400">
              <a:latin typeface="Prata" panose="00000500000000000000"/>
              <a:ea typeface="Prata" panose="00000500000000000000"/>
              <a:cs typeface="Prata" panose="00000500000000000000"/>
              <a:sym typeface="Prata" panose="00000500000000000000"/>
            </a:endParaRPr>
          </a:p>
        </p:txBody>
      </p:sp>
      <p:sp>
        <p:nvSpPr>
          <p:cNvPr id="361" name="Google Shape;361;p51"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Discuss insights gained from the empathy mapping process and how it can apply to real-life interactions.</a:t>
            </a:r>
            <a:endParaRPr sz="1100"/>
          </a:p>
        </p:txBody>
      </p:sp>
      <p:sp>
        <p:nvSpPr>
          <p:cNvPr id="362" name="Google Shape;362;p51"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363" name="Google Shape;363;p51"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Activities</a:t>
            </a:r>
            <a:endParaRPr sz="1200">
              <a:solidFill>
                <a:schemeClr val="lt1"/>
              </a:solidFill>
              <a:latin typeface="Imbue"/>
              <a:ea typeface="Imbue"/>
              <a:cs typeface="Imbue"/>
              <a:sym typeface="Imbue"/>
            </a:endParaRPr>
          </a:p>
        </p:txBody>
      </p:sp>
      <p:sp>
        <p:nvSpPr>
          <p:cNvPr id="364" name="Google Shape;364;p51"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Empathy Mapping</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sp>
        <p:nvSpPr>
          <p:cNvPr id="369" name="Google Shape;369;p52"/>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370" name="Google Shape;370;p52"/>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371" name="Google Shape;371;p52"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Pair participants and take turns sharing personal stories. One person speaks for two minutes while the other listens without interruption.</a:t>
            </a:r>
            <a:endParaRPr sz="1100"/>
          </a:p>
        </p:txBody>
      </p:sp>
      <p:sp>
        <p:nvSpPr>
          <p:cNvPr id="372" name="Google Shape;372;p52"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Scenario</a:t>
            </a:r>
            <a:endParaRPr sz="1400">
              <a:latin typeface="Prata" panose="00000500000000000000"/>
              <a:ea typeface="Prata" panose="00000500000000000000"/>
              <a:cs typeface="Prata" panose="00000500000000000000"/>
              <a:sym typeface="Prata" panose="00000500000000000000"/>
            </a:endParaRPr>
          </a:p>
        </p:txBody>
      </p:sp>
      <p:sp>
        <p:nvSpPr>
          <p:cNvPr id="373" name="Google Shape;373;p52"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One participant is the speaker, sharing their story, while the other is the listener, focusing on engagement.</a:t>
            </a:r>
            <a:endParaRPr sz="1100"/>
          </a:p>
        </p:txBody>
      </p:sp>
      <p:sp>
        <p:nvSpPr>
          <p:cNvPr id="374" name="Google Shape;374;p52"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Roles</a:t>
            </a:r>
            <a:endParaRPr sz="1400">
              <a:latin typeface="Prata" panose="00000500000000000000"/>
              <a:ea typeface="Prata" panose="00000500000000000000"/>
              <a:cs typeface="Prata" panose="00000500000000000000"/>
              <a:sym typeface="Prata" panose="00000500000000000000"/>
            </a:endParaRPr>
          </a:p>
        </p:txBody>
      </p:sp>
      <p:sp>
        <p:nvSpPr>
          <p:cNvPr id="375" name="Google Shape;375;p52"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Practice active listening and validation of feelings.</a:t>
            </a:r>
            <a:endParaRPr sz="1100"/>
          </a:p>
        </p:txBody>
      </p:sp>
      <p:sp>
        <p:nvSpPr>
          <p:cNvPr id="376" name="Google Shape;376;p52"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Objective</a:t>
            </a:r>
            <a:endParaRPr sz="1400">
              <a:latin typeface="Prata" panose="00000500000000000000"/>
              <a:ea typeface="Prata" panose="00000500000000000000"/>
              <a:cs typeface="Prata" panose="00000500000000000000"/>
              <a:sym typeface="Prata" panose="00000500000000000000"/>
            </a:endParaRPr>
          </a:p>
        </p:txBody>
      </p:sp>
      <p:sp>
        <p:nvSpPr>
          <p:cNvPr id="377" name="Google Shape;377;p52"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The listener summarizes what they heard before switching roles. Reflect on the experience of sharing and listening.</a:t>
            </a:r>
            <a:endParaRPr sz="1100"/>
          </a:p>
        </p:txBody>
      </p:sp>
      <p:sp>
        <p:nvSpPr>
          <p:cNvPr id="378" name="Google Shape;378;p52"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379" name="Google Shape;379;p52"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Exercise</a:t>
            </a:r>
            <a:endParaRPr sz="1200">
              <a:solidFill>
                <a:schemeClr val="lt1"/>
              </a:solidFill>
              <a:latin typeface="Imbue"/>
              <a:ea typeface="Imbue"/>
              <a:cs typeface="Imbue"/>
              <a:sym typeface="Imbue"/>
            </a:endParaRPr>
          </a:p>
        </p:txBody>
      </p:sp>
      <p:sp>
        <p:nvSpPr>
          <p:cNvPr id="380" name="Google Shape;380;p52"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Active Listening Pairs</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84" name="Shape 384"/>
        <p:cNvGrpSpPr/>
        <p:nvPr/>
      </p:nvGrpSpPr>
      <p:grpSpPr>
        <a:xfrm>
          <a:off x="0" y="0"/>
          <a:ext cx="0" cy="0"/>
          <a:chOff x="0" y="0"/>
          <a:chExt cx="0" cy="0"/>
        </a:xfrm>
      </p:grpSpPr>
      <p:sp>
        <p:nvSpPr>
          <p:cNvPr id="385" name="Google Shape;385;p53" descr="detail_0"/>
          <p:cNvSpPr txBox="1"/>
          <p:nvPr>
            <p:ph type="body" idx="2"/>
          </p:nvPr>
        </p:nvSpPr>
        <p:spPr>
          <a:xfrm>
            <a:off x="4572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Participants enact scenarios where they must switch roles, such as teacher and student or manager and employee.</a:t>
            </a:r>
            <a:endParaRPr sz="1200"/>
          </a:p>
        </p:txBody>
      </p:sp>
      <p:sp>
        <p:nvSpPr>
          <p:cNvPr id="386" name="Google Shape;386;p53" descr="header_0"/>
          <p:cNvSpPr txBox="1"/>
          <p:nvPr>
            <p:ph type="subTitle" idx="1"/>
          </p:nvPr>
        </p:nvSpPr>
        <p:spPr>
          <a:xfrm>
            <a:off x="457200"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Activity Overview</a:t>
            </a:r>
            <a:endParaRPr sz="1600">
              <a:latin typeface="Prata" panose="00000500000000000000"/>
              <a:ea typeface="Prata" panose="00000500000000000000"/>
              <a:cs typeface="Prata" panose="00000500000000000000"/>
              <a:sym typeface="Prata" panose="00000500000000000000"/>
            </a:endParaRPr>
          </a:p>
        </p:txBody>
      </p:sp>
      <p:sp>
        <p:nvSpPr>
          <p:cNvPr id="387" name="Google Shape;387;p53" descr="detail_1"/>
          <p:cNvSpPr txBox="1"/>
          <p:nvPr>
            <p:ph type="body" idx="2"/>
          </p:nvPr>
        </p:nvSpPr>
        <p:spPr>
          <a:xfrm>
            <a:off x="45720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Provide scenarios involving conflict or differing viewpoints. Participants role-play both sides of the conversation, discussing relevant topics.</a:t>
            </a:r>
            <a:endParaRPr sz="1200"/>
          </a:p>
        </p:txBody>
      </p:sp>
      <p:sp>
        <p:nvSpPr>
          <p:cNvPr id="388" name="Google Shape;388;p53" descr="header_1"/>
          <p:cNvSpPr txBox="1"/>
          <p:nvPr>
            <p:ph type="subTitle" idx="1"/>
          </p:nvPr>
        </p:nvSpPr>
        <p:spPr>
          <a:xfrm>
            <a:off x="4572002"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Instructions</a:t>
            </a:r>
            <a:endParaRPr sz="1600">
              <a:latin typeface="Prata" panose="00000500000000000000"/>
              <a:ea typeface="Prata" panose="00000500000000000000"/>
              <a:cs typeface="Prata" panose="00000500000000000000"/>
              <a:sym typeface="Prata" panose="00000500000000000000"/>
            </a:endParaRPr>
          </a:p>
        </p:txBody>
      </p:sp>
      <p:sp>
        <p:nvSpPr>
          <p:cNvPr id="389" name="Google Shape;389;p53" descr="detail_2"/>
          <p:cNvSpPr txBox="1"/>
          <p:nvPr>
            <p:ph type="body" idx="2"/>
          </p:nvPr>
        </p:nvSpPr>
        <p:spPr>
          <a:xfrm>
            <a:off x="4572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Foster empathy by understanding different perspectives, enhancing communication skills.</a:t>
            </a:r>
            <a:endParaRPr sz="1200"/>
          </a:p>
        </p:txBody>
      </p:sp>
      <p:sp>
        <p:nvSpPr>
          <p:cNvPr id="390" name="Google Shape;390;p53" descr="header_2"/>
          <p:cNvSpPr txBox="1"/>
          <p:nvPr>
            <p:ph type="subTitle" idx="1"/>
          </p:nvPr>
        </p:nvSpPr>
        <p:spPr>
          <a:xfrm>
            <a:off x="457200"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Goal</a:t>
            </a:r>
            <a:endParaRPr sz="1600">
              <a:latin typeface="Prata" panose="00000500000000000000"/>
              <a:ea typeface="Prata" panose="00000500000000000000"/>
              <a:cs typeface="Prata" panose="00000500000000000000"/>
              <a:sym typeface="Prata" panose="00000500000000000000"/>
            </a:endParaRPr>
          </a:p>
        </p:txBody>
      </p:sp>
      <p:sp>
        <p:nvSpPr>
          <p:cNvPr id="391" name="Google Shape;391;p53" descr="detail_3"/>
          <p:cNvSpPr txBox="1"/>
          <p:nvPr>
            <p:ph type="body" idx="2"/>
          </p:nvPr>
        </p:nvSpPr>
        <p:spPr>
          <a:xfrm>
            <a:off x="45720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Discuss insights gained from seeing the situation from another perspective and how it impacted their understanding.</a:t>
            </a:r>
            <a:endParaRPr sz="1200"/>
          </a:p>
        </p:txBody>
      </p:sp>
      <p:sp>
        <p:nvSpPr>
          <p:cNvPr id="392" name="Google Shape;392;p53" descr="header_3"/>
          <p:cNvSpPr txBox="1"/>
          <p:nvPr>
            <p:ph type="subTitle" idx="1"/>
          </p:nvPr>
        </p:nvSpPr>
        <p:spPr>
          <a:xfrm>
            <a:off x="4572001"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Debrief</a:t>
            </a:r>
            <a:endParaRPr sz="1600">
              <a:latin typeface="Prata" panose="00000500000000000000"/>
              <a:ea typeface="Prata" panose="00000500000000000000"/>
              <a:cs typeface="Prata" panose="00000500000000000000"/>
              <a:sym typeface="Prata" panose="00000500000000000000"/>
            </a:endParaRPr>
          </a:p>
        </p:txBody>
      </p:sp>
      <p:sp>
        <p:nvSpPr>
          <p:cNvPr id="393" name="Google Shape;393;p53"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Role Play</a:t>
            </a:r>
            <a:endParaRPr sz="1200">
              <a:latin typeface="Imbue"/>
              <a:ea typeface="Imbue"/>
              <a:cs typeface="Imbue"/>
              <a:sym typeface="Imbue"/>
            </a:endParaRPr>
          </a:p>
        </p:txBody>
      </p:sp>
      <p:sp>
        <p:nvSpPr>
          <p:cNvPr id="394" name="Google Shape;394;p53"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Role Reversal Scenarios</a:t>
            </a:r>
            <a:endParaRPr>
              <a:solidFill>
                <a:schemeClr val="dk1"/>
              </a:solidFill>
            </a:endParaRPr>
          </a:p>
        </p:txBody>
      </p:sp>
      <p:pic>
        <p:nvPicPr>
          <p:cNvPr id="395" name="Google Shape;395;p53"/>
          <p:cNvPicPr preferRelativeResize="0"/>
          <p:nvPr/>
        </p:nvPicPr>
        <p:blipFill rotWithShape="1">
          <a:blip r:embed="rId1">
            <a:alphaModFix amt="80000"/>
          </a:blip>
          <a:srcRect t="20358" b="20358"/>
          <a:stretch>
            <a:fillRect/>
          </a:stretch>
        </p:blipFill>
        <p:spPr>
          <a:xfrm>
            <a:off x="0" y="4996750"/>
            <a:ext cx="9144003" cy="146750"/>
          </a:xfrm>
          <a:prstGeom prst="rect">
            <a:avLst/>
          </a:prstGeom>
          <a:noFill/>
          <a:ln>
            <a:noFill/>
          </a:ln>
        </p:spPr>
      </p:pic>
      <p:grpSp>
        <p:nvGrpSpPr>
          <p:cNvPr id="396" name="Google Shape;396;p53"/>
          <p:cNvGrpSpPr/>
          <p:nvPr/>
        </p:nvGrpSpPr>
        <p:grpSpPr>
          <a:xfrm>
            <a:off x="6968200" y="111875"/>
            <a:ext cx="2057400" cy="1033200"/>
            <a:chOff x="6922975" y="1548525"/>
            <a:chExt cx="2057400" cy="1033200"/>
          </a:xfrm>
        </p:grpSpPr>
        <p:grpSp>
          <p:nvGrpSpPr>
            <p:cNvPr id="397" name="Google Shape;397;p53"/>
            <p:cNvGrpSpPr/>
            <p:nvPr/>
          </p:nvGrpSpPr>
          <p:grpSpPr>
            <a:xfrm>
              <a:off x="6922975" y="1548525"/>
              <a:ext cx="2057400" cy="1033200"/>
              <a:chOff x="6172200" y="152400"/>
              <a:chExt cx="2057400" cy="1033200"/>
            </a:xfrm>
          </p:grpSpPr>
          <p:sp>
            <p:nvSpPr>
              <p:cNvPr id="398" name="Google Shape;398;p53"/>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99" name="Google Shape;399;p53"/>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00" name="Google Shape;400;p53"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adapting scenarios to fit the specific context of your group, ensuring relevance and engagement.</a:t>
              </a:r>
              <a:endParaRPr sz="800">
                <a:latin typeface="Inter" panose="02000503000000020004"/>
                <a:ea typeface="Inter" panose="02000503000000020004"/>
                <a:cs typeface="Inter" panose="02000503000000020004"/>
                <a:sym typeface="Inter" panose="02000503000000020004"/>
              </a:endParaRPr>
            </a:p>
          </p:txBody>
        </p:sp>
        <p:pic>
          <p:nvPicPr>
            <p:cNvPr id="401" name="Google Shape;401;p53"/>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405" name="Shape 405"/>
        <p:cNvGrpSpPr/>
        <p:nvPr/>
      </p:nvGrpSpPr>
      <p:grpSpPr>
        <a:xfrm>
          <a:off x="0" y="0"/>
          <a:ext cx="0" cy="0"/>
          <a:chOff x="0" y="0"/>
          <a:chExt cx="0" cy="0"/>
        </a:xfrm>
      </p:grpSpPr>
      <p:sp>
        <p:nvSpPr>
          <p:cNvPr id="406" name="Google Shape;406;p54" descr="detail_0"/>
          <p:cNvSpPr txBox="1"/>
          <p:nvPr>
            <p:ph type="body" idx="1"/>
          </p:nvPr>
        </p:nvSpPr>
        <p:spPr>
          <a:xfrm>
            <a:off x="2779475" y="1423025"/>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A twist on traditional charades, focusing on emotions.</a:t>
            </a:r>
            <a:endParaRPr sz="1000">
              <a:solidFill>
                <a:schemeClr val="lt1"/>
              </a:solidFill>
            </a:endParaRPr>
          </a:p>
        </p:txBody>
      </p:sp>
      <p:sp>
        <p:nvSpPr>
          <p:cNvPr id="407" name="Google Shape;407;p54" descr="header_0"/>
          <p:cNvSpPr txBox="1"/>
          <p:nvPr>
            <p:ph type="subTitle" idx="4"/>
          </p:nvPr>
        </p:nvSpPr>
        <p:spPr>
          <a:xfrm>
            <a:off x="457200" y="142302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Activity Overview</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08" name="Google Shape;408;p54" descr="detail_1"/>
          <p:cNvSpPr txBox="1"/>
          <p:nvPr>
            <p:ph type="body" idx="1"/>
          </p:nvPr>
        </p:nvSpPr>
        <p:spPr>
          <a:xfrm>
            <a:off x="2779475" y="229000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Participants take turns acting out different emotions without using words while others guess the emotion.</a:t>
            </a:r>
            <a:endParaRPr sz="1000">
              <a:solidFill>
                <a:schemeClr val="lt1"/>
              </a:solidFill>
            </a:endParaRPr>
          </a:p>
        </p:txBody>
      </p:sp>
      <p:sp>
        <p:nvSpPr>
          <p:cNvPr id="409" name="Google Shape;409;p54" descr="header_1"/>
          <p:cNvSpPr txBox="1"/>
          <p:nvPr>
            <p:ph type="subTitle" idx="4"/>
          </p:nvPr>
        </p:nvSpPr>
        <p:spPr>
          <a:xfrm>
            <a:off x="457200" y="2289999"/>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Instructions</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10" name="Google Shape;410;p54" descr="detail_2"/>
          <p:cNvSpPr txBox="1"/>
          <p:nvPr>
            <p:ph type="body" idx="1"/>
          </p:nvPr>
        </p:nvSpPr>
        <p:spPr>
          <a:xfrm>
            <a:off x="2779475" y="315701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Increase awareness of nonverbal cues related to emotions.</a:t>
            </a:r>
            <a:endParaRPr sz="1000">
              <a:solidFill>
                <a:schemeClr val="lt1"/>
              </a:solidFill>
            </a:endParaRPr>
          </a:p>
        </p:txBody>
      </p:sp>
      <p:sp>
        <p:nvSpPr>
          <p:cNvPr id="411" name="Google Shape;411;p54" descr="header_2"/>
          <p:cNvSpPr txBox="1"/>
          <p:nvPr>
            <p:ph type="subTitle" idx="4"/>
          </p:nvPr>
        </p:nvSpPr>
        <p:spPr>
          <a:xfrm>
            <a:off x="457200" y="3157001"/>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Goal</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12" name="Google Shape;412;p54" descr="detail_3"/>
          <p:cNvSpPr txBox="1"/>
          <p:nvPr>
            <p:ph type="body" idx="1"/>
          </p:nvPr>
        </p:nvSpPr>
        <p:spPr>
          <a:xfrm>
            <a:off x="2779475" y="4024000"/>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Discuss what body language and expressions conveyed those feelings.</a:t>
            </a:r>
            <a:endParaRPr sz="1000">
              <a:solidFill>
                <a:schemeClr val="lt1"/>
              </a:solidFill>
            </a:endParaRPr>
          </a:p>
        </p:txBody>
      </p:sp>
      <p:sp>
        <p:nvSpPr>
          <p:cNvPr id="413" name="Google Shape;413;p54" descr="header_3"/>
          <p:cNvSpPr txBox="1"/>
          <p:nvPr>
            <p:ph type="subTitle" idx="4"/>
          </p:nvPr>
        </p:nvSpPr>
        <p:spPr>
          <a:xfrm>
            <a:off x="457200" y="402397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Discussion Points</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14" name="Google Shape;414;p54"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lt1"/>
                </a:solidFill>
                <a:latin typeface="Imbue"/>
                <a:ea typeface="Imbue"/>
                <a:cs typeface="Imbue"/>
                <a:sym typeface="Imbue"/>
              </a:rPr>
              <a:t>Activities</a:t>
            </a:r>
            <a:endParaRPr sz="1200">
              <a:solidFill>
                <a:schemeClr val="lt1"/>
              </a:solidFill>
              <a:latin typeface="Imbue"/>
              <a:ea typeface="Imbue"/>
              <a:cs typeface="Imbue"/>
              <a:sym typeface="Imbue"/>
            </a:endParaRPr>
          </a:p>
        </p:txBody>
      </p:sp>
      <p:sp>
        <p:nvSpPr>
          <p:cNvPr id="415" name="Google Shape;415;p54" descr="title"/>
          <p:cNvSpPr txBox="1"/>
          <p:nvPr>
            <p:ph type="title"/>
          </p:nvPr>
        </p:nvSpPr>
        <p:spPr>
          <a:xfrm>
            <a:off x="457200" y="563800"/>
            <a:ext cx="67386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The "Feelings" Charades</a:t>
            </a:r>
            <a:endParaRPr>
              <a:solidFill>
                <a:schemeClr val="lt1"/>
              </a:solidFill>
            </a:endParaRPr>
          </a:p>
        </p:txBody>
      </p:sp>
      <p:pic>
        <p:nvPicPr>
          <p:cNvPr id="416" name="Google Shape;416;p54"/>
          <p:cNvPicPr preferRelativeResize="0"/>
          <p:nvPr/>
        </p:nvPicPr>
        <p:blipFill rotWithShape="1">
          <a:blip r:embed="rId1">
            <a:alphaModFix amt="66000"/>
          </a:blip>
          <a:srcRect l="21216" t="6323" r="48607"/>
          <a:stretch>
            <a:fillRect/>
          </a:stretch>
        </p:blipFill>
        <p:spPr>
          <a:xfrm>
            <a:off x="7195850" y="0"/>
            <a:ext cx="1958052" cy="5143501"/>
          </a:xfrm>
          <a:prstGeom prst="rect">
            <a:avLst/>
          </a:prstGeom>
          <a:noFill/>
          <a:ln>
            <a:noFill/>
          </a:ln>
        </p:spPr>
      </p:pic>
      <p:grpSp>
        <p:nvGrpSpPr>
          <p:cNvPr id="417" name="Google Shape;417;p54"/>
          <p:cNvGrpSpPr/>
          <p:nvPr/>
        </p:nvGrpSpPr>
        <p:grpSpPr>
          <a:xfrm>
            <a:off x="6968200" y="111875"/>
            <a:ext cx="2057400" cy="1033200"/>
            <a:chOff x="6922975" y="1548525"/>
            <a:chExt cx="2057400" cy="1033200"/>
          </a:xfrm>
        </p:grpSpPr>
        <p:grpSp>
          <p:nvGrpSpPr>
            <p:cNvPr id="418" name="Google Shape;418;p54"/>
            <p:cNvGrpSpPr/>
            <p:nvPr/>
          </p:nvGrpSpPr>
          <p:grpSpPr>
            <a:xfrm>
              <a:off x="6922975" y="1548525"/>
              <a:ext cx="2057400" cy="1033200"/>
              <a:chOff x="6172200" y="152400"/>
              <a:chExt cx="2057400" cy="1033200"/>
            </a:xfrm>
          </p:grpSpPr>
          <p:sp>
            <p:nvSpPr>
              <p:cNvPr id="419" name="Google Shape;419;p54"/>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20" name="Google Shape;420;p5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21" name="Google Shape;421;p5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Customize the emotions used in the charades to fit the age group or context of your participants.</a:t>
              </a:r>
              <a:endParaRPr sz="800">
                <a:latin typeface="Inter" panose="02000503000000020004"/>
                <a:ea typeface="Inter" panose="02000503000000020004"/>
                <a:cs typeface="Inter" panose="02000503000000020004"/>
                <a:sym typeface="Inter" panose="02000503000000020004"/>
              </a:endParaRPr>
            </a:p>
          </p:txBody>
        </p:sp>
        <p:pic>
          <p:nvPicPr>
            <p:cNvPr id="422" name="Google Shape;422;p54"/>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426" name="Shape 426"/>
        <p:cNvGrpSpPr/>
        <p:nvPr/>
      </p:nvGrpSpPr>
      <p:grpSpPr>
        <a:xfrm>
          <a:off x="0" y="0"/>
          <a:ext cx="0" cy="0"/>
          <a:chOff x="0" y="0"/>
          <a:chExt cx="0" cy="0"/>
        </a:xfrm>
      </p:grpSpPr>
      <p:sp>
        <p:nvSpPr>
          <p:cNvPr id="427" name="Google Shape;427;p55" descr="detail_0"/>
          <p:cNvSpPr txBox="1"/>
          <p:nvPr>
            <p:ph type="body" idx="1"/>
          </p:nvPr>
        </p:nvSpPr>
        <p:spPr>
          <a:xfrm>
            <a:off x="2779475" y="1423025"/>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Engage in a group discussion using open-ended questions.</a:t>
            </a:r>
            <a:endParaRPr sz="1000">
              <a:solidFill>
                <a:schemeClr val="lt1"/>
              </a:solidFill>
            </a:endParaRPr>
          </a:p>
        </p:txBody>
      </p:sp>
      <p:sp>
        <p:nvSpPr>
          <p:cNvPr id="428" name="Google Shape;428;p55" descr="header_0"/>
          <p:cNvSpPr txBox="1"/>
          <p:nvPr>
            <p:ph type="subTitle" idx="4"/>
          </p:nvPr>
        </p:nvSpPr>
        <p:spPr>
          <a:xfrm>
            <a:off x="457200" y="142302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Activity Overview</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29" name="Google Shape;429;p55" descr="detail_1"/>
          <p:cNvSpPr txBox="1"/>
          <p:nvPr>
            <p:ph type="body" idx="1"/>
          </p:nvPr>
        </p:nvSpPr>
        <p:spPr>
          <a:xfrm>
            <a:off x="2779475" y="229000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Sit in a circle and take turns asking and answering questions that prompt deeper thinking (e.g., "What is a time you felt misunderstood?").</a:t>
            </a:r>
            <a:endParaRPr sz="1000">
              <a:solidFill>
                <a:schemeClr val="lt1"/>
              </a:solidFill>
            </a:endParaRPr>
          </a:p>
        </p:txBody>
      </p:sp>
      <p:sp>
        <p:nvSpPr>
          <p:cNvPr id="430" name="Google Shape;430;p55" descr="header_1"/>
          <p:cNvSpPr txBox="1"/>
          <p:nvPr>
            <p:ph type="subTitle" idx="4"/>
          </p:nvPr>
        </p:nvSpPr>
        <p:spPr>
          <a:xfrm>
            <a:off x="457200" y="2289999"/>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Instructions</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31" name="Google Shape;431;p55" descr="detail_2"/>
          <p:cNvSpPr txBox="1"/>
          <p:nvPr>
            <p:ph type="body" idx="1"/>
          </p:nvPr>
        </p:nvSpPr>
        <p:spPr>
          <a:xfrm>
            <a:off x="2779475" y="315701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Encourage sharing and active listening while building empathy through personal stories.</a:t>
            </a:r>
            <a:endParaRPr sz="1000">
              <a:solidFill>
                <a:schemeClr val="lt1"/>
              </a:solidFill>
            </a:endParaRPr>
          </a:p>
        </p:txBody>
      </p:sp>
      <p:sp>
        <p:nvSpPr>
          <p:cNvPr id="432" name="Google Shape;432;p55" descr="header_2"/>
          <p:cNvSpPr txBox="1"/>
          <p:nvPr>
            <p:ph type="subTitle" idx="4"/>
          </p:nvPr>
        </p:nvSpPr>
        <p:spPr>
          <a:xfrm>
            <a:off x="457200" y="3157001"/>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Goal</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33" name="Google Shape;433;p55" descr="detail_3"/>
          <p:cNvSpPr txBox="1"/>
          <p:nvPr>
            <p:ph type="body" idx="1"/>
          </p:nvPr>
        </p:nvSpPr>
        <p:spPr>
          <a:xfrm>
            <a:off x="2779475" y="4024000"/>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Facilitate a discussion on the insights gained during the activity and how it can enhance communication.</a:t>
            </a:r>
            <a:endParaRPr sz="1000">
              <a:solidFill>
                <a:schemeClr val="lt1"/>
              </a:solidFill>
            </a:endParaRPr>
          </a:p>
        </p:txBody>
      </p:sp>
      <p:sp>
        <p:nvSpPr>
          <p:cNvPr id="434" name="Google Shape;434;p55" descr="header_3"/>
          <p:cNvSpPr txBox="1"/>
          <p:nvPr>
            <p:ph type="subTitle" idx="4"/>
          </p:nvPr>
        </p:nvSpPr>
        <p:spPr>
          <a:xfrm>
            <a:off x="457200" y="402397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Debrief</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35" name="Google Shape;435;p55"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lt1"/>
                </a:solidFill>
                <a:latin typeface="Imbue"/>
                <a:ea typeface="Imbue"/>
                <a:cs typeface="Imbue"/>
                <a:sym typeface="Imbue"/>
              </a:rPr>
              <a:t>Activity</a:t>
            </a:r>
            <a:endParaRPr sz="1200">
              <a:solidFill>
                <a:schemeClr val="lt1"/>
              </a:solidFill>
              <a:latin typeface="Imbue"/>
              <a:ea typeface="Imbue"/>
              <a:cs typeface="Imbue"/>
              <a:sym typeface="Imbue"/>
            </a:endParaRPr>
          </a:p>
        </p:txBody>
      </p:sp>
      <p:sp>
        <p:nvSpPr>
          <p:cNvPr id="436" name="Google Shape;436;p55" descr="title"/>
          <p:cNvSpPr txBox="1"/>
          <p:nvPr>
            <p:ph type="title"/>
          </p:nvPr>
        </p:nvSpPr>
        <p:spPr>
          <a:xfrm>
            <a:off x="457200" y="563800"/>
            <a:ext cx="67386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Circle of Questions</a:t>
            </a:r>
            <a:endParaRPr>
              <a:solidFill>
                <a:schemeClr val="lt1"/>
              </a:solidFill>
            </a:endParaRPr>
          </a:p>
        </p:txBody>
      </p:sp>
      <p:pic>
        <p:nvPicPr>
          <p:cNvPr id="437" name="Google Shape;437;p55"/>
          <p:cNvPicPr preferRelativeResize="0"/>
          <p:nvPr/>
        </p:nvPicPr>
        <p:blipFill rotWithShape="1">
          <a:blip r:embed="rId1">
            <a:alphaModFix amt="66000"/>
          </a:blip>
          <a:srcRect l="21216" t="6323" r="48607"/>
          <a:stretch>
            <a:fillRect/>
          </a:stretch>
        </p:blipFill>
        <p:spPr>
          <a:xfrm>
            <a:off x="7195850" y="0"/>
            <a:ext cx="1958052" cy="5143501"/>
          </a:xfrm>
          <a:prstGeom prst="rect">
            <a:avLst/>
          </a:prstGeom>
          <a:noFill/>
          <a:ln>
            <a:noFill/>
          </a:ln>
        </p:spPr>
      </p:pic>
      <p:grpSp>
        <p:nvGrpSpPr>
          <p:cNvPr id="438" name="Google Shape;438;p55"/>
          <p:cNvGrpSpPr/>
          <p:nvPr/>
        </p:nvGrpSpPr>
        <p:grpSpPr>
          <a:xfrm>
            <a:off x="6968200" y="111875"/>
            <a:ext cx="2057400" cy="1033200"/>
            <a:chOff x="6922975" y="1548525"/>
            <a:chExt cx="2057400" cy="1033200"/>
          </a:xfrm>
        </p:grpSpPr>
        <p:grpSp>
          <p:nvGrpSpPr>
            <p:cNvPr id="439" name="Google Shape;439;p55"/>
            <p:cNvGrpSpPr/>
            <p:nvPr/>
          </p:nvGrpSpPr>
          <p:grpSpPr>
            <a:xfrm>
              <a:off x="6922975" y="1548525"/>
              <a:ext cx="2057400" cy="1033200"/>
              <a:chOff x="6172200" y="152400"/>
              <a:chExt cx="2057400" cy="1033200"/>
            </a:xfrm>
          </p:grpSpPr>
          <p:sp>
            <p:nvSpPr>
              <p:cNvPr id="440" name="Google Shape;440;p55"/>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41" name="Google Shape;441;p5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42" name="Google Shape;442;p5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Customize the questions to fit the interests and backgrounds of your participants for deeper engagement.</a:t>
              </a:r>
              <a:endParaRPr sz="800">
                <a:latin typeface="Inter" panose="02000503000000020004"/>
                <a:ea typeface="Inter" panose="02000503000000020004"/>
                <a:cs typeface="Inter" panose="02000503000000020004"/>
                <a:sym typeface="Inter" panose="02000503000000020004"/>
              </a:endParaRPr>
            </a:p>
          </p:txBody>
        </p:sp>
        <p:pic>
          <p:nvPicPr>
            <p:cNvPr id="443" name="Google Shape;443;p55"/>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47" name="Shape 447"/>
        <p:cNvGrpSpPr/>
        <p:nvPr/>
      </p:nvGrpSpPr>
      <p:grpSpPr>
        <a:xfrm>
          <a:off x="0" y="0"/>
          <a:ext cx="0" cy="0"/>
          <a:chOff x="0" y="0"/>
          <a:chExt cx="0" cy="0"/>
        </a:xfrm>
      </p:grpSpPr>
      <p:sp>
        <p:nvSpPr>
          <p:cNvPr id="448" name="Google Shape;448;p56"/>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449" name="Google Shape;449;p56"/>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450" name="Google Shape;450;p56"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Participants pair up and share a meaningful experience for three minutes while the other listens.</a:t>
            </a:r>
            <a:endParaRPr sz="1100"/>
          </a:p>
        </p:txBody>
      </p:sp>
      <p:sp>
        <p:nvSpPr>
          <p:cNvPr id="451" name="Google Shape;451;p56"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Activity Overview</a:t>
            </a:r>
            <a:endParaRPr sz="1400">
              <a:latin typeface="Prata" panose="00000500000000000000"/>
              <a:ea typeface="Prata" panose="00000500000000000000"/>
              <a:cs typeface="Prata" panose="00000500000000000000"/>
              <a:sym typeface="Prata" panose="00000500000000000000"/>
            </a:endParaRPr>
          </a:p>
        </p:txBody>
      </p:sp>
      <p:sp>
        <p:nvSpPr>
          <p:cNvPr id="452" name="Google Shape;452;p56"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Develop active listening skills and foster empathy by hearing diverse experiences.</a:t>
            </a:r>
            <a:endParaRPr sz="1100"/>
          </a:p>
        </p:txBody>
      </p:sp>
      <p:sp>
        <p:nvSpPr>
          <p:cNvPr id="453" name="Google Shape;453;p56"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Goal</a:t>
            </a:r>
            <a:endParaRPr sz="1400">
              <a:latin typeface="Prata" panose="00000500000000000000"/>
              <a:ea typeface="Prata" panose="00000500000000000000"/>
              <a:cs typeface="Prata" panose="00000500000000000000"/>
              <a:sym typeface="Prata" panose="00000500000000000000"/>
            </a:endParaRPr>
          </a:p>
        </p:txBody>
      </p:sp>
      <p:sp>
        <p:nvSpPr>
          <p:cNvPr id="454" name="Google Shape;454;p56"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One person speaks for two minutes while the other listens without interruption. Afterward, the listener retells their partner's story to the group.</a:t>
            </a:r>
            <a:endParaRPr sz="1100"/>
          </a:p>
        </p:txBody>
      </p:sp>
      <p:sp>
        <p:nvSpPr>
          <p:cNvPr id="455" name="Google Shape;455;p56"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Instructions</a:t>
            </a:r>
            <a:endParaRPr sz="1400">
              <a:latin typeface="Prata" panose="00000500000000000000"/>
              <a:ea typeface="Prata" panose="00000500000000000000"/>
              <a:cs typeface="Prata" panose="00000500000000000000"/>
              <a:sym typeface="Prata" panose="00000500000000000000"/>
            </a:endParaRPr>
          </a:p>
        </p:txBody>
      </p:sp>
      <p:sp>
        <p:nvSpPr>
          <p:cNvPr id="456" name="Google Shape;456;p56"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Facilitate a discussion on what participants learned from each other's stories and how it affected their understanding.</a:t>
            </a:r>
            <a:endParaRPr sz="1100"/>
          </a:p>
        </p:txBody>
      </p:sp>
      <p:sp>
        <p:nvSpPr>
          <p:cNvPr id="457" name="Google Shape;457;p56"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a:t>
            </a:r>
            <a:endParaRPr sz="1400">
              <a:latin typeface="Prata" panose="00000500000000000000"/>
              <a:ea typeface="Prata" panose="00000500000000000000"/>
              <a:cs typeface="Prata" panose="00000500000000000000"/>
              <a:sym typeface="Prata" panose="00000500000000000000"/>
            </a:endParaRPr>
          </a:p>
        </p:txBody>
      </p:sp>
      <p:sp>
        <p:nvSpPr>
          <p:cNvPr id="458" name="Google Shape;458;p56"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Activity</a:t>
            </a:r>
            <a:endParaRPr sz="1200">
              <a:solidFill>
                <a:schemeClr val="lt1"/>
              </a:solidFill>
              <a:latin typeface="Imbue"/>
              <a:ea typeface="Imbue"/>
              <a:cs typeface="Imbue"/>
              <a:sym typeface="Imbue"/>
            </a:endParaRPr>
          </a:p>
        </p:txBody>
      </p:sp>
      <p:sp>
        <p:nvSpPr>
          <p:cNvPr id="459" name="Google Shape;459;p56"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Story Exchange</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463" name="Shape 463"/>
        <p:cNvGrpSpPr/>
        <p:nvPr/>
      </p:nvGrpSpPr>
      <p:grpSpPr>
        <a:xfrm>
          <a:off x="0" y="0"/>
          <a:ext cx="0" cy="0"/>
          <a:chOff x="0" y="0"/>
          <a:chExt cx="0" cy="0"/>
        </a:xfrm>
      </p:grpSpPr>
      <p:sp>
        <p:nvSpPr>
          <p:cNvPr id="464" name="Google Shape;464;p57" descr="detail_0"/>
          <p:cNvSpPr txBox="1"/>
          <p:nvPr>
            <p:ph type="body" idx="1"/>
          </p:nvPr>
        </p:nvSpPr>
        <p:spPr>
          <a:xfrm>
            <a:off x="2779475" y="1423025"/>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Participants write letters expressing gratitude to someone who has made a difference in their life.</a:t>
            </a:r>
            <a:endParaRPr sz="1000">
              <a:solidFill>
                <a:schemeClr val="lt1"/>
              </a:solidFill>
            </a:endParaRPr>
          </a:p>
        </p:txBody>
      </p:sp>
      <p:sp>
        <p:nvSpPr>
          <p:cNvPr id="465" name="Google Shape;465;p57" descr="header_0"/>
          <p:cNvSpPr txBox="1"/>
          <p:nvPr>
            <p:ph type="subTitle" idx="4"/>
          </p:nvPr>
        </p:nvSpPr>
        <p:spPr>
          <a:xfrm>
            <a:off x="457200" y="142302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Activity Description</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66" name="Google Shape;466;p57" descr="detail_1"/>
          <p:cNvSpPr txBox="1"/>
          <p:nvPr>
            <p:ph type="body" idx="1"/>
          </p:nvPr>
        </p:nvSpPr>
        <p:spPr>
          <a:xfrm>
            <a:off x="2779475" y="229000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Participants reflect on their relationships and write a letter, then, if comfortable, share it with the group or read it aloud.</a:t>
            </a:r>
            <a:endParaRPr sz="1000">
              <a:solidFill>
                <a:schemeClr val="lt1"/>
              </a:solidFill>
            </a:endParaRPr>
          </a:p>
        </p:txBody>
      </p:sp>
      <p:sp>
        <p:nvSpPr>
          <p:cNvPr id="467" name="Google Shape;467;p57" descr="header_1"/>
          <p:cNvSpPr txBox="1"/>
          <p:nvPr>
            <p:ph type="subTitle" idx="4"/>
          </p:nvPr>
        </p:nvSpPr>
        <p:spPr>
          <a:xfrm>
            <a:off x="457200" y="2289999"/>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Instructions</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68" name="Google Shape;468;p57" descr="detail_2"/>
          <p:cNvSpPr txBox="1"/>
          <p:nvPr>
            <p:ph type="body" idx="1"/>
          </p:nvPr>
        </p:nvSpPr>
        <p:spPr>
          <a:xfrm>
            <a:off x="2779475" y="315701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Build appreciation for others and foster positive emotional connections.</a:t>
            </a:r>
            <a:endParaRPr sz="1000">
              <a:solidFill>
                <a:schemeClr val="lt1"/>
              </a:solidFill>
            </a:endParaRPr>
          </a:p>
        </p:txBody>
      </p:sp>
      <p:sp>
        <p:nvSpPr>
          <p:cNvPr id="469" name="Google Shape;469;p57" descr="header_2"/>
          <p:cNvSpPr txBox="1"/>
          <p:nvPr>
            <p:ph type="subTitle" idx="4"/>
          </p:nvPr>
        </p:nvSpPr>
        <p:spPr>
          <a:xfrm>
            <a:off x="457200" y="3157001"/>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Goal</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70" name="Google Shape;470;p57" descr="detail_3"/>
          <p:cNvSpPr txBox="1"/>
          <p:nvPr>
            <p:ph type="body" idx="1"/>
          </p:nvPr>
        </p:nvSpPr>
        <p:spPr>
          <a:xfrm>
            <a:off x="2779475" y="4024000"/>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Discuss the impact of expressing gratitude and how it affects relationships and personal well-being.</a:t>
            </a:r>
            <a:endParaRPr sz="1000">
              <a:solidFill>
                <a:schemeClr val="lt1"/>
              </a:solidFill>
            </a:endParaRPr>
          </a:p>
        </p:txBody>
      </p:sp>
      <p:sp>
        <p:nvSpPr>
          <p:cNvPr id="471" name="Google Shape;471;p57" descr="header_3"/>
          <p:cNvSpPr txBox="1"/>
          <p:nvPr>
            <p:ph type="subTitle" idx="4"/>
          </p:nvPr>
        </p:nvSpPr>
        <p:spPr>
          <a:xfrm>
            <a:off x="457200" y="402397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Debrief Discussion</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472" name="Google Shape;472;p57"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lt1"/>
                </a:solidFill>
                <a:latin typeface="Imbue"/>
                <a:ea typeface="Imbue"/>
                <a:cs typeface="Imbue"/>
                <a:sym typeface="Imbue"/>
              </a:rPr>
              <a:t>Activities</a:t>
            </a:r>
            <a:endParaRPr sz="1200">
              <a:solidFill>
                <a:schemeClr val="lt1"/>
              </a:solidFill>
              <a:latin typeface="Imbue"/>
              <a:ea typeface="Imbue"/>
              <a:cs typeface="Imbue"/>
              <a:sym typeface="Imbue"/>
            </a:endParaRPr>
          </a:p>
        </p:txBody>
      </p:sp>
      <p:sp>
        <p:nvSpPr>
          <p:cNvPr id="473" name="Google Shape;473;p57" descr="title"/>
          <p:cNvSpPr txBox="1"/>
          <p:nvPr>
            <p:ph type="title"/>
          </p:nvPr>
        </p:nvSpPr>
        <p:spPr>
          <a:xfrm>
            <a:off x="457200" y="563800"/>
            <a:ext cx="67386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Gratitude Letters</a:t>
            </a:r>
            <a:endParaRPr>
              <a:solidFill>
                <a:schemeClr val="lt1"/>
              </a:solidFill>
            </a:endParaRPr>
          </a:p>
        </p:txBody>
      </p:sp>
      <p:pic>
        <p:nvPicPr>
          <p:cNvPr id="474" name="Google Shape;474;p57"/>
          <p:cNvPicPr preferRelativeResize="0"/>
          <p:nvPr/>
        </p:nvPicPr>
        <p:blipFill rotWithShape="1">
          <a:blip r:embed="rId1">
            <a:alphaModFix amt="66000"/>
          </a:blip>
          <a:srcRect l="21216" t="6323" r="48607"/>
          <a:stretch>
            <a:fillRect/>
          </a:stretch>
        </p:blipFill>
        <p:spPr>
          <a:xfrm>
            <a:off x="7195850" y="0"/>
            <a:ext cx="1958052" cy="5143501"/>
          </a:xfrm>
          <a:prstGeom prst="rect">
            <a:avLst/>
          </a:prstGeom>
          <a:noFill/>
          <a:ln>
            <a:noFill/>
          </a:ln>
        </p:spPr>
      </p:pic>
      <p:grpSp>
        <p:nvGrpSpPr>
          <p:cNvPr id="475" name="Google Shape;475;p57"/>
          <p:cNvGrpSpPr/>
          <p:nvPr/>
        </p:nvGrpSpPr>
        <p:grpSpPr>
          <a:xfrm>
            <a:off x="6968200" y="111875"/>
            <a:ext cx="2057400" cy="1033200"/>
            <a:chOff x="6922975" y="1548525"/>
            <a:chExt cx="2057400" cy="1033200"/>
          </a:xfrm>
        </p:grpSpPr>
        <p:grpSp>
          <p:nvGrpSpPr>
            <p:cNvPr id="476" name="Google Shape;476;p57"/>
            <p:cNvGrpSpPr/>
            <p:nvPr/>
          </p:nvGrpSpPr>
          <p:grpSpPr>
            <a:xfrm>
              <a:off x="6922975" y="1548525"/>
              <a:ext cx="2057400" cy="1033200"/>
              <a:chOff x="6172200" y="152400"/>
              <a:chExt cx="2057400" cy="1033200"/>
            </a:xfrm>
          </p:grpSpPr>
          <p:sp>
            <p:nvSpPr>
              <p:cNvPr id="477" name="Google Shape;477;p57"/>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78" name="Google Shape;478;p5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79" name="Google Shape;479;p5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customizing the activity by focusing on specific individuals or experiences relevant to your participants.</a:t>
              </a:r>
              <a:endParaRPr sz="800">
                <a:latin typeface="Inter" panose="02000503000000020004"/>
                <a:ea typeface="Inter" panose="02000503000000020004"/>
                <a:cs typeface="Inter" panose="02000503000000020004"/>
                <a:sym typeface="Inter" panose="02000503000000020004"/>
              </a:endParaRPr>
            </a:p>
          </p:txBody>
        </p:sp>
        <p:pic>
          <p:nvPicPr>
            <p:cNvPr id="480" name="Google Shape;480;p57"/>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84" name="Shape 484"/>
        <p:cNvGrpSpPr/>
        <p:nvPr/>
      </p:nvGrpSpPr>
      <p:grpSpPr>
        <a:xfrm>
          <a:off x="0" y="0"/>
          <a:ext cx="0" cy="0"/>
          <a:chOff x="0" y="0"/>
          <a:chExt cx="0" cy="0"/>
        </a:xfrm>
      </p:grpSpPr>
      <p:sp>
        <p:nvSpPr>
          <p:cNvPr id="485" name="Google Shape;485;p58" descr="detail_0"/>
          <p:cNvSpPr txBox="1"/>
          <p:nvPr>
            <p:ph type="body" idx="2"/>
          </p:nvPr>
        </p:nvSpPr>
        <p:spPr>
          <a:xfrm>
            <a:off x="4572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Use fictional scenarios to practice perspective taking. Present a situation, such as a student struggling in class.</a:t>
            </a:r>
            <a:endParaRPr sz="1200"/>
          </a:p>
        </p:txBody>
      </p:sp>
      <p:sp>
        <p:nvSpPr>
          <p:cNvPr id="486" name="Google Shape;486;p58" descr="header_0"/>
          <p:cNvSpPr txBox="1"/>
          <p:nvPr>
            <p:ph type="subTitle" idx="1"/>
          </p:nvPr>
        </p:nvSpPr>
        <p:spPr>
          <a:xfrm>
            <a:off x="457200"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Activity Description</a:t>
            </a:r>
            <a:endParaRPr sz="1600">
              <a:latin typeface="Prata" panose="00000500000000000000"/>
              <a:ea typeface="Prata" panose="00000500000000000000"/>
              <a:cs typeface="Prata" panose="00000500000000000000"/>
              <a:sym typeface="Prata" panose="00000500000000000000"/>
            </a:endParaRPr>
          </a:p>
        </p:txBody>
      </p:sp>
      <p:sp>
        <p:nvSpPr>
          <p:cNvPr id="487" name="Google Shape;487;p58" descr="detail_1"/>
          <p:cNvSpPr txBox="1"/>
          <p:nvPr>
            <p:ph type="body" idx="2"/>
          </p:nvPr>
        </p:nvSpPr>
        <p:spPr>
          <a:xfrm>
            <a:off x="4572000" y="1791350"/>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Ask participants to discuss how different people, like the student, a teacher, and a parent, might feel and react in the given situation.</a:t>
            </a:r>
            <a:endParaRPr sz="1200"/>
          </a:p>
        </p:txBody>
      </p:sp>
      <p:sp>
        <p:nvSpPr>
          <p:cNvPr id="488" name="Google Shape;488;p58" descr="header_1"/>
          <p:cNvSpPr txBox="1"/>
          <p:nvPr>
            <p:ph type="subTitle" idx="1"/>
          </p:nvPr>
        </p:nvSpPr>
        <p:spPr>
          <a:xfrm>
            <a:off x="4572002" y="1300250"/>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Instructions</a:t>
            </a:r>
            <a:endParaRPr sz="1600">
              <a:latin typeface="Prata" panose="00000500000000000000"/>
              <a:ea typeface="Prata" panose="00000500000000000000"/>
              <a:cs typeface="Prata" panose="00000500000000000000"/>
              <a:sym typeface="Prata" panose="00000500000000000000"/>
            </a:endParaRPr>
          </a:p>
        </p:txBody>
      </p:sp>
      <p:sp>
        <p:nvSpPr>
          <p:cNvPr id="489" name="Google Shape;489;p58" descr="detail_2"/>
          <p:cNvSpPr txBox="1"/>
          <p:nvPr>
            <p:ph type="body" idx="2"/>
          </p:nvPr>
        </p:nvSpPr>
        <p:spPr>
          <a:xfrm>
            <a:off x="4572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Develop the ability to see situations from multiple viewpoints.</a:t>
            </a:r>
            <a:endParaRPr sz="1200"/>
          </a:p>
        </p:txBody>
      </p:sp>
      <p:sp>
        <p:nvSpPr>
          <p:cNvPr id="490" name="Google Shape;490;p58" descr="header_2"/>
          <p:cNvSpPr txBox="1"/>
          <p:nvPr>
            <p:ph type="subTitle" idx="1"/>
          </p:nvPr>
        </p:nvSpPr>
        <p:spPr>
          <a:xfrm>
            <a:off x="457200"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Goal</a:t>
            </a:r>
            <a:endParaRPr sz="1600">
              <a:latin typeface="Prata" panose="00000500000000000000"/>
              <a:ea typeface="Prata" panose="00000500000000000000"/>
              <a:cs typeface="Prata" panose="00000500000000000000"/>
              <a:sym typeface="Prata" panose="00000500000000000000"/>
            </a:endParaRPr>
          </a:p>
        </p:txBody>
      </p:sp>
      <p:sp>
        <p:nvSpPr>
          <p:cNvPr id="491" name="Google Shape;491;p58" descr="detail_3"/>
          <p:cNvSpPr txBox="1"/>
          <p:nvPr>
            <p:ph type="body" idx="2"/>
          </p:nvPr>
        </p:nvSpPr>
        <p:spPr>
          <a:xfrm>
            <a:off x="4572000" y="3577175"/>
            <a:ext cx="3777000" cy="12186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200"/>
              <a:t>Facilitate a conversation on insights gained from understanding various perspectives.</a:t>
            </a:r>
            <a:endParaRPr sz="1200"/>
          </a:p>
        </p:txBody>
      </p:sp>
      <p:sp>
        <p:nvSpPr>
          <p:cNvPr id="492" name="Google Shape;492;p58" descr="header_3"/>
          <p:cNvSpPr txBox="1"/>
          <p:nvPr>
            <p:ph type="subTitle" idx="1"/>
          </p:nvPr>
        </p:nvSpPr>
        <p:spPr>
          <a:xfrm>
            <a:off x="4572001" y="3086278"/>
            <a:ext cx="3777000" cy="4149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600">
                <a:latin typeface="Prata" panose="00000500000000000000"/>
                <a:ea typeface="Prata" panose="00000500000000000000"/>
                <a:cs typeface="Prata" panose="00000500000000000000"/>
                <a:sym typeface="Prata" panose="00000500000000000000"/>
              </a:rPr>
              <a:t>Debrief Discussion</a:t>
            </a:r>
            <a:endParaRPr sz="1600">
              <a:latin typeface="Prata" panose="00000500000000000000"/>
              <a:ea typeface="Prata" panose="00000500000000000000"/>
              <a:cs typeface="Prata" panose="00000500000000000000"/>
              <a:sym typeface="Prata" panose="00000500000000000000"/>
            </a:endParaRPr>
          </a:p>
        </p:txBody>
      </p:sp>
      <p:sp>
        <p:nvSpPr>
          <p:cNvPr id="493" name="Google Shape;493;p58"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Activities</a:t>
            </a:r>
            <a:endParaRPr sz="1200">
              <a:latin typeface="Imbue"/>
              <a:ea typeface="Imbue"/>
              <a:cs typeface="Imbue"/>
              <a:sym typeface="Imbue"/>
            </a:endParaRPr>
          </a:p>
        </p:txBody>
      </p:sp>
      <p:sp>
        <p:nvSpPr>
          <p:cNvPr id="494" name="Google Shape;494;p58"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t>Perspective Taking Exercises</a:t>
            </a:r>
            <a:endParaRPr>
              <a:solidFill>
                <a:schemeClr val="dk1"/>
              </a:solidFill>
            </a:endParaRPr>
          </a:p>
        </p:txBody>
      </p:sp>
      <p:pic>
        <p:nvPicPr>
          <p:cNvPr id="495" name="Google Shape;495;p58"/>
          <p:cNvPicPr preferRelativeResize="0"/>
          <p:nvPr/>
        </p:nvPicPr>
        <p:blipFill rotWithShape="1">
          <a:blip r:embed="rId1">
            <a:alphaModFix amt="80000"/>
          </a:blip>
          <a:srcRect t="20358" b="20358"/>
          <a:stretch>
            <a:fillRect/>
          </a:stretch>
        </p:blipFill>
        <p:spPr>
          <a:xfrm>
            <a:off x="0" y="4996750"/>
            <a:ext cx="9144003" cy="146750"/>
          </a:xfrm>
          <a:prstGeom prst="rect">
            <a:avLst/>
          </a:prstGeom>
          <a:noFill/>
          <a:ln>
            <a:noFill/>
          </a:ln>
        </p:spPr>
      </p:pic>
      <p:grpSp>
        <p:nvGrpSpPr>
          <p:cNvPr id="496" name="Google Shape;496;p58"/>
          <p:cNvGrpSpPr/>
          <p:nvPr/>
        </p:nvGrpSpPr>
        <p:grpSpPr>
          <a:xfrm>
            <a:off x="6968200" y="111875"/>
            <a:ext cx="2057400" cy="1033200"/>
            <a:chOff x="6922975" y="1548525"/>
            <a:chExt cx="2057400" cy="1033200"/>
          </a:xfrm>
        </p:grpSpPr>
        <p:grpSp>
          <p:nvGrpSpPr>
            <p:cNvPr id="497" name="Google Shape;497;p58"/>
            <p:cNvGrpSpPr/>
            <p:nvPr/>
          </p:nvGrpSpPr>
          <p:grpSpPr>
            <a:xfrm>
              <a:off x="6922975" y="1548525"/>
              <a:ext cx="2057400" cy="1033200"/>
              <a:chOff x="6172200" y="152400"/>
              <a:chExt cx="2057400" cy="1033200"/>
            </a:xfrm>
          </p:grpSpPr>
          <p:sp>
            <p:nvSpPr>
              <p:cNvPr id="498" name="Google Shape;498;p58"/>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99" name="Google Shape;499;p5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500" name="Google Shape;500;p5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tailoring scenarios to reflect real-life situations experienced by participants for greater relevance.</a:t>
              </a:r>
              <a:endParaRPr sz="800">
                <a:latin typeface="Inter" panose="02000503000000020004"/>
                <a:ea typeface="Inter" panose="02000503000000020004"/>
                <a:cs typeface="Inter" panose="02000503000000020004"/>
                <a:sym typeface="Inter" panose="02000503000000020004"/>
              </a:endParaRPr>
            </a:p>
          </p:txBody>
        </p:sp>
        <p:pic>
          <p:nvPicPr>
            <p:cNvPr id="501" name="Google Shape;501;p58"/>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505" name="Shape 505"/>
        <p:cNvGrpSpPr/>
        <p:nvPr/>
      </p:nvGrpSpPr>
      <p:grpSpPr>
        <a:xfrm>
          <a:off x="0" y="0"/>
          <a:ext cx="0" cy="0"/>
          <a:chOff x="0" y="0"/>
          <a:chExt cx="0" cy="0"/>
        </a:xfrm>
      </p:grpSpPr>
      <p:sp>
        <p:nvSpPr>
          <p:cNvPr id="506" name="Google Shape;506;p59" descr="detail_0"/>
          <p:cNvSpPr txBox="1"/>
          <p:nvPr>
            <p:ph type="body" idx="1"/>
          </p:nvPr>
        </p:nvSpPr>
        <p:spPr>
          <a:xfrm>
            <a:off x="2779475" y="1423025"/>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Explore nonverbal cues and their meanings through a paired activity.</a:t>
            </a:r>
            <a:endParaRPr sz="1000">
              <a:solidFill>
                <a:schemeClr val="lt1"/>
              </a:solidFill>
            </a:endParaRPr>
          </a:p>
        </p:txBody>
      </p:sp>
      <p:sp>
        <p:nvSpPr>
          <p:cNvPr id="507" name="Google Shape;507;p59" descr="header_0"/>
          <p:cNvSpPr txBox="1"/>
          <p:nvPr>
            <p:ph type="subTitle" idx="4"/>
          </p:nvPr>
        </p:nvSpPr>
        <p:spPr>
          <a:xfrm>
            <a:off x="457200" y="142302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Activity Overview</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508" name="Google Shape;508;p59" descr="detail_1"/>
          <p:cNvSpPr txBox="1"/>
          <p:nvPr>
            <p:ph type="body" idx="1"/>
          </p:nvPr>
        </p:nvSpPr>
        <p:spPr>
          <a:xfrm>
            <a:off x="2779475" y="229000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In pairs, participants communicate an emotion or message using only body language. Others guess what it is.</a:t>
            </a:r>
            <a:endParaRPr sz="1000">
              <a:solidFill>
                <a:schemeClr val="lt1"/>
              </a:solidFill>
            </a:endParaRPr>
          </a:p>
        </p:txBody>
      </p:sp>
      <p:sp>
        <p:nvSpPr>
          <p:cNvPr id="509" name="Google Shape;509;p59" descr="header_1"/>
          <p:cNvSpPr txBox="1"/>
          <p:nvPr>
            <p:ph type="subTitle" idx="4"/>
          </p:nvPr>
        </p:nvSpPr>
        <p:spPr>
          <a:xfrm>
            <a:off x="457200" y="2289999"/>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Instructions</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510" name="Google Shape;510;p59" descr="detail_2"/>
          <p:cNvSpPr txBox="1"/>
          <p:nvPr>
            <p:ph type="body" idx="1"/>
          </p:nvPr>
        </p:nvSpPr>
        <p:spPr>
          <a:xfrm>
            <a:off x="2779475" y="3157018"/>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Increase awareness of how much communication is nonverbal and the importance of listening beyond words.</a:t>
            </a:r>
            <a:endParaRPr sz="1000">
              <a:solidFill>
                <a:schemeClr val="lt1"/>
              </a:solidFill>
            </a:endParaRPr>
          </a:p>
        </p:txBody>
      </p:sp>
      <p:sp>
        <p:nvSpPr>
          <p:cNvPr id="511" name="Google Shape;511;p59" descr="header_2"/>
          <p:cNvSpPr txBox="1"/>
          <p:nvPr>
            <p:ph type="subTitle" idx="4"/>
          </p:nvPr>
        </p:nvSpPr>
        <p:spPr>
          <a:xfrm>
            <a:off x="457200" y="3157001"/>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Goal</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512" name="Google Shape;512;p59" descr="detail_3"/>
          <p:cNvSpPr txBox="1"/>
          <p:nvPr>
            <p:ph type="body" idx="1"/>
          </p:nvPr>
        </p:nvSpPr>
        <p:spPr>
          <a:xfrm>
            <a:off x="2779475" y="4024000"/>
            <a:ext cx="4193100" cy="7572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800"/>
              </a:spcAft>
              <a:buNone/>
            </a:pPr>
            <a:r>
              <a:rPr lang="en-GB" sz="1000">
                <a:solidFill>
                  <a:schemeClr val="lt1"/>
                </a:solidFill>
              </a:rPr>
              <a:t>Reflect on the nonverbal cues used and how they contributed to understanding the emotions or messages.</a:t>
            </a:r>
            <a:endParaRPr sz="1000">
              <a:solidFill>
                <a:schemeClr val="lt1"/>
              </a:solidFill>
            </a:endParaRPr>
          </a:p>
        </p:txBody>
      </p:sp>
      <p:sp>
        <p:nvSpPr>
          <p:cNvPr id="513" name="Google Shape;513;p59" descr="header_3"/>
          <p:cNvSpPr txBox="1"/>
          <p:nvPr>
            <p:ph type="subTitle" idx="4"/>
          </p:nvPr>
        </p:nvSpPr>
        <p:spPr>
          <a:xfrm>
            <a:off x="457200" y="4023975"/>
            <a:ext cx="2192100" cy="757200"/>
          </a:xfrm>
          <a:prstGeom prst="rect">
            <a:avLst/>
          </a:prstGeom>
        </p:spPr>
        <p:txBody>
          <a:bodyPr spcFirstLastPara="1" wrap="square" lIns="0" tIns="91425" rIns="91425" bIns="91425" anchor="t" anchorCtr="0">
            <a:noAutofit/>
          </a:bodyPr>
          <a:lstStyle/>
          <a:p>
            <a:pPr marL="0" lvl="0" indent="0" algn="l" rtl="0">
              <a:lnSpc>
                <a:spcPct val="80000"/>
              </a:lnSpc>
              <a:spcBef>
                <a:spcPts val="0"/>
              </a:spcBef>
              <a:spcAft>
                <a:spcPts val="0"/>
              </a:spcAft>
              <a:buNone/>
            </a:pPr>
            <a:r>
              <a:rPr lang="en-GB">
                <a:solidFill>
                  <a:schemeClr val="lt1"/>
                </a:solidFill>
                <a:latin typeface="Prata" panose="00000500000000000000"/>
                <a:ea typeface="Prata" panose="00000500000000000000"/>
                <a:cs typeface="Prata" panose="00000500000000000000"/>
                <a:sym typeface="Prata" panose="00000500000000000000"/>
              </a:rPr>
              <a:t>Debrief Discussion</a:t>
            </a:r>
            <a:endParaRPr>
              <a:solidFill>
                <a:schemeClr val="lt1"/>
              </a:solidFill>
              <a:latin typeface="Prata" panose="00000500000000000000"/>
              <a:ea typeface="Prata" panose="00000500000000000000"/>
              <a:cs typeface="Prata" panose="00000500000000000000"/>
              <a:sym typeface="Prata" panose="00000500000000000000"/>
            </a:endParaRPr>
          </a:p>
        </p:txBody>
      </p:sp>
      <p:sp>
        <p:nvSpPr>
          <p:cNvPr id="514" name="Google Shape;514;p59" descr="chapter"/>
          <p:cNvSpPr txBox="1"/>
          <p:nvPr>
            <p:ph type="subTitle" idx="4"/>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solidFill>
                  <a:schemeClr val="lt1"/>
                </a:solidFill>
                <a:latin typeface="Imbue"/>
                <a:ea typeface="Imbue"/>
                <a:cs typeface="Imbue"/>
                <a:sym typeface="Imbue"/>
              </a:rPr>
              <a:t>Exercises</a:t>
            </a:r>
            <a:endParaRPr sz="1200">
              <a:solidFill>
                <a:schemeClr val="lt1"/>
              </a:solidFill>
              <a:latin typeface="Imbue"/>
              <a:ea typeface="Imbue"/>
              <a:cs typeface="Imbue"/>
              <a:sym typeface="Imbue"/>
            </a:endParaRPr>
          </a:p>
        </p:txBody>
      </p:sp>
      <p:sp>
        <p:nvSpPr>
          <p:cNvPr id="515" name="Google Shape;515;p59" descr="title"/>
          <p:cNvSpPr txBox="1"/>
          <p:nvPr>
            <p:ph type="title"/>
          </p:nvPr>
        </p:nvSpPr>
        <p:spPr>
          <a:xfrm>
            <a:off x="457200" y="563800"/>
            <a:ext cx="67386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Non-verbal Communication</a:t>
            </a:r>
            <a:endParaRPr>
              <a:solidFill>
                <a:schemeClr val="lt1"/>
              </a:solidFill>
            </a:endParaRPr>
          </a:p>
        </p:txBody>
      </p:sp>
      <p:pic>
        <p:nvPicPr>
          <p:cNvPr id="516" name="Google Shape;516;p59"/>
          <p:cNvPicPr preferRelativeResize="0"/>
          <p:nvPr/>
        </p:nvPicPr>
        <p:blipFill rotWithShape="1">
          <a:blip r:embed="rId1">
            <a:alphaModFix amt="66000"/>
          </a:blip>
          <a:srcRect l="21216" t="6323" r="48607"/>
          <a:stretch>
            <a:fillRect/>
          </a:stretch>
        </p:blipFill>
        <p:spPr>
          <a:xfrm>
            <a:off x="7195850" y="0"/>
            <a:ext cx="1958052" cy="5143501"/>
          </a:xfrm>
          <a:prstGeom prst="rect">
            <a:avLst/>
          </a:prstGeom>
          <a:noFill/>
          <a:ln>
            <a:noFill/>
          </a:ln>
        </p:spPr>
      </p:pic>
      <p:grpSp>
        <p:nvGrpSpPr>
          <p:cNvPr id="517" name="Google Shape;517;p59"/>
          <p:cNvGrpSpPr/>
          <p:nvPr/>
        </p:nvGrpSpPr>
        <p:grpSpPr>
          <a:xfrm>
            <a:off x="6968200" y="111875"/>
            <a:ext cx="2057400" cy="1033200"/>
            <a:chOff x="6922975" y="1548525"/>
            <a:chExt cx="2057400" cy="1033200"/>
          </a:xfrm>
        </p:grpSpPr>
        <p:grpSp>
          <p:nvGrpSpPr>
            <p:cNvPr id="518" name="Google Shape;518;p59"/>
            <p:cNvGrpSpPr/>
            <p:nvPr/>
          </p:nvGrpSpPr>
          <p:grpSpPr>
            <a:xfrm>
              <a:off x="6922975" y="1548525"/>
              <a:ext cx="2057400" cy="1033200"/>
              <a:chOff x="6172200" y="152400"/>
              <a:chExt cx="2057400" cy="1033200"/>
            </a:xfrm>
          </p:grpSpPr>
          <p:sp>
            <p:nvSpPr>
              <p:cNvPr id="519" name="Google Shape;519;p59"/>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520" name="Google Shape;520;p5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521" name="Google Shape;521;p5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incorporating examples of nonverbal communication from popular media to enhance engagement.</a:t>
              </a:r>
              <a:endParaRPr sz="800">
                <a:latin typeface="Inter" panose="02000503000000020004"/>
                <a:ea typeface="Inter" panose="02000503000000020004"/>
                <a:cs typeface="Inter" panose="02000503000000020004"/>
                <a:sym typeface="Inter" panose="02000503000000020004"/>
              </a:endParaRPr>
            </a:p>
          </p:txBody>
        </p:sp>
        <p:pic>
          <p:nvPicPr>
            <p:cNvPr id="522" name="Google Shape;522;p59"/>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26" name="Shape 526"/>
        <p:cNvGrpSpPr/>
        <p:nvPr/>
      </p:nvGrpSpPr>
      <p:grpSpPr>
        <a:xfrm>
          <a:off x="0" y="0"/>
          <a:ext cx="0" cy="0"/>
          <a:chOff x="0" y="0"/>
          <a:chExt cx="0" cy="0"/>
        </a:xfrm>
      </p:grpSpPr>
      <p:sp>
        <p:nvSpPr>
          <p:cNvPr id="527" name="Google Shape;527;p60"/>
          <p:cNvSpPr/>
          <p:nvPr/>
        </p:nvSpPr>
        <p:spPr>
          <a:xfrm>
            <a:off x="0" y="-6150"/>
            <a:ext cx="9144000" cy="239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Medium"/>
              <a:ea typeface="Hanken Grotesk Medium"/>
              <a:cs typeface="Hanken Grotesk Medium"/>
              <a:sym typeface="Hanken Grotesk Medium"/>
            </a:endParaRPr>
          </a:p>
        </p:txBody>
      </p:sp>
      <p:pic>
        <p:nvPicPr>
          <p:cNvPr id="528" name="Google Shape;528;p60"/>
          <p:cNvPicPr preferRelativeResize="0"/>
          <p:nvPr/>
        </p:nvPicPr>
        <p:blipFill rotWithShape="1">
          <a:blip r:embed="rId1">
            <a:alphaModFix amt="50000"/>
          </a:blip>
          <a:srcRect t="30961" b="30965"/>
          <a:stretch>
            <a:fillRect/>
          </a:stretch>
        </p:blipFill>
        <p:spPr>
          <a:xfrm flipH="1">
            <a:off x="-1" y="-6150"/>
            <a:ext cx="9144001" cy="2390701"/>
          </a:xfrm>
          <a:prstGeom prst="rect">
            <a:avLst/>
          </a:prstGeom>
          <a:noFill/>
          <a:ln>
            <a:noFill/>
          </a:ln>
        </p:spPr>
      </p:pic>
      <p:sp>
        <p:nvSpPr>
          <p:cNvPr id="529" name="Google Shape;529;p60" descr="detail_0"/>
          <p:cNvSpPr txBox="1"/>
          <p:nvPr>
            <p:ph type="body" idx="2"/>
          </p:nvPr>
        </p:nvSpPr>
        <p:spPr>
          <a:xfrm>
            <a:off x="457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Mindfulness and reflection activity involves guided mindfulness practice followed by reflective discussion.</a:t>
            </a:r>
            <a:endParaRPr sz="1100"/>
          </a:p>
        </p:txBody>
      </p:sp>
      <p:sp>
        <p:nvSpPr>
          <p:cNvPr id="530" name="Google Shape;530;p60" descr="header_0"/>
          <p:cNvSpPr txBox="1"/>
          <p:nvPr>
            <p:ph type="subTitle" idx="1"/>
          </p:nvPr>
        </p:nvSpPr>
        <p:spPr>
          <a:xfrm>
            <a:off x="457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Activity Overview</a:t>
            </a:r>
            <a:endParaRPr sz="1400">
              <a:latin typeface="Prata" panose="00000500000000000000"/>
              <a:ea typeface="Prata" panose="00000500000000000000"/>
              <a:cs typeface="Prata" panose="00000500000000000000"/>
              <a:sym typeface="Prata" panose="00000500000000000000"/>
            </a:endParaRPr>
          </a:p>
        </p:txBody>
      </p:sp>
      <p:sp>
        <p:nvSpPr>
          <p:cNvPr id="531" name="Google Shape;531;p60" descr="detail_2"/>
          <p:cNvSpPr txBox="1"/>
          <p:nvPr>
            <p:ph type="body" idx="2"/>
          </p:nvPr>
        </p:nvSpPr>
        <p:spPr>
          <a:xfrm>
            <a:off x="4693200" y="3058772"/>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Enhance self-awareness and improve listening to oneself and others.</a:t>
            </a:r>
            <a:endParaRPr sz="1100"/>
          </a:p>
        </p:txBody>
      </p:sp>
      <p:sp>
        <p:nvSpPr>
          <p:cNvPr id="532" name="Google Shape;532;p60" descr="header_2"/>
          <p:cNvSpPr txBox="1"/>
          <p:nvPr>
            <p:ph type="subTitle" idx="1"/>
          </p:nvPr>
        </p:nvSpPr>
        <p:spPr>
          <a:xfrm>
            <a:off x="4693500" y="2384550"/>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Goal</a:t>
            </a:r>
            <a:endParaRPr sz="1400">
              <a:latin typeface="Prata" panose="00000500000000000000"/>
              <a:ea typeface="Prata" panose="00000500000000000000"/>
              <a:cs typeface="Prata" panose="00000500000000000000"/>
              <a:sym typeface="Prata" panose="00000500000000000000"/>
            </a:endParaRPr>
          </a:p>
        </p:txBody>
      </p:sp>
      <p:sp>
        <p:nvSpPr>
          <p:cNvPr id="533" name="Google Shape;533;p60" descr="detail_1"/>
          <p:cNvSpPr txBox="1"/>
          <p:nvPr>
            <p:ph type="body" idx="2"/>
          </p:nvPr>
        </p:nvSpPr>
        <p:spPr>
          <a:xfrm>
            <a:off x="2575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Lead a short mindfulness exercise focusing on breath and awareness. Afterward, discuss feelings and thoughts that arose during the practice.</a:t>
            </a:r>
            <a:endParaRPr sz="1100"/>
          </a:p>
        </p:txBody>
      </p:sp>
      <p:sp>
        <p:nvSpPr>
          <p:cNvPr id="534" name="Google Shape;534;p60" descr="header_1"/>
          <p:cNvSpPr txBox="1"/>
          <p:nvPr>
            <p:ph type="subTitle" idx="1"/>
          </p:nvPr>
        </p:nvSpPr>
        <p:spPr>
          <a:xfrm>
            <a:off x="2575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Instructions</a:t>
            </a:r>
            <a:endParaRPr sz="1400">
              <a:latin typeface="Prata" panose="00000500000000000000"/>
              <a:ea typeface="Prata" panose="00000500000000000000"/>
              <a:cs typeface="Prata" panose="00000500000000000000"/>
              <a:sym typeface="Prata" panose="00000500000000000000"/>
            </a:endParaRPr>
          </a:p>
        </p:txBody>
      </p:sp>
      <p:sp>
        <p:nvSpPr>
          <p:cNvPr id="535" name="Google Shape;535;p60" descr="detail_3"/>
          <p:cNvSpPr txBox="1"/>
          <p:nvPr>
            <p:ph type="body" idx="2"/>
          </p:nvPr>
        </p:nvSpPr>
        <p:spPr>
          <a:xfrm>
            <a:off x="6811200" y="3058425"/>
            <a:ext cx="1875000" cy="1859400"/>
          </a:xfrm>
          <a:prstGeom prst="rect">
            <a:avLst/>
          </a:prstGeom>
        </p:spPr>
        <p:txBody>
          <a:bodyPr spcFirstLastPara="1" wrap="square" lIns="0" tIns="91425" rIns="91425" bIns="91425" anchor="t" anchorCtr="0">
            <a:noAutofit/>
          </a:bodyPr>
          <a:lstStyle/>
          <a:p>
            <a:pPr marL="0" lvl="0" indent="0" algn="l" rtl="0">
              <a:lnSpc>
                <a:spcPct val="115000"/>
              </a:lnSpc>
              <a:spcBef>
                <a:spcPts val="0"/>
              </a:spcBef>
              <a:spcAft>
                <a:spcPts val="2000"/>
              </a:spcAft>
              <a:buNone/>
            </a:pPr>
            <a:r>
              <a:rPr lang="en-GB" sz="1100"/>
              <a:t>Encourage participants to share insights from the mindfulness practice and how these insights can be applied in their daily interactions.</a:t>
            </a:r>
            <a:endParaRPr sz="1100"/>
          </a:p>
        </p:txBody>
      </p:sp>
      <p:sp>
        <p:nvSpPr>
          <p:cNvPr id="536" name="Google Shape;536;p60" descr="header_3"/>
          <p:cNvSpPr txBox="1"/>
          <p:nvPr>
            <p:ph type="subTitle" idx="1"/>
          </p:nvPr>
        </p:nvSpPr>
        <p:spPr>
          <a:xfrm>
            <a:off x="6811501" y="2384554"/>
            <a:ext cx="1875000" cy="612000"/>
          </a:xfrm>
          <a:prstGeom prst="rect">
            <a:avLst/>
          </a:prstGeom>
        </p:spPr>
        <p:txBody>
          <a:bodyPr spcFirstLastPara="1" wrap="square" lIns="0" tIns="0" rIns="91425" bIns="0" anchor="b" anchorCtr="0">
            <a:noAutofit/>
          </a:bodyPr>
          <a:lstStyle/>
          <a:p>
            <a:pPr marL="0" lvl="0" indent="0" algn="l" rtl="0">
              <a:lnSpc>
                <a:spcPct val="100000"/>
              </a:lnSpc>
              <a:spcBef>
                <a:spcPts val="0"/>
              </a:spcBef>
              <a:spcAft>
                <a:spcPts val="0"/>
              </a:spcAft>
              <a:buNone/>
            </a:pPr>
            <a:r>
              <a:rPr lang="en-GB" sz="1400">
                <a:latin typeface="Prata" panose="00000500000000000000"/>
                <a:ea typeface="Prata" panose="00000500000000000000"/>
                <a:cs typeface="Prata" panose="00000500000000000000"/>
                <a:sym typeface="Prata" panose="00000500000000000000"/>
              </a:rPr>
              <a:t>Debriefing</a:t>
            </a:r>
            <a:endParaRPr sz="1400">
              <a:latin typeface="Prata" panose="00000500000000000000"/>
              <a:ea typeface="Prata" panose="00000500000000000000"/>
              <a:cs typeface="Prata" panose="00000500000000000000"/>
              <a:sym typeface="Prata" panose="00000500000000000000"/>
            </a:endParaRPr>
          </a:p>
        </p:txBody>
      </p:sp>
      <p:sp>
        <p:nvSpPr>
          <p:cNvPr id="537" name="Google Shape;537;p60"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solidFill>
                  <a:schemeClr val="lt1"/>
                </a:solidFill>
                <a:latin typeface="Imbue"/>
                <a:ea typeface="Imbue"/>
                <a:cs typeface="Imbue"/>
                <a:sym typeface="Imbue"/>
              </a:rPr>
              <a:t>Activities</a:t>
            </a:r>
            <a:endParaRPr sz="1200">
              <a:solidFill>
                <a:schemeClr val="lt1"/>
              </a:solidFill>
              <a:latin typeface="Imbue"/>
              <a:ea typeface="Imbue"/>
              <a:cs typeface="Imbue"/>
              <a:sym typeface="Imbue"/>
            </a:endParaRPr>
          </a:p>
        </p:txBody>
      </p:sp>
      <p:sp>
        <p:nvSpPr>
          <p:cNvPr id="538" name="Google Shape;538;p60" descr="title"/>
          <p:cNvSpPr txBox="1"/>
          <p:nvPr>
            <p:ph type="title"/>
          </p:nvPr>
        </p:nvSpPr>
        <p:spPr>
          <a:xfrm>
            <a:off x="457200" y="563800"/>
            <a:ext cx="8230800" cy="572700"/>
          </a:xfrm>
          <a:prstGeom prst="rect">
            <a:avLst/>
          </a:prstGeom>
        </p:spPr>
        <p:txBody>
          <a:bodyPr spcFirstLastPara="1" wrap="square" lIns="0" tIns="91425" rIns="0" bIns="91425" anchor="b" anchorCtr="0">
            <a:noAutofit/>
          </a:bodyPr>
          <a:lstStyle/>
          <a:p>
            <a:pPr marL="0" lvl="0" indent="0" algn="l" rtl="0">
              <a:spcBef>
                <a:spcPts val="0"/>
              </a:spcBef>
              <a:spcAft>
                <a:spcPts val="0"/>
              </a:spcAft>
              <a:buNone/>
            </a:pPr>
            <a:r>
              <a:rPr lang="en-GB">
                <a:solidFill>
                  <a:schemeClr val="lt1"/>
                </a:solidFill>
              </a:rPr>
              <a:t>Mindfulness and Reflection</a:t>
            </a:r>
            <a:endParaRPr>
              <a:solidFill>
                <a:schemeClr val="lt1"/>
              </a:solidFill>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42" name="Shape 542"/>
        <p:cNvGrpSpPr/>
        <p:nvPr/>
      </p:nvGrpSpPr>
      <p:grpSpPr>
        <a:xfrm>
          <a:off x="0" y="0"/>
          <a:ext cx="0" cy="0"/>
          <a:chOff x="0" y="0"/>
          <a:chExt cx="0" cy="0"/>
        </a:xfrm>
      </p:grpSpPr>
      <p:sp>
        <p:nvSpPr>
          <p:cNvPr id="543" name="Google Shape;543;p61" descr="title"/>
          <p:cNvSpPr txBox="1"/>
          <p:nvPr>
            <p:ph type="title"/>
          </p:nvPr>
        </p:nvSpPr>
        <p:spPr>
          <a:xfrm>
            <a:off x="457200" y="636775"/>
            <a:ext cx="4581000" cy="9270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GB" sz="3200"/>
              <a:t>Concluding Tips</a:t>
            </a:r>
            <a:endParaRPr sz="3200"/>
          </a:p>
        </p:txBody>
      </p:sp>
      <p:sp>
        <p:nvSpPr>
          <p:cNvPr id="544" name="Google Shape;544;p61" descr="detail_0"/>
          <p:cNvSpPr txBox="1"/>
          <p:nvPr>
            <p:ph type="body" idx="2"/>
          </p:nvPr>
        </p:nvSpPr>
        <p:spPr>
          <a:xfrm>
            <a:off x="3207250" y="2469775"/>
            <a:ext cx="5469600" cy="2211000"/>
          </a:xfrm>
          <a:prstGeom prst="rect">
            <a:avLst/>
          </a:prstGeom>
        </p:spPr>
        <p:txBody>
          <a:bodyPr spcFirstLastPara="1" wrap="square" lIns="91425" tIns="91425" rIns="91425" bIns="91425" anchor="ctr" anchorCtr="0">
            <a:noAutofit/>
          </a:bodyPr>
          <a:lstStyle/>
          <a:p>
            <a:pPr marL="457200" lvl="0" indent="-304800" algn="l" rtl="0">
              <a:lnSpc>
                <a:spcPct val="115000"/>
              </a:lnSpc>
              <a:spcBef>
                <a:spcPts val="0"/>
              </a:spcBef>
              <a:spcAft>
                <a:spcPts val="0"/>
              </a:spcAft>
              <a:buClr>
                <a:schemeClr val="dk1"/>
              </a:buClr>
              <a:buSzPts val="1200"/>
              <a:buChar char="•"/>
            </a:pPr>
            <a:r>
              <a:rPr lang="en-GB" sz="1200"/>
              <a:t>Create a Safe Space: Ensure participants feel comfortable sharing personal experiences, encouraging openness and trust.</a:t>
            </a:r>
            <a:endParaRPr sz="1200"/>
          </a:p>
          <a:p>
            <a:pPr marL="457200" lvl="0" indent="-304800" algn="l" rtl="0">
              <a:lnSpc>
                <a:spcPct val="115000"/>
              </a:lnSpc>
              <a:spcBef>
                <a:spcPts val="1000"/>
              </a:spcBef>
              <a:spcAft>
                <a:spcPts val="0"/>
              </a:spcAft>
              <a:buClr>
                <a:schemeClr val="dk1"/>
              </a:buClr>
              <a:buSzPts val="1200"/>
              <a:buChar char="•"/>
            </a:pPr>
            <a:r>
              <a:rPr lang="en-GB" sz="1200"/>
              <a:t>Encourage Open Dialogue: Promote an atmosphere of respect and openness during discussions to facilitate honest communication.</a:t>
            </a:r>
            <a:endParaRPr sz="1200"/>
          </a:p>
          <a:p>
            <a:pPr marL="457200" lvl="0" indent="-304800" algn="l" rtl="0">
              <a:lnSpc>
                <a:spcPct val="115000"/>
              </a:lnSpc>
              <a:spcBef>
                <a:spcPts val="1000"/>
              </a:spcBef>
              <a:spcAft>
                <a:spcPts val="1000"/>
              </a:spcAft>
              <a:buClr>
                <a:schemeClr val="dk1"/>
              </a:buClr>
              <a:buSzPts val="1200"/>
              <a:buChar char="•"/>
            </a:pPr>
            <a:r>
              <a:rPr lang="en-GB" sz="1200"/>
              <a:t>Debrief After Activities: Facilitate discussions on what participants learned and how they can apply these skills in real-life situations.</a:t>
            </a:r>
            <a:endParaRPr sz="1200"/>
          </a:p>
        </p:txBody>
      </p:sp>
      <p:pic>
        <p:nvPicPr>
          <p:cNvPr id="545" name="Google Shape;545;p61"/>
          <p:cNvPicPr preferRelativeResize="0"/>
          <p:nvPr/>
        </p:nvPicPr>
        <p:blipFill rotWithShape="1">
          <a:blip r:embed="rId1">
            <a:alphaModFix amt="65000"/>
          </a:blip>
          <a:srcRect t="9889" b="61226"/>
          <a:stretch>
            <a:fillRect/>
          </a:stretch>
        </p:blipFill>
        <p:spPr>
          <a:xfrm>
            <a:off x="457200" y="1647825"/>
            <a:ext cx="2360625" cy="1101728"/>
          </a:xfrm>
          <a:prstGeom prst="rect">
            <a:avLst/>
          </a:prstGeom>
          <a:noFill/>
          <a:ln>
            <a:noFill/>
          </a:ln>
        </p:spPr>
      </p:pic>
      <p:sp>
        <p:nvSpPr>
          <p:cNvPr id="546" name="Google Shape;546;p61"/>
          <p:cNvSpPr/>
          <p:nvPr/>
        </p:nvSpPr>
        <p:spPr>
          <a:xfrm rot="493650">
            <a:off x="2608824" y="2499340"/>
            <a:ext cx="449878" cy="508909"/>
          </a:xfrm>
          <a:custGeom>
            <a:avLst/>
            <a:gdLst/>
            <a:ahLst/>
            <a:cxnLst/>
            <a:rect l="l" t="t" r="r" b="b"/>
            <a:pathLst>
              <a:path w="40811" h="46166" extrusionOk="0">
                <a:moveTo>
                  <a:pt x="40811" y="20591"/>
                </a:moveTo>
                <a:lnTo>
                  <a:pt x="33549" y="0"/>
                </a:lnTo>
                <a:lnTo>
                  <a:pt x="0" y="6933"/>
                </a:lnTo>
                <a:lnTo>
                  <a:pt x="3069" y="39320"/>
                </a:lnTo>
                <a:lnTo>
                  <a:pt x="31346" y="46166"/>
                </a:lnTo>
                <a:close/>
              </a:path>
            </a:pathLst>
          </a:custGeom>
          <a:solidFill>
            <a:schemeClr val="accent1"/>
          </a:solidFill>
          <a:ln>
            <a:noFill/>
          </a:ln>
        </p:spPr>
      </p:sp>
      <p:sp>
        <p:nvSpPr>
          <p:cNvPr id="547" name="Google Shape;547;p61" descr="chapter"/>
          <p:cNvSpPr txBox="1"/>
          <p:nvPr>
            <p:ph type="subTitle" idx="1"/>
          </p:nvPr>
        </p:nvSpPr>
        <p:spPr>
          <a:xfrm>
            <a:off x="457200" y="292900"/>
            <a:ext cx="2635500" cy="32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1200">
                <a:latin typeface="Imbue"/>
                <a:ea typeface="Imbue"/>
                <a:cs typeface="Imbue"/>
                <a:sym typeface="Imbue"/>
              </a:rPr>
              <a:t>Implementation</a:t>
            </a:r>
            <a:endParaRPr sz="1200">
              <a:latin typeface="Imbue"/>
              <a:ea typeface="Imbue"/>
              <a:cs typeface="Imbue"/>
              <a:sym typeface="Imbue"/>
            </a:endParaRPr>
          </a:p>
        </p:txBody>
      </p:sp>
      <p:grpSp>
        <p:nvGrpSpPr>
          <p:cNvPr id="548" name="Google Shape;548;p61"/>
          <p:cNvGrpSpPr/>
          <p:nvPr/>
        </p:nvGrpSpPr>
        <p:grpSpPr>
          <a:xfrm>
            <a:off x="6968200" y="111875"/>
            <a:ext cx="2057400" cy="1033200"/>
            <a:chOff x="6922975" y="1548525"/>
            <a:chExt cx="2057400" cy="1033200"/>
          </a:xfrm>
        </p:grpSpPr>
        <p:grpSp>
          <p:nvGrpSpPr>
            <p:cNvPr id="549" name="Google Shape;549;p61"/>
            <p:cNvGrpSpPr/>
            <p:nvPr/>
          </p:nvGrpSpPr>
          <p:grpSpPr>
            <a:xfrm>
              <a:off x="6922975" y="1548525"/>
              <a:ext cx="2057400" cy="1033200"/>
              <a:chOff x="6172200" y="152400"/>
              <a:chExt cx="2057400" cy="1033200"/>
            </a:xfrm>
          </p:grpSpPr>
          <p:sp>
            <p:nvSpPr>
              <p:cNvPr id="550" name="Google Shape;550;p61"/>
              <p:cNvSpPr/>
              <p:nvPr/>
            </p:nvSpPr>
            <p:spPr>
              <a:xfrm>
                <a:off x="6172200" y="152400"/>
                <a:ext cx="2057400" cy="1033200"/>
              </a:xfrm>
              <a:prstGeom prst="roundRect">
                <a:avLst>
                  <a:gd name="adj" fmla="val 8292"/>
                </a:avLst>
              </a:prstGeom>
              <a:solidFill>
                <a:srgbClr val="FFFFC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551" name="Google Shape;551;p61"/>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552" name="Google Shape;552;p61"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tailoring these tips to fit the specific needs of your group or setting, adjusting the level of openness based on participant comfort.</a:t>
              </a:r>
              <a:endParaRPr sz="800">
                <a:latin typeface="Inter" panose="02000503000000020004"/>
                <a:ea typeface="Inter" panose="02000503000000020004"/>
                <a:cs typeface="Inter" panose="02000503000000020004"/>
                <a:sym typeface="Inter" panose="02000503000000020004"/>
              </a:endParaRPr>
            </a:p>
          </p:txBody>
        </p:sp>
        <p:pic>
          <p:nvPicPr>
            <p:cNvPr id="553" name="Google Shape;553;p61"/>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64990"/>
            <a:ext cx="2733040" cy="7785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tx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tx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ena">
  <a:themeElements>
    <a:clrScheme name="Custom">
      <a:dk1>
        <a:srgbClr val="F7DDB0"/>
      </a:dk1>
      <a:lt1>
        <a:srgbClr val="99221A"/>
      </a:lt1>
      <a:dk2>
        <a:srgbClr val="36261B"/>
      </a:dk2>
      <a:lt2>
        <a:srgbClr val="EFE5D6"/>
      </a:lt2>
      <a:accent1>
        <a:srgbClr val="CEAA2B"/>
      </a:accent1>
      <a:accent2>
        <a:srgbClr val="C2724F"/>
      </a:accent2>
      <a:accent3>
        <a:srgbClr val="746D53"/>
      </a:accent3>
      <a:accent4>
        <a:srgbClr val="AA8F7F"/>
      </a:accent4>
      <a:accent5>
        <a:srgbClr val="F7DDB0"/>
      </a:accent5>
      <a:accent6>
        <a:srgbClr val="99221A"/>
      </a:accent6>
      <a:hlink>
        <a:srgbClr val="3626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12231</Words>
  <Application>WPS Writer</Application>
  <PresentationFormat/>
  <Paragraphs>462</Paragraphs>
  <Slides>25</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25</vt:i4>
      </vt:variant>
    </vt:vector>
  </HeadingPairs>
  <TitlesOfParts>
    <vt:vector size="50" baseType="lpstr">
      <vt:lpstr>Arial</vt:lpstr>
      <vt:lpstr>SimSun</vt:lpstr>
      <vt:lpstr>Wingdings</vt:lpstr>
      <vt:lpstr>Arial</vt:lpstr>
      <vt:lpstr>Prata</vt:lpstr>
      <vt:lpstr>Schibsted Grotesk</vt:lpstr>
      <vt:lpstr>Hanken Grotesk</vt:lpstr>
      <vt:lpstr>Helvetica Neue</vt:lpstr>
      <vt:lpstr>Inter</vt:lpstr>
      <vt:lpstr>Inter Medium</vt:lpstr>
      <vt:lpstr>Hanken Grotesk SemiBold</vt:lpstr>
      <vt:lpstr>Imbue</vt:lpstr>
      <vt:lpstr>Hanken Grotesk Medium</vt:lpstr>
      <vt:lpstr>Microsoft YaHei</vt:lpstr>
      <vt:lpstr>汉仪旗黑</vt:lpstr>
      <vt:lpstr>Arial Unicode MS</vt:lpstr>
      <vt:lpstr>Outfit</vt:lpstr>
      <vt:lpstr>苹方-简</vt:lpstr>
      <vt:lpstr>Libre Franklin Medium</vt:lpstr>
      <vt:lpstr>Thonburi</vt:lpstr>
      <vt:lpstr>Heiti SC Medium</vt:lpstr>
      <vt:lpstr>Calibri</vt:lpstr>
      <vt:lpstr>Helvetica Neue</vt:lpstr>
      <vt:lpstr>Simple Light</vt:lpstr>
      <vt:lpstr>Siena</vt:lpstr>
      <vt:lpstr>Role Playing Exercises</vt:lpstr>
      <vt:lpstr>PowerPoint 演示文稿</vt:lpstr>
      <vt:lpstr>Agenda</vt:lpstr>
      <vt:lpstr>Introduction to Role Playing</vt:lpstr>
      <vt:lpstr>The Difficult Conversation</vt:lpstr>
      <vt:lpstr>Active Listening Exercise</vt:lpstr>
      <vt:lpstr>Role Reversal Exercise</vt:lpstr>
      <vt:lpstr>Group Problem Solving</vt:lpstr>
      <vt:lpstr>The Elevator Pitch</vt:lpstr>
      <vt:lpstr>Conflict Resolution</vt:lpstr>
      <vt:lpstr>Cultural Exchange</vt:lpstr>
      <vt:lpstr>Customer Service Simulation</vt:lpstr>
      <vt:lpstr>Implementation Tips</vt:lpstr>
      <vt:lpstr>Empathy Mapping</vt:lpstr>
      <vt:lpstr>Active Listening Pairs</vt:lpstr>
      <vt:lpstr>Role Reversal Scenarios</vt:lpstr>
      <vt:lpstr>The "Feelings" Charades</vt:lpstr>
      <vt:lpstr>Circle of Questions</vt:lpstr>
      <vt:lpstr>Story Exchange</vt:lpstr>
      <vt:lpstr>Gratitude Letters</vt:lpstr>
      <vt:lpstr>Perspective Taking Exercises</vt:lpstr>
      <vt:lpstr>Non-verbal Communication</vt:lpstr>
      <vt:lpstr>Mindfulness and Reflection</vt:lpstr>
      <vt:lpstr>Concluding Tips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 Playing Exercises</dc:title>
  <dc:creator/>
  <cp:lastModifiedBy>apple</cp:lastModifiedBy>
  <cp:revision>1</cp:revision>
  <dcterms:created xsi:type="dcterms:W3CDTF">2024-11-04T07:18:31Z</dcterms:created>
  <dcterms:modified xsi:type="dcterms:W3CDTF">2024-11-04T07:18:31Z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8EF343CF5AB1424546752867E7AFE30A_42</vt:lpwstr>
  </property>
  <property fmtid="{D5CDD505-2E9C-101B-9397-08002B2CF9AE}" pid="3" name="KSOProductBuildVer">
    <vt:lpwstr>1033-6.10.1.8203</vt:lpwstr>
  </property>
</Properties>
</file>