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
  </p:notesMasterIdLst>
  <p:sldIdLst>
    <p:sldId id="256" r:id="rId3"/>
    <p:sldId id="264" r:id="rId5"/>
    <p:sldId id="257" r:id="rId6"/>
    <p:sldId id="258" r:id="rId7"/>
    <p:sldId id="259" r:id="rId8"/>
    <p:sldId id="260" r:id="rId9"/>
    <p:sldId id="261" r:id="rId10"/>
    <p:sldId id="262" r:id="rId11"/>
    <p:sldId id="263" r:id="rId12"/>
    <p:sldId id="265" r:id="rId13"/>
  </p:sldIdLst>
  <p:sldSz cx="9144000" cy="5143500"/>
  <p:notesSz cx="6858000" cy="9144000"/>
  <p:embeddedFontLst>
    <p:embeddedFont>
      <p:font typeface="Raleway"/>
      <p:regular r:id="rId17"/>
    </p:embeddedFont>
    <p:embeddedFont>
      <p:font typeface="Lato"/>
      <p:regular r:id="rId18"/>
    </p:embeddedFont>
    <p:embeddedFont>
      <p:font typeface="Hanken Grotesk"/>
      <p:regular r:id="rId19"/>
    </p:embeddedFont>
    <p:embeddedFont>
      <p:font typeface="Hanken Grotesk SemiBold"/>
      <p:regular r:id="rId20"/>
    </p:embeddedFont>
    <p:embeddedFont>
      <p:font typeface="Inter Black"/>
      <p:regular r:id="rId21"/>
    </p:embeddedFont>
    <p:embeddedFont>
      <p:font typeface="Libre Franklin Medium"/>
      <p:regular r:id="rId22"/>
    </p:embeddedFont>
    <p:embeddedFont>
      <p:font typeface="Inter" panose="02000503000000020004"/>
      <p:regular r:id="rId23"/>
    </p:embeddedFont>
    <p:embeddedFont>
      <p:font typeface="Hanken Grotesk ExtraBold"/>
      <p:regular r:id="rId2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defaultTextStyle>
  <p:extLst>
    <p:ext uri="{EFAFB233-063F-42B5-8137-9DF3F51BA10A}">
      <p15:sldGuideLst xmlns:p15="http://schemas.microsoft.com/office/powerpoint/2012/main">
        <p15:guide id="1" orient="horz" pos="1620"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620"/>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4" Type="http://schemas.openxmlformats.org/officeDocument/2006/relationships/font" Target="fonts/font8.fntdata"/><Relationship Id="rId23" Type="http://schemas.openxmlformats.org/officeDocument/2006/relationships/font" Target="fonts/font7.fntdata"/><Relationship Id="rId22" Type="http://schemas.openxmlformats.org/officeDocument/2006/relationships/font" Target="fonts/font6.fntdata"/><Relationship Id="rId21" Type="http://schemas.openxmlformats.org/officeDocument/2006/relationships/font" Target="fonts/font5.fntdata"/><Relationship Id="rId20" Type="http://schemas.openxmlformats.org/officeDocument/2006/relationships/font" Target="fonts/font4.fntdata"/><Relationship Id="rId2" Type="http://schemas.openxmlformats.org/officeDocument/2006/relationships/theme" Target="theme/theme1.xml"/><Relationship Id="rId19" Type="http://schemas.openxmlformats.org/officeDocument/2006/relationships/font" Target="fonts/font3.fntdata"/><Relationship Id="rId18" Type="http://schemas.openxmlformats.org/officeDocument/2006/relationships/font" Target="fonts/font2.fntdata"/><Relationship Id="rId17" Type="http://schemas.openxmlformats.org/officeDocument/2006/relationships/font" Target="fonts/font1.fntdata"/><Relationship Id="rId16" Type="http://schemas.openxmlformats.org/officeDocument/2006/relationships/tableStyles" Target="tableStyles.xml"/><Relationship Id="rId15" Type="http://schemas.openxmlformats.org/officeDocument/2006/relationships/viewProps" Target="viewProps.xml"/><Relationship Id="rId14" Type="http://schemas.openxmlformats.org/officeDocument/2006/relationships/presProps" Target="presProps.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2" name="Shape 2"/>
        <p:cNvGrpSpPr/>
        <p:nvPr/>
      </p:nvGrpSpPr>
      <p:grpSpPr>
        <a:xfrm>
          <a:off x="0" y="0"/>
          <a:ext cx="0" cy="0"/>
          <a:chOff x="0" y="0"/>
          <a:chExt cx="0" cy="0"/>
        </a:xfrm>
      </p:grpSpPr>
      <p:sp>
        <p:nvSpPr>
          <p:cNvPr id="3" name="Google Shape;3;n"/>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51" name="Shape 151"/>
        <p:cNvGrpSpPr/>
        <p:nvPr/>
      </p:nvGrpSpPr>
      <p:grpSpPr>
        <a:xfrm>
          <a:off x="0" y="0"/>
          <a:ext cx="0" cy="0"/>
          <a:chOff x="0" y="0"/>
          <a:chExt cx="0" cy="0"/>
        </a:xfrm>
      </p:grpSpPr>
      <p:sp>
        <p:nvSpPr>
          <p:cNvPr id="152" name="Google Shape;152;SLIDES_API2056686659_0: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3" name="Google Shape;153;SLIDES_API2056686659_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6" name="Shape 116"/>
        <p:cNvGrpSpPr/>
        <p:nvPr/>
      </p:nvGrpSpPr>
      <p:grpSpPr>
        <a:xfrm>
          <a:off x="0" y="0"/>
          <a:ext cx="0" cy="0"/>
          <a:chOff x="0" y="0"/>
          <a:chExt cx="0" cy="0"/>
        </a:xfrm>
      </p:grpSpPr>
      <p:sp>
        <p:nvSpPr>
          <p:cNvPr id="117" name="Google Shape;117;SLIDES_API618050623_277: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18" name="Google Shape;118;SLIDES_API618050623_277:notes"/>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57" name="Shape 157"/>
        <p:cNvGrpSpPr/>
        <p:nvPr/>
      </p:nvGrpSpPr>
      <p:grpSpPr>
        <a:xfrm>
          <a:off x="0" y="0"/>
          <a:ext cx="0" cy="0"/>
          <a:chOff x="0" y="0"/>
          <a:chExt cx="0" cy="0"/>
        </a:xfrm>
      </p:grpSpPr>
      <p:sp>
        <p:nvSpPr>
          <p:cNvPr id="158" name="Google Shape;158;SLIDES_API2056686659_138: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9" name="Google Shape;159;SLIDES_API2056686659_138: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64" name="Shape 164"/>
        <p:cNvGrpSpPr/>
        <p:nvPr/>
      </p:nvGrpSpPr>
      <p:grpSpPr>
        <a:xfrm>
          <a:off x="0" y="0"/>
          <a:ext cx="0" cy="0"/>
          <a:chOff x="0" y="0"/>
          <a:chExt cx="0" cy="0"/>
        </a:xfrm>
      </p:grpSpPr>
      <p:sp>
        <p:nvSpPr>
          <p:cNvPr id="165" name="Google Shape;165;SLIDES_API2056686659_277: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6" name="Google Shape;166;SLIDES_API2056686659_277: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84" name="Shape 184"/>
        <p:cNvGrpSpPr/>
        <p:nvPr/>
      </p:nvGrpSpPr>
      <p:grpSpPr>
        <a:xfrm>
          <a:off x="0" y="0"/>
          <a:ext cx="0" cy="0"/>
          <a:chOff x="0" y="0"/>
          <a:chExt cx="0" cy="0"/>
        </a:xfrm>
      </p:grpSpPr>
      <p:sp>
        <p:nvSpPr>
          <p:cNvPr id="185" name="Google Shape;185;SLIDES_API2056686659_399: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6" name="Google Shape;186;SLIDES_API2056686659_399: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94" name="Shape 194"/>
        <p:cNvGrpSpPr/>
        <p:nvPr/>
      </p:nvGrpSpPr>
      <p:grpSpPr>
        <a:xfrm>
          <a:off x="0" y="0"/>
          <a:ext cx="0" cy="0"/>
          <a:chOff x="0" y="0"/>
          <a:chExt cx="0" cy="0"/>
        </a:xfrm>
      </p:grpSpPr>
      <p:sp>
        <p:nvSpPr>
          <p:cNvPr id="195" name="Google Shape;195;SLIDES_API2056686659_612: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6" name="Google Shape;196;SLIDES_API2056686659_612: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218" name="Shape 218"/>
        <p:cNvGrpSpPr/>
        <p:nvPr/>
      </p:nvGrpSpPr>
      <p:grpSpPr>
        <a:xfrm>
          <a:off x="0" y="0"/>
          <a:ext cx="0" cy="0"/>
          <a:chOff x="0" y="0"/>
          <a:chExt cx="0" cy="0"/>
        </a:xfrm>
      </p:grpSpPr>
      <p:sp>
        <p:nvSpPr>
          <p:cNvPr id="219" name="Google Shape;219;SLIDES_API2056686659_727: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0" name="Google Shape;220;SLIDES_API2056686659_727: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232" name="Shape 232"/>
        <p:cNvGrpSpPr/>
        <p:nvPr/>
      </p:nvGrpSpPr>
      <p:grpSpPr>
        <a:xfrm>
          <a:off x="0" y="0"/>
          <a:ext cx="0" cy="0"/>
          <a:chOff x="0" y="0"/>
          <a:chExt cx="0" cy="0"/>
        </a:xfrm>
      </p:grpSpPr>
      <p:sp>
        <p:nvSpPr>
          <p:cNvPr id="233" name="Google Shape;233;SLIDES_API2056686659_866: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34" name="Google Shape;234;SLIDES_API2056686659_866:notes"/>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245" name="Shape 245"/>
        <p:cNvGrpSpPr/>
        <p:nvPr/>
      </p:nvGrpSpPr>
      <p:grpSpPr>
        <a:xfrm>
          <a:off x="0" y="0"/>
          <a:ext cx="0" cy="0"/>
          <a:chOff x="0" y="0"/>
          <a:chExt cx="0" cy="0"/>
        </a:xfrm>
      </p:grpSpPr>
      <p:sp>
        <p:nvSpPr>
          <p:cNvPr id="246" name="Google Shape;246;SLIDES_API2056686659_1089: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7" name="Google Shape;247;SLIDES_API2056686659_1089: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Title slide">
  <p:cSld name="TITLE">
    <p:bg>
      <p:bgPr>
        <a:solidFill>
          <a:schemeClr val="lt2"/>
        </a:solidFill>
        <a:effectLst/>
      </p:bgPr>
    </p:bg>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 name="Google Shape;13;p2"/>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14" name="Google Shape;14;p2"/>
          <p:cNvSpPr txBox="1"/>
          <p:nvPr>
            <p:ph type="ctrTitle"/>
          </p:nvPr>
        </p:nvSpPr>
        <p:spPr>
          <a:xfrm>
            <a:off x="729450" y="1322450"/>
            <a:ext cx="7688100" cy="1664700"/>
          </a:xfrm>
          <a:prstGeom prst="rect">
            <a:avLst/>
          </a:prstGeom>
        </p:spPr>
        <p:txBody>
          <a:bodyPr spcFirstLastPara="1" wrap="square" lIns="91425" tIns="91425" rIns="91425" bIns="91425" anchor="t" anchorCtr="0">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5" name="Google Shape;15;p2"/>
          <p:cNvSpPr txBox="1"/>
          <p:nvPr>
            <p:ph type="subTitle" idx="1"/>
          </p:nvPr>
        </p:nvSpPr>
        <p:spPr>
          <a:xfrm>
            <a:off x="729627" y="3172900"/>
            <a:ext cx="7688100" cy="5412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6" name="Google Shape;16;p2"/>
          <p:cNvSpPr txBox="1"/>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bg>
      <p:bgPr>
        <a:solidFill>
          <a:schemeClr val="dk1"/>
        </a:solidFill>
        <a:effectLst/>
      </p:bgPr>
    </p:bg>
    <p:spTree>
      <p:nvGrpSpPr>
        <p:cNvPr id="17"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 name="Google Shape;20;p3"/>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21" name="Google Shape;21;p3"/>
          <p:cNvSpPr txBox="1"/>
          <p:nvPr>
            <p:ph type="title"/>
          </p:nvPr>
        </p:nvSpPr>
        <p:spPr>
          <a:xfrm>
            <a:off x="729450" y="1322450"/>
            <a:ext cx="7688400" cy="15186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2" name="Google Shape;22;p3"/>
          <p:cNvSpPr txBox="1"/>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 matchingName="Title and body">
  <p:cSld name="TITLE_AND_BODY">
    <p:spTree>
      <p:nvGrpSpPr>
        <p:cNvPr id="23"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 name="Google Shape;27;p4"/>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28" name="Google Shape;28;p4"/>
          <p:cNvSpPr txBox="1"/>
          <p:nvPr>
            <p:ph type="title"/>
          </p:nvPr>
        </p:nvSpPr>
        <p:spPr>
          <a:xfrm>
            <a:off x="729450" y="1318650"/>
            <a:ext cx="7688700" cy="535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29" name="Google Shape;29;p4"/>
          <p:cNvSpPr txBox="1"/>
          <p:nvPr>
            <p:ph type="body" idx="1"/>
          </p:nvPr>
        </p:nvSpPr>
        <p:spPr>
          <a:xfrm>
            <a:off x="729450" y="2078875"/>
            <a:ext cx="7688700" cy="22611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p:txBody>
      </p:sp>
      <p:sp>
        <p:nvSpPr>
          <p:cNvPr id="30" name="Google Shape;30;p4"/>
          <p:cNvSpPr txBox="1"/>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ColTx" matchingName="Title and two columns">
  <p:cSld name="TITLE_AND_TWO_COLUMNS">
    <p:spTree>
      <p:nvGrpSpPr>
        <p:cNvPr id="3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 name="Google Shape;35;p5"/>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36" name="Google Shape;36;p5"/>
          <p:cNvSpPr txBox="1"/>
          <p:nvPr>
            <p:ph type="title"/>
          </p:nvPr>
        </p:nvSpPr>
        <p:spPr>
          <a:xfrm>
            <a:off x="729450" y="1318650"/>
            <a:ext cx="7688400" cy="535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37" name="Google Shape;37;p5"/>
          <p:cNvSpPr txBox="1"/>
          <p:nvPr>
            <p:ph type="body" idx="1"/>
          </p:nvPr>
        </p:nvSpPr>
        <p:spPr>
          <a:xfrm>
            <a:off x="729325" y="2078875"/>
            <a:ext cx="3774300" cy="22611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p:txBody>
      </p:sp>
      <p:sp>
        <p:nvSpPr>
          <p:cNvPr id="38" name="Google Shape;38;p5"/>
          <p:cNvSpPr txBox="1"/>
          <p:nvPr>
            <p:ph type="body" idx="2"/>
          </p:nvPr>
        </p:nvSpPr>
        <p:spPr>
          <a:xfrm>
            <a:off x="4643604" y="2078875"/>
            <a:ext cx="3774300" cy="22611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p:txBody>
      </p:sp>
      <p:sp>
        <p:nvSpPr>
          <p:cNvPr id="39" name="Google Shape;39;p5"/>
          <p:cNvSpPr txBox="1"/>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40"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4" name="Google Shape;44;p6"/>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45" name="Google Shape;45;p6"/>
          <p:cNvSpPr txBox="1"/>
          <p:nvPr>
            <p:ph type="title"/>
          </p:nvPr>
        </p:nvSpPr>
        <p:spPr>
          <a:xfrm>
            <a:off x="729450" y="1318650"/>
            <a:ext cx="7688400" cy="535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46" name="Google Shape;46;p6"/>
          <p:cNvSpPr txBox="1"/>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47"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1" name="Google Shape;51;p7"/>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52" name="Google Shape;52;p7"/>
          <p:cNvSpPr txBox="1"/>
          <p:nvPr>
            <p:ph type="title"/>
          </p:nvPr>
        </p:nvSpPr>
        <p:spPr>
          <a:xfrm>
            <a:off x="730000" y="1318650"/>
            <a:ext cx="3300900" cy="13815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53" name="Google Shape;53;p7"/>
          <p:cNvSpPr txBox="1"/>
          <p:nvPr>
            <p:ph type="body" idx="1"/>
          </p:nvPr>
        </p:nvSpPr>
        <p:spPr>
          <a:xfrm>
            <a:off x="721225" y="2781725"/>
            <a:ext cx="3300900" cy="15975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p:txBody>
      </p:sp>
      <p:sp>
        <p:nvSpPr>
          <p:cNvPr id="54" name="Google Shape;54;p7"/>
          <p:cNvSpPr txBox="1"/>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55"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8" name="Google Shape;58;p8"/>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59" name="Google Shape;59;p8"/>
          <p:cNvSpPr txBox="1"/>
          <p:nvPr>
            <p:ph type="title"/>
          </p:nvPr>
        </p:nvSpPr>
        <p:spPr>
          <a:xfrm>
            <a:off x="729450" y="864300"/>
            <a:ext cx="7021200" cy="29850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0" name="Google Shape;60;p8"/>
          <p:cNvSpPr txBox="1"/>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5" name="Google Shape;65;p9"/>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66" name="Google Shape;66;p9"/>
          <p:cNvSpPr txBox="1"/>
          <p:nvPr>
            <p:ph type="title"/>
          </p:nvPr>
        </p:nvSpPr>
        <p:spPr>
          <a:xfrm>
            <a:off x="730000" y="1318650"/>
            <a:ext cx="3300900" cy="1687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67" name="Google Shape;67;p9"/>
          <p:cNvSpPr txBox="1"/>
          <p:nvPr>
            <p:ph type="subTitle" idx="1"/>
          </p:nvPr>
        </p:nvSpPr>
        <p:spPr>
          <a:xfrm>
            <a:off x="724950" y="3161525"/>
            <a:ext cx="3300900" cy="7590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68" name="Google Shape;68;p9"/>
          <p:cNvSpPr txBox="1"/>
          <p:nvPr>
            <p:ph type="body" idx="2"/>
          </p:nvPr>
        </p:nvSpPr>
        <p:spPr>
          <a:xfrm>
            <a:off x="5174225" y="1352625"/>
            <a:ext cx="3374400" cy="30255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p:txBody>
      </p:sp>
      <p:sp>
        <p:nvSpPr>
          <p:cNvPr id="69" name="Google Shape;69;p9"/>
          <p:cNvSpPr txBox="1"/>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70" name="Shape 70"/>
        <p:cNvGrpSpPr/>
        <p:nvPr/>
      </p:nvGrpSpPr>
      <p:grpSpPr>
        <a:xfrm>
          <a:off x="0" y="0"/>
          <a:ext cx="0" cy="0"/>
          <a:chOff x="0" y="0"/>
          <a:chExt cx="0" cy="0"/>
        </a:xfrm>
      </p:grpSpPr>
      <p:sp>
        <p:nvSpPr>
          <p:cNvPr id="71" name="Google Shape;71;p10"/>
          <p:cNvSpPr txBox="1"/>
          <p:nvPr>
            <p:ph type="body" idx="1"/>
          </p:nvPr>
        </p:nvSpPr>
        <p:spPr>
          <a:xfrm>
            <a:off x="724950" y="4372551"/>
            <a:ext cx="7697400" cy="4605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300"/>
              <a:buNone/>
              <a:defRPr/>
            </a:lvl1pPr>
          </a:lstStyle>
          <a:p/>
        </p:txBody>
      </p:sp>
      <p:sp>
        <p:nvSpPr>
          <p:cNvPr id="72" name="Google Shape;72;p10"/>
          <p:cNvSpPr txBox="1"/>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73"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6" name="Google Shape;76;p11"/>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77" name="Google Shape;77;p11"/>
          <p:cNvSpPr txBox="1"/>
          <p:nvPr>
            <p:ph type="title" hasCustomPrompt="1"/>
          </p:nvPr>
        </p:nvSpPr>
        <p:spPr>
          <a:xfrm>
            <a:off x="729450" y="733950"/>
            <a:ext cx="7688400" cy="12447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p:nvPr>
            <p:ph type="body" idx="1"/>
          </p:nvPr>
        </p:nvSpPr>
        <p:spPr>
          <a:xfrm>
            <a:off x="729450" y="2272888"/>
            <a:ext cx="7688400" cy="15804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Clr>
                <a:schemeClr val="lt1"/>
              </a:buClr>
              <a:buSzPts val="1300"/>
              <a:buChar char="●"/>
              <a:defRPr>
                <a:solidFill>
                  <a:schemeClr val="lt1"/>
                </a:solidFill>
              </a:defRPr>
            </a:lvl1pPr>
            <a:lvl2pPr marL="914400" lvl="1" indent="-298450">
              <a:spcBef>
                <a:spcPts val="0"/>
              </a:spcBef>
              <a:spcAft>
                <a:spcPts val="0"/>
              </a:spcAft>
              <a:buClr>
                <a:schemeClr val="lt1"/>
              </a:buClr>
              <a:buSzPts val="1100"/>
              <a:buChar char="○"/>
              <a:defRPr>
                <a:solidFill>
                  <a:schemeClr val="lt1"/>
                </a:solidFill>
              </a:defRPr>
            </a:lvl2pPr>
            <a:lvl3pPr marL="1371600" lvl="2" indent="-298450">
              <a:spcBef>
                <a:spcPts val="0"/>
              </a:spcBef>
              <a:spcAft>
                <a:spcPts val="0"/>
              </a:spcAft>
              <a:buClr>
                <a:schemeClr val="lt1"/>
              </a:buClr>
              <a:buSzPts val="1100"/>
              <a:buChar char="■"/>
              <a:defRPr>
                <a:solidFill>
                  <a:schemeClr val="lt1"/>
                </a:solidFill>
              </a:defRPr>
            </a:lvl3pPr>
            <a:lvl4pPr marL="1828800" lvl="3" indent="-298450">
              <a:spcBef>
                <a:spcPts val="0"/>
              </a:spcBef>
              <a:spcAft>
                <a:spcPts val="0"/>
              </a:spcAft>
              <a:buClr>
                <a:schemeClr val="lt1"/>
              </a:buClr>
              <a:buSzPts val="1100"/>
              <a:buChar char="●"/>
              <a:defRPr>
                <a:solidFill>
                  <a:schemeClr val="lt1"/>
                </a:solidFill>
              </a:defRPr>
            </a:lvl4pPr>
            <a:lvl5pPr marL="2286000" lvl="4" indent="-298450">
              <a:spcBef>
                <a:spcPts val="0"/>
              </a:spcBef>
              <a:spcAft>
                <a:spcPts val="0"/>
              </a:spcAft>
              <a:buClr>
                <a:schemeClr val="lt1"/>
              </a:buClr>
              <a:buSzPts val="1100"/>
              <a:buChar char="○"/>
              <a:defRPr>
                <a:solidFill>
                  <a:schemeClr val="lt1"/>
                </a:solidFill>
              </a:defRPr>
            </a:lvl5pPr>
            <a:lvl6pPr marL="2743200" lvl="5" indent="-298450">
              <a:spcBef>
                <a:spcPts val="0"/>
              </a:spcBef>
              <a:spcAft>
                <a:spcPts val="0"/>
              </a:spcAft>
              <a:buClr>
                <a:schemeClr val="lt1"/>
              </a:buClr>
              <a:buSzPts val="1100"/>
              <a:buChar char="■"/>
              <a:defRPr>
                <a:solidFill>
                  <a:schemeClr val="lt1"/>
                </a:solidFill>
              </a:defRPr>
            </a:lvl6pPr>
            <a:lvl7pPr marL="3200400" lvl="6" indent="-298450">
              <a:spcBef>
                <a:spcPts val="0"/>
              </a:spcBef>
              <a:spcAft>
                <a:spcPts val="0"/>
              </a:spcAft>
              <a:buClr>
                <a:schemeClr val="lt1"/>
              </a:buClr>
              <a:buSzPts val="1100"/>
              <a:buChar char="●"/>
              <a:defRPr>
                <a:solidFill>
                  <a:schemeClr val="lt1"/>
                </a:solidFill>
              </a:defRPr>
            </a:lvl7pPr>
            <a:lvl8pPr marL="3657600" lvl="7" indent="-298450">
              <a:spcBef>
                <a:spcPts val="0"/>
              </a:spcBef>
              <a:spcAft>
                <a:spcPts val="0"/>
              </a:spcAft>
              <a:buClr>
                <a:schemeClr val="lt1"/>
              </a:buClr>
              <a:buSzPts val="1100"/>
              <a:buChar char="○"/>
              <a:defRPr>
                <a:solidFill>
                  <a:schemeClr val="lt1"/>
                </a:solidFill>
              </a:defRPr>
            </a:lvl8pPr>
            <a:lvl9pPr marL="4114800" lvl="8" indent="-298450">
              <a:spcBef>
                <a:spcPts val="0"/>
              </a:spcBef>
              <a:spcAft>
                <a:spcPts val="0"/>
              </a:spcAft>
              <a:buClr>
                <a:schemeClr val="lt1"/>
              </a:buClr>
              <a:buSzPts val="1100"/>
              <a:buChar char="■"/>
              <a:defRPr>
                <a:solidFill>
                  <a:schemeClr val="lt1"/>
                </a:solidFill>
              </a:defRPr>
            </a:lvl9pPr>
          </a:lstStyle>
          <a:p/>
        </p:txBody>
      </p:sp>
      <p:sp>
        <p:nvSpPr>
          <p:cNvPr id="79" name="Google Shape;79;p11"/>
          <p:cNvSpPr txBox="1"/>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80" name="Shape 80"/>
        <p:cNvGrpSpPr/>
        <p:nvPr/>
      </p:nvGrpSpPr>
      <p:grpSpPr>
        <a:xfrm>
          <a:off x="0" y="0"/>
          <a:ext cx="0" cy="0"/>
          <a:chOff x="0" y="0"/>
          <a:chExt cx="0" cy="0"/>
        </a:xfrm>
      </p:grpSpPr>
      <p:sp>
        <p:nvSpPr>
          <p:cNvPr id="81" name="Google Shape;81;p12"/>
          <p:cNvSpPr txBox="1"/>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1">
  <p:cSld name="TITLE_1">
    <p:spTree>
      <p:nvGrpSpPr>
        <p:cNvPr id="82" name="Shape 82"/>
        <p:cNvGrpSpPr/>
        <p:nvPr/>
      </p:nvGrpSpPr>
      <p:grpSpPr>
        <a:xfrm>
          <a:off x="0" y="0"/>
          <a:ext cx="0" cy="0"/>
          <a:chOff x="0" y="0"/>
          <a:chExt cx="0" cy="0"/>
        </a:xfrm>
      </p:grpSpPr>
      <p:sp>
        <p:nvSpPr>
          <p:cNvPr id="83" name="Google Shape;83;p13"/>
          <p:cNvSpPr txBox="1"/>
          <p:nvPr>
            <p:ph type="ctrTitle"/>
          </p:nvPr>
        </p:nvSpPr>
        <p:spPr>
          <a:xfrm>
            <a:off x="1029150" y="1563750"/>
            <a:ext cx="5715000" cy="2016000"/>
          </a:xfrm>
          <a:prstGeom prst="rect">
            <a:avLst/>
          </a:prstGeom>
        </p:spPr>
        <p:txBody>
          <a:bodyPr spcFirstLastPara="1" wrap="square" lIns="91425" tIns="91425" rIns="91425" bIns="91425" anchor="ctr" anchorCtr="0">
            <a:normAutofit/>
          </a:bodyPr>
          <a:lstStyle>
            <a:lvl1pPr lvl="0">
              <a:spcBef>
                <a:spcPts val="0"/>
              </a:spcBef>
              <a:spcAft>
                <a:spcPts val="0"/>
              </a:spcAft>
              <a:buSzPts val="4000"/>
              <a:buFont typeface="Hanken Grotesk"/>
              <a:buNone/>
              <a:defRPr sz="4000" b="1">
                <a:latin typeface="Hanken Grotesk"/>
                <a:ea typeface="Hanken Grotesk"/>
                <a:cs typeface="Hanken Grotesk"/>
                <a:sym typeface="Hanken Grotesk"/>
              </a:defRPr>
            </a:lvl1pPr>
            <a:lvl2pPr lvl="1" algn="ctr">
              <a:spcBef>
                <a:spcPts val="0"/>
              </a:spcBef>
              <a:spcAft>
                <a:spcPts val="0"/>
              </a:spcAft>
              <a:buSzPts val="4000"/>
              <a:buFont typeface="Hanken Grotesk"/>
              <a:buNone/>
              <a:defRPr sz="4000" b="1">
                <a:latin typeface="Hanken Grotesk"/>
                <a:ea typeface="Hanken Grotesk"/>
                <a:cs typeface="Hanken Grotesk"/>
                <a:sym typeface="Hanken Grotesk"/>
              </a:defRPr>
            </a:lvl2pPr>
            <a:lvl3pPr lvl="2" algn="ctr">
              <a:spcBef>
                <a:spcPts val="0"/>
              </a:spcBef>
              <a:spcAft>
                <a:spcPts val="0"/>
              </a:spcAft>
              <a:buSzPts val="4000"/>
              <a:buFont typeface="Hanken Grotesk"/>
              <a:buNone/>
              <a:defRPr sz="4000" b="1">
                <a:latin typeface="Hanken Grotesk"/>
                <a:ea typeface="Hanken Grotesk"/>
                <a:cs typeface="Hanken Grotesk"/>
                <a:sym typeface="Hanken Grotesk"/>
              </a:defRPr>
            </a:lvl3pPr>
            <a:lvl4pPr lvl="3" algn="ctr">
              <a:spcBef>
                <a:spcPts val="0"/>
              </a:spcBef>
              <a:spcAft>
                <a:spcPts val="0"/>
              </a:spcAft>
              <a:buSzPts val="4000"/>
              <a:buFont typeface="Hanken Grotesk"/>
              <a:buNone/>
              <a:defRPr sz="4000" b="1">
                <a:latin typeface="Hanken Grotesk"/>
                <a:ea typeface="Hanken Grotesk"/>
                <a:cs typeface="Hanken Grotesk"/>
                <a:sym typeface="Hanken Grotesk"/>
              </a:defRPr>
            </a:lvl4pPr>
            <a:lvl5pPr lvl="4" algn="ctr">
              <a:spcBef>
                <a:spcPts val="0"/>
              </a:spcBef>
              <a:spcAft>
                <a:spcPts val="0"/>
              </a:spcAft>
              <a:buSzPts val="4000"/>
              <a:buFont typeface="Hanken Grotesk"/>
              <a:buNone/>
              <a:defRPr sz="4000" b="1">
                <a:latin typeface="Hanken Grotesk"/>
                <a:ea typeface="Hanken Grotesk"/>
                <a:cs typeface="Hanken Grotesk"/>
                <a:sym typeface="Hanken Grotesk"/>
              </a:defRPr>
            </a:lvl5pPr>
            <a:lvl6pPr lvl="5" algn="ctr">
              <a:spcBef>
                <a:spcPts val="0"/>
              </a:spcBef>
              <a:spcAft>
                <a:spcPts val="0"/>
              </a:spcAft>
              <a:buSzPts val="4000"/>
              <a:buFont typeface="Hanken Grotesk"/>
              <a:buNone/>
              <a:defRPr sz="4000" b="1">
                <a:latin typeface="Hanken Grotesk"/>
                <a:ea typeface="Hanken Grotesk"/>
                <a:cs typeface="Hanken Grotesk"/>
                <a:sym typeface="Hanken Grotesk"/>
              </a:defRPr>
            </a:lvl6pPr>
            <a:lvl7pPr lvl="6" algn="ctr">
              <a:spcBef>
                <a:spcPts val="0"/>
              </a:spcBef>
              <a:spcAft>
                <a:spcPts val="0"/>
              </a:spcAft>
              <a:buSzPts val="4000"/>
              <a:buFont typeface="Hanken Grotesk"/>
              <a:buNone/>
              <a:defRPr sz="4000" b="1">
                <a:latin typeface="Hanken Grotesk"/>
                <a:ea typeface="Hanken Grotesk"/>
                <a:cs typeface="Hanken Grotesk"/>
                <a:sym typeface="Hanken Grotesk"/>
              </a:defRPr>
            </a:lvl7pPr>
            <a:lvl8pPr lvl="7" algn="ctr">
              <a:spcBef>
                <a:spcPts val="0"/>
              </a:spcBef>
              <a:spcAft>
                <a:spcPts val="0"/>
              </a:spcAft>
              <a:buSzPts val="4000"/>
              <a:buFont typeface="Hanken Grotesk"/>
              <a:buNone/>
              <a:defRPr sz="4000" b="1">
                <a:latin typeface="Hanken Grotesk"/>
                <a:ea typeface="Hanken Grotesk"/>
                <a:cs typeface="Hanken Grotesk"/>
                <a:sym typeface="Hanken Grotesk"/>
              </a:defRPr>
            </a:lvl8pPr>
            <a:lvl9pPr lvl="8" algn="ctr">
              <a:spcBef>
                <a:spcPts val="0"/>
              </a:spcBef>
              <a:spcAft>
                <a:spcPts val="0"/>
              </a:spcAft>
              <a:buSzPts val="4000"/>
              <a:buFont typeface="Hanken Grotesk"/>
              <a:buNone/>
              <a:defRPr sz="4000" b="1">
                <a:latin typeface="Hanken Grotesk"/>
                <a:ea typeface="Hanken Grotesk"/>
                <a:cs typeface="Hanken Grotesk"/>
                <a:sym typeface="Hanken Grotesk"/>
              </a:defRPr>
            </a:lvl9pPr>
          </a:lstStyle>
          <a:p/>
        </p:txBody>
      </p:sp>
      <p:sp>
        <p:nvSpPr>
          <p:cNvPr id="84" name="Google Shape;84;p13"/>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Custom Layout 1">
  <p:cSld name="CUSTOM_2">
    <p:spTree>
      <p:nvGrpSpPr>
        <p:cNvPr id="85" name="Shape 85"/>
        <p:cNvGrpSpPr/>
        <p:nvPr/>
      </p:nvGrpSpPr>
      <p:grpSpPr>
        <a:xfrm>
          <a:off x="0" y="0"/>
          <a:ext cx="0" cy="0"/>
          <a:chOff x="0" y="0"/>
          <a:chExt cx="0" cy="0"/>
        </a:xfrm>
      </p:grpSpPr>
      <p:sp>
        <p:nvSpPr>
          <p:cNvPr id="86" name="Google Shape;86;p14"/>
          <p:cNvSpPr txBox="1"/>
          <p:nvPr>
            <p:ph type="title"/>
          </p:nvPr>
        </p:nvSpPr>
        <p:spPr>
          <a:xfrm>
            <a:off x="457200" y="445025"/>
            <a:ext cx="8229600" cy="572700"/>
          </a:xfrm>
          <a:prstGeom prst="rect">
            <a:avLst/>
          </a:prstGeom>
        </p:spPr>
        <p:txBody>
          <a:bodyPr spcFirstLastPara="1" wrap="square" lIns="91425" tIns="91425" rIns="91425" bIns="91425" anchor="ctr" anchorCtr="0">
            <a:normAutofit/>
          </a:bodyPr>
          <a:lstStyle>
            <a:lvl1pPr lvl="0">
              <a:spcBef>
                <a:spcPts val="0"/>
              </a:spcBef>
              <a:spcAft>
                <a:spcPts val="0"/>
              </a:spcAft>
              <a:buSzPts val="2800"/>
              <a:buFont typeface="Hanken Grotesk"/>
              <a:buNone/>
              <a:defRPr b="1">
                <a:latin typeface="Hanken Grotesk"/>
                <a:ea typeface="Hanken Grotesk"/>
                <a:cs typeface="Hanken Grotesk"/>
                <a:sym typeface="Hanken Grotesk"/>
              </a:defRPr>
            </a:lvl1pPr>
            <a:lvl2pPr lvl="1">
              <a:spcBef>
                <a:spcPts val="0"/>
              </a:spcBef>
              <a:spcAft>
                <a:spcPts val="0"/>
              </a:spcAft>
              <a:buSzPts val="2800"/>
              <a:buFont typeface="Hanken Grotesk"/>
              <a:buNone/>
              <a:defRPr b="1">
                <a:latin typeface="Hanken Grotesk"/>
                <a:ea typeface="Hanken Grotesk"/>
                <a:cs typeface="Hanken Grotesk"/>
                <a:sym typeface="Hanken Grotesk"/>
              </a:defRPr>
            </a:lvl2pPr>
            <a:lvl3pPr lvl="2">
              <a:spcBef>
                <a:spcPts val="0"/>
              </a:spcBef>
              <a:spcAft>
                <a:spcPts val="0"/>
              </a:spcAft>
              <a:buSzPts val="2800"/>
              <a:buFont typeface="Hanken Grotesk"/>
              <a:buNone/>
              <a:defRPr b="1">
                <a:latin typeface="Hanken Grotesk"/>
                <a:ea typeface="Hanken Grotesk"/>
                <a:cs typeface="Hanken Grotesk"/>
                <a:sym typeface="Hanken Grotesk"/>
              </a:defRPr>
            </a:lvl3pPr>
            <a:lvl4pPr lvl="3">
              <a:spcBef>
                <a:spcPts val="0"/>
              </a:spcBef>
              <a:spcAft>
                <a:spcPts val="0"/>
              </a:spcAft>
              <a:buSzPts val="2800"/>
              <a:buFont typeface="Hanken Grotesk"/>
              <a:buNone/>
              <a:defRPr b="1">
                <a:latin typeface="Hanken Grotesk"/>
                <a:ea typeface="Hanken Grotesk"/>
                <a:cs typeface="Hanken Grotesk"/>
                <a:sym typeface="Hanken Grotesk"/>
              </a:defRPr>
            </a:lvl4pPr>
            <a:lvl5pPr lvl="4">
              <a:spcBef>
                <a:spcPts val="0"/>
              </a:spcBef>
              <a:spcAft>
                <a:spcPts val="0"/>
              </a:spcAft>
              <a:buSzPts val="2800"/>
              <a:buFont typeface="Hanken Grotesk"/>
              <a:buNone/>
              <a:defRPr b="1">
                <a:latin typeface="Hanken Grotesk"/>
                <a:ea typeface="Hanken Grotesk"/>
                <a:cs typeface="Hanken Grotesk"/>
                <a:sym typeface="Hanken Grotesk"/>
              </a:defRPr>
            </a:lvl5pPr>
            <a:lvl6pPr lvl="5">
              <a:spcBef>
                <a:spcPts val="0"/>
              </a:spcBef>
              <a:spcAft>
                <a:spcPts val="0"/>
              </a:spcAft>
              <a:buSzPts val="2800"/>
              <a:buFont typeface="Hanken Grotesk"/>
              <a:buNone/>
              <a:defRPr b="1">
                <a:latin typeface="Hanken Grotesk"/>
                <a:ea typeface="Hanken Grotesk"/>
                <a:cs typeface="Hanken Grotesk"/>
                <a:sym typeface="Hanken Grotesk"/>
              </a:defRPr>
            </a:lvl6pPr>
            <a:lvl7pPr lvl="6">
              <a:spcBef>
                <a:spcPts val="0"/>
              </a:spcBef>
              <a:spcAft>
                <a:spcPts val="0"/>
              </a:spcAft>
              <a:buSzPts val="2800"/>
              <a:buFont typeface="Hanken Grotesk"/>
              <a:buNone/>
              <a:defRPr b="1">
                <a:latin typeface="Hanken Grotesk"/>
                <a:ea typeface="Hanken Grotesk"/>
                <a:cs typeface="Hanken Grotesk"/>
                <a:sym typeface="Hanken Grotesk"/>
              </a:defRPr>
            </a:lvl7pPr>
            <a:lvl8pPr lvl="7">
              <a:spcBef>
                <a:spcPts val="0"/>
              </a:spcBef>
              <a:spcAft>
                <a:spcPts val="0"/>
              </a:spcAft>
              <a:buSzPts val="2800"/>
              <a:buFont typeface="Hanken Grotesk"/>
              <a:buNone/>
              <a:defRPr b="1">
                <a:latin typeface="Hanken Grotesk"/>
                <a:ea typeface="Hanken Grotesk"/>
                <a:cs typeface="Hanken Grotesk"/>
                <a:sym typeface="Hanken Grotesk"/>
              </a:defRPr>
            </a:lvl8pPr>
            <a:lvl9pPr lvl="8">
              <a:spcBef>
                <a:spcPts val="0"/>
              </a:spcBef>
              <a:spcAft>
                <a:spcPts val="0"/>
              </a:spcAft>
              <a:buSzPts val="2800"/>
              <a:buFont typeface="Hanken Grotesk"/>
              <a:buNone/>
              <a:defRPr b="1">
                <a:latin typeface="Hanken Grotesk"/>
                <a:ea typeface="Hanken Grotesk"/>
                <a:cs typeface="Hanken Grotesk"/>
                <a:sym typeface="Hanken Grotesk"/>
              </a:defRPr>
            </a:lvl9pPr>
          </a:lstStyle>
          <a:p/>
        </p:txBody>
      </p:sp>
      <p:sp>
        <p:nvSpPr>
          <p:cNvPr id="87" name="Google Shape;87;p14"/>
          <p:cNvSpPr txBox="1"/>
          <p:nvPr>
            <p:ph type="body" idx="1"/>
          </p:nvPr>
        </p:nvSpPr>
        <p:spPr>
          <a:xfrm>
            <a:off x="457200" y="1140000"/>
            <a:ext cx="4114800" cy="34290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Clr>
                <a:schemeClr val="dk1"/>
              </a:buClr>
              <a:buSzPts val="1300"/>
              <a:buChar char="•"/>
              <a:defRPr>
                <a:solidFill>
                  <a:schemeClr val="dk1"/>
                </a:solidFill>
              </a:defRPr>
            </a:lvl1pPr>
            <a:lvl2pPr marL="914400" lvl="1" indent="-330200">
              <a:spcBef>
                <a:spcPts val="1000"/>
              </a:spcBef>
              <a:spcAft>
                <a:spcPts val="0"/>
              </a:spcAft>
              <a:buClr>
                <a:schemeClr val="dk1"/>
              </a:buClr>
              <a:buSzPts val="1600"/>
              <a:buChar char="○"/>
              <a:defRPr sz="1600">
                <a:solidFill>
                  <a:schemeClr val="dk1"/>
                </a:solidFill>
              </a:defRPr>
            </a:lvl2pPr>
            <a:lvl3pPr marL="1371600" lvl="2" indent="-330200">
              <a:spcBef>
                <a:spcPts val="1000"/>
              </a:spcBef>
              <a:spcAft>
                <a:spcPts val="0"/>
              </a:spcAft>
              <a:buClr>
                <a:schemeClr val="dk1"/>
              </a:buClr>
              <a:buSzPts val="1600"/>
              <a:buChar char="■"/>
              <a:defRPr sz="1600">
                <a:solidFill>
                  <a:schemeClr val="dk1"/>
                </a:solidFill>
              </a:defRPr>
            </a:lvl3pPr>
            <a:lvl4pPr marL="1828800" lvl="3" indent="-330200">
              <a:spcBef>
                <a:spcPts val="1000"/>
              </a:spcBef>
              <a:spcAft>
                <a:spcPts val="0"/>
              </a:spcAft>
              <a:buClr>
                <a:schemeClr val="dk1"/>
              </a:buClr>
              <a:buSzPts val="1600"/>
              <a:buChar char="●"/>
              <a:defRPr sz="1600">
                <a:solidFill>
                  <a:schemeClr val="dk1"/>
                </a:solidFill>
              </a:defRPr>
            </a:lvl4pPr>
            <a:lvl5pPr marL="2286000" lvl="4" indent="-330200">
              <a:spcBef>
                <a:spcPts val="1000"/>
              </a:spcBef>
              <a:spcAft>
                <a:spcPts val="0"/>
              </a:spcAft>
              <a:buClr>
                <a:schemeClr val="dk1"/>
              </a:buClr>
              <a:buSzPts val="1600"/>
              <a:buChar char="○"/>
              <a:defRPr sz="1600">
                <a:solidFill>
                  <a:schemeClr val="dk1"/>
                </a:solidFill>
              </a:defRPr>
            </a:lvl5pPr>
            <a:lvl6pPr marL="2743200" lvl="5" indent="-330200">
              <a:spcBef>
                <a:spcPts val="1000"/>
              </a:spcBef>
              <a:spcAft>
                <a:spcPts val="0"/>
              </a:spcAft>
              <a:buClr>
                <a:schemeClr val="dk1"/>
              </a:buClr>
              <a:buSzPts val="1600"/>
              <a:buChar char="■"/>
              <a:defRPr sz="1600">
                <a:solidFill>
                  <a:schemeClr val="dk1"/>
                </a:solidFill>
              </a:defRPr>
            </a:lvl6pPr>
            <a:lvl7pPr marL="3200400" lvl="6" indent="-330200">
              <a:spcBef>
                <a:spcPts val="1000"/>
              </a:spcBef>
              <a:spcAft>
                <a:spcPts val="0"/>
              </a:spcAft>
              <a:buClr>
                <a:schemeClr val="dk1"/>
              </a:buClr>
              <a:buSzPts val="1600"/>
              <a:buChar char="●"/>
              <a:defRPr sz="1600">
                <a:solidFill>
                  <a:schemeClr val="dk1"/>
                </a:solidFill>
              </a:defRPr>
            </a:lvl7pPr>
            <a:lvl8pPr marL="3657600" lvl="7" indent="-330200">
              <a:spcBef>
                <a:spcPts val="1000"/>
              </a:spcBef>
              <a:spcAft>
                <a:spcPts val="0"/>
              </a:spcAft>
              <a:buClr>
                <a:schemeClr val="dk1"/>
              </a:buClr>
              <a:buSzPts val="1600"/>
              <a:buChar char="○"/>
              <a:defRPr sz="1600">
                <a:solidFill>
                  <a:schemeClr val="dk1"/>
                </a:solidFill>
              </a:defRPr>
            </a:lvl8pPr>
            <a:lvl9pPr marL="4114800" lvl="8" indent="-330200">
              <a:spcBef>
                <a:spcPts val="1000"/>
              </a:spcBef>
              <a:spcAft>
                <a:spcPts val="1000"/>
              </a:spcAft>
              <a:buClr>
                <a:schemeClr val="dk1"/>
              </a:buClr>
              <a:buSzPts val="1600"/>
              <a:buChar char="■"/>
              <a:defRPr sz="1600">
                <a:solidFill>
                  <a:schemeClr val="dk1"/>
                </a:solidFill>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3-section-2 1 1">
  <p:cSld name="CUSTOM_3_2_1_1_1_1_1_2_1">
    <p:bg>
      <p:bgPr>
        <a:solidFill>
          <a:schemeClr val="lt1"/>
        </a:solidFill>
        <a:effectLst/>
      </p:bgPr>
    </p:bg>
    <p:spTree>
      <p:nvGrpSpPr>
        <p:cNvPr id="88" name="Shape 88"/>
        <p:cNvGrpSpPr/>
        <p:nvPr/>
      </p:nvGrpSpPr>
      <p:grpSpPr>
        <a:xfrm>
          <a:off x="0" y="0"/>
          <a:ext cx="0" cy="0"/>
          <a:chOff x="0" y="0"/>
          <a:chExt cx="0" cy="0"/>
        </a:xfrm>
      </p:grpSpPr>
      <p:sp>
        <p:nvSpPr>
          <p:cNvPr id="89" name="Google Shape;89;p15"/>
          <p:cNvSpPr txBox="1"/>
          <p:nvPr>
            <p:ph type="body" idx="1"/>
          </p:nvPr>
        </p:nvSpPr>
        <p:spPr>
          <a:xfrm>
            <a:off x="491175" y="1593548"/>
            <a:ext cx="3958800" cy="1266600"/>
          </a:xfrm>
          <a:prstGeom prst="rect">
            <a:avLst/>
          </a:prstGeom>
          <a:noFill/>
          <a:ln>
            <a:noFill/>
          </a:ln>
        </p:spPr>
        <p:txBody>
          <a:bodyPr spcFirstLastPara="1" wrap="square" lIns="91425" tIns="91425" rIns="91425" bIns="91425" anchor="t" anchorCtr="0">
            <a:normAutofit/>
          </a:bodyPr>
          <a:lstStyle>
            <a:lvl1pPr marL="457200" lvl="0" indent="-304800">
              <a:spcBef>
                <a:spcPts val="0"/>
              </a:spcBef>
              <a:spcAft>
                <a:spcPts val="0"/>
              </a:spcAft>
              <a:buClr>
                <a:schemeClr val="dk1"/>
              </a:buClr>
              <a:buSzPts val="1200"/>
              <a:buChar char="•"/>
              <a:defRPr sz="1200">
                <a:solidFill>
                  <a:schemeClr val="dk1"/>
                </a:solidFill>
              </a:defRPr>
            </a:lvl1pPr>
            <a:lvl2pPr marL="914400" lvl="1" indent="-304800">
              <a:spcBef>
                <a:spcPts val="1000"/>
              </a:spcBef>
              <a:spcAft>
                <a:spcPts val="0"/>
              </a:spcAft>
              <a:buClr>
                <a:schemeClr val="dk1"/>
              </a:buClr>
              <a:buSzPts val="1200"/>
              <a:buChar char="○"/>
              <a:defRPr sz="1200">
                <a:solidFill>
                  <a:schemeClr val="dk1"/>
                </a:solidFill>
              </a:defRPr>
            </a:lvl2pPr>
            <a:lvl3pPr marL="1371600" lvl="2" indent="-304800">
              <a:spcBef>
                <a:spcPts val="1000"/>
              </a:spcBef>
              <a:spcAft>
                <a:spcPts val="0"/>
              </a:spcAft>
              <a:buClr>
                <a:schemeClr val="dk1"/>
              </a:buClr>
              <a:buSzPts val="1200"/>
              <a:buChar char="■"/>
              <a:defRPr sz="1200">
                <a:solidFill>
                  <a:schemeClr val="dk1"/>
                </a:solidFill>
              </a:defRPr>
            </a:lvl3pPr>
            <a:lvl4pPr marL="1828800" lvl="3" indent="-304800">
              <a:spcBef>
                <a:spcPts val="1000"/>
              </a:spcBef>
              <a:spcAft>
                <a:spcPts val="0"/>
              </a:spcAft>
              <a:buClr>
                <a:schemeClr val="dk1"/>
              </a:buClr>
              <a:buSzPts val="1200"/>
              <a:buChar char="●"/>
              <a:defRPr sz="1200">
                <a:solidFill>
                  <a:schemeClr val="dk1"/>
                </a:solidFill>
              </a:defRPr>
            </a:lvl4pPr>
            <a:lvl5pPr marL="2286000" lvl="4" indent="-304800">
              <a:spcBef>
                <a:spcPts val="1000"/>
              </a:spcBef>
              <a:spcAft>
                <a:spcPts val="0"/>
              </a:spcAft>
              <a:buClr>
                <a:schemeClr val="dk1"/>
              </a:buClr>
              <a:buSzPts val="1200"/>
              <a:buChar char="○"/>
              <a:defRPr sz="1200">
                <a:solidFill>
                  <a:schemeClr val="dk1"/>
                </a:solidFill>
              </a:defRPr>
            </a:lvl5pPr>
            <a:lvl6pPr marL="2743200" lvl="5" indent="-304800">
              <a:spcBef>
                <a:spcPts val="1000"/>
              </a:spcBef>
              <a:spcAft>
                <a:spcPts val="0"/>
              </a:spcAft>
              <a:buClr>
                <a:schemeClr val="dk1"/>
              </a:buClr>
              <a:buSzPts val="1200"/>
              <a:buChar char="■"/>
              <a:defRPr sz="1200">
                <a:solidFill>
                  <a:schemeClr val="dk1"/>
                </a:solidFill>
              </a:defRPr>
            </a:lvl6pPr>
            <a:lvl7pPr marL="3200400" lvl="6" indent="-304800">
              <a:spcBef>
                <a:spcPts val="1000"/>
              </a:spcBef>
              <a:spcAft>
                <a:spcPts val="0"/>
              </a:spcAft>
              <a:buClr>
                <a:schemeClr val="dk1"/>
              </a:buClr>
              <a:buSzPts val="1200"/>
              <a:buChar char="●"/>
              <a:defRPr sz="1200">
                <a:solidFill>
                  <a:schemeClr val="dk1"/>
                </a:solidFill>
              </a:defRPr>
            </a:lvl7pPr>
            <a:lvl8pPr marL="3657600" lvl="7" indent="-304800">
              <a:spcBef>
                <a:spcPts val="1000"/>
              </a:spcBef>
              <a:spcAft>
                <a:spcPts val="0"/>
              </a:spcAft>
              <a:buClr>
                <a:schemeClr val="dk1"/>
              </a:buClr>
              <a:buSzPts val="1200"/>
              <a:buChar char="○"/>
              <a:defRPr sz="1200">
                <a:solidFill>
                  <a:schemeClr val="dk1"/>
                </a:solidFill>
              </a:defRPr>
            </a:lvl8pPr>
            <a:lvl9pPr marL="4114800" lvl="8" indent="-304800">
              <a:spcBef>
                <a:spcPts val="1000"/>
              </a:spcBef>
              <a:spcAft>
                <a:spcPts val="1000"/>
              </a:spcAft>
              <a:buClr>
                <a:schemeClr val="dk1"/>
              </a:buClr>
              <a:buSzPts val="1200"/>
              <a:buChar char="■"/>
              <a:defRPr sz="1200">
                <a:solidFill>
                  <a:schemeClr val="dk1"/>
                </a:solidFill>
              </a:defRPr>
            </a:lvl9pPr>
          </a:lstStyle>
          <a:p/>
        </p:txBody>
      </p:sp>
      <p:sp>
        <p:nvSpPr>
          <p:cNvPr id="90" name="Google Shape;90;p15"/>
          <p:cNvSpPr txBox="1"/>
          <p:nvPr>
            <p:ph type="subTitle" idx="2"/>
          </p:nvPr>
        </p:nvSpPr>
        <p:spPr>
          <a:xfrm>
            <a:off x="491175" y="1253075"/>
            <a:ext cx="3958800" cy="340500"/>
          </a:xfrm>
          <a:prstGeom prst="rect">
            <a:avLst/>
          </a:prstGeom>
        </p:spPr>
        <p:txBody>
          <a:bodyPr spcFirstLastPara="1" wrap="square" lIns="91425" tIns="0" rIns="91425" bIns="91425" anchor="t" anchorCtr="0">
            <a:noAutofit/>
          </a:bodyPr>
          <a:lstStyle>
            <a:lvl1pPr marL="0" marR="0" lvl="0" indent="0" algn="l">
              <a:lnSpc>
                <a:spcPct val="105000"/>
              </a:lnSpc>
              <a:spcBef>
                <a:spcPts val="0"/>
              </a:spcBef>
              <a:spcAft>
                <a:spcPts val="0"/>
              </a:spcAft>
              <a:buNone/>
              <a:defRPr sz="1600">
                <a:solidFill>
                  <a:schemeClr val="accent1"/>
                </a:solidFill>
                <a:latin typeface="Hanken Grotesk SemiBold"/>
                <a:ea typeface="Hanken Grotesk SemiBold"/>
                <a:cs typeface="Hanken Grotesk SemiBold"/>
                <a:sym typeface="Hanken Grotesk SemiBold"/>
              </a:defRPr>
            </a:lvl1pPr>
            <a:lvl2pPr lvl="1">
              <a:spcBef>
                <a:spcPts val="100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91" name="Google Shape;91;p15"/>
          <p:cNvSpPr txBox="1"/>
          <p:nvPr>
            <p:ph type="title"/>
          </p:nvPr>
        </p:nvSpPr>
        <p:spPr>
          <a:xfrm>
            <a:off x="457200" y="445025"/>
            <a:ext cx="8229600" cy="572700"/>
          </a:xfrm>
          <a:prstGeom prst="rect">
            <a:avLst/>
          </a:prstGeom>
        </p:spPr>
        <p:txBody>
          <a:bodyPr spcFirstLastPara="1" wrap="square" lIns="91425" tIns="91425" rIns="91425" bIns="91425" anchor="ctr" anchorCtr="0">
            <a:normAutofit/>
          </a:bodyPr>
          <a:lstStyle>
            <a:lvl1pPr lvl="0">
              <a:spcBef>
                <a:spcPts val="0"/>
              </a:spcBef>
              <a:spcAft>
                <a:spcPts val="0"/>
              </a:spcAft>
              <a:buSzPts val="2800"/>
              <a:buFont typeface="Hanken Grotesk"/>
              <a:buNone/>
              <a:defRPr b="1">
                <a:latin typeface="Hanken Grotesk"/>
                <a:ea typeface="Hanken Grotesk"/>
                <a:cs typeface="Hanken Grotesk"/>
                <a:sym typeface="Hanken Grotesk"/>
              </a:defRPr>
            </a:lvl1pPr>
            <a:lvl2pPr lvl="1">
              <a:spcBef>
                <a:spcPts val="0"/>
              </a:spcBef>
              <a:spcAft>
                <a:spcPts val="0"/>
              </a:spcAft>
              <a:buSzPts val="2800"/>
              <a:buFont typeface="Hanken Grotesk"/>
              <a:buNone/>
              <a:defRPr b="1">
                <a:latin typeface="Hanken Grotesk"/>
                <a:ea typeface="Hanken Grotesk"/>
                <a:cs typeface="Hanken Grotesk"/>
                <a:sym typeface="Hanken Grotesk"/>
              </a:defRPr>
            </a:lvl2pPr>
            <a:lvl3pPr lvl="2">
              <a:spcBef>
                <a:spcPts val="0"/>
              </a:spcBef>
              <a:spcAft>
                <a:spcPts val="0"/>
              </a:spcAft>
              <a:buSzPts val="2800"/>
              <a:buFont typeface="Hanken Grotesk"/>
              <a:buNone/>
              <a:defRPr b="1">
                <a:latin typeface="Hanken Grotesk"/>
                <a:ea typeface="Hanken Grotesk"/>
                <a:cs typeface="Hanken Grotesk"/>
                <a:sym typeface="Hanken Grotesk"/>
              </a:defRPr>
            </a:lvl3pPr>
            <a:lvl4pPr lvl="3">
              <a:spcBef>
                <a:spcPts val="0"/>
              </a:spcBef>
              <a:spcAft>
                <a:spcPts val="0"/>
              </a:spcAft>
              <a:buSzPts val="2800"/>
              <a:buFont typeface="Hanken Grotesk"/>
              <a:buNone/>
              <a:defRPr b="1">
                <a:latin typeface="Hanken Grotesk"/>
                <a:ea typeface="Hanken Grotesk"/>
                <a:cs typeface="Hanken Grotesk"/>
                <a:sym typeface="Hanken Grotesk"/>
              </a:defRPr>
            </a:lvl4pPr>
            <a:lvl5pPr lvl="4">
              <a:spcBef>
                <a:spcPts val="0"/>
              </a:spcBef>
              <a:spcAft>
                <a:spcPts val="0"/>
              </a:spcAft>
              <a:buSzPts val="2800"/>
              <a:buFont typeface="Hanken Grotesk"/>
              <a:buNone/>
              <a:defRPr b="1">
                <a:latin typeface="Hanken Grotesk"/>
                <a:ea typeface="Hanken Grotesk"/>
                <a:cs typeface="Hanken Grotesk"/>
                <a:sym typeface="Hanken Grotesk"/>
              </a:defRPr>
            </a:lvl5pPr>
            <a:lvl6pPr lvl="5">
              <a:spcBef>
                <a:spcPts val="0"/>
              </a:spcBef>
              <a:spcAft>
                <a:spcPts val="0"/>
              </a:spcAft>
              <a:buSzPts val="2800"/>
              <a:buFont typeface="Hanken Grotesk"/>
              <a:buNone/>
              <a:defRPr b="1">
                <a:latin typeface="Hanken Grotesk"/>
                <a:ea typeface="Hanken Grotesk"/>
                <a:cs typeface="Hanken Grotesk"/>
                <a:sym typeface="Hanken Grotesk"/>
              </a:defRPr>
            </a:lvl6pPr>
            <a:lvl7pPr lvl="6">
              <a:spcBef>
                <a:spcPts val="0"/>
              </a:spcBef>
              <a:spcAft>
                <a:spcPts val="0"/>
              </a:spcAft>
              <a:buSzPts val="2800"/>
              <a:buFont typeface="Hanken Grotesk"/>
              <a:buNone/>
              <a:defRPr b="1">
                <a:latin typeface="Hanken Grotesk"/>
                <a:ea typeface="Hanken Grotesk"/>
                <a:cs typeface="Hanken Grotesk"/>
                <a:sym typeface="Hanken Grotesk"/>
              </a:defRPr>
            </a:lvl7pPr>
            <a:lvl8pPr lvl="7">
              <a:spcBef>
                <a:spcPts val="0"/>
              </a:spcBef>
              <a:spcAft>
                <a:spcPts val="0"/>
              </a:spcAft>
              <a:buSzPts val="2800"/>
              <a:buFont typeface="Hanken Grotesk"/>
              <a:buNone/>
              <a:defRPr b="1">
                <a:latin typeface="Hanken Grotesk"/>
                <a:ea typeface="Hanken Grotesk"/>
                <a:cs typeface="Hanken Grotesk"/>
                <a:sym typeface="Hanken Grotesk"/>
              </a:defRPr>
            </a:lvl8pPr>
            <a:lvl9pPr lvl="8">
              <a:spcBef>
                <a:spcPts val="0"/>
              </a:spcBef>
              <a:spcAft>
                <a:spcPts val="0"/>
              </a:spcAft>
              <a:buSzPts val="2800"/>
              <a:buFont typeface="Hanken Grotesk"/>
              <a:buNone/>
              <a:defRPr b="1">
                <a:latin typeface="Hanken Grotesk"/>
                <a:ea typeface="Hanken Grotesk"/>
                <a:cs typeface="Hanken Grotesk"/>
                <a:sym typeface="Hanken Grotesk"/>
              </a:defRPr>
            </a:lvl9pPr>
          </a:lstStyle>
          <a:p/>
        </p:txBody>
      </p:sp>
      <p:sp>
        <p:nvSpPr>
          <p:cNvPr id="92" name="Google Shape;92;p15"/>
          <p:cNvSpPr txBox="1"/>
          <p:nvPr>
            <p:ph type="body" idx="3"/>
          </p:nvPr>
        </p:nvSpPr>
        <p:spPr>
          <a:xfrm>
            <a:off x="4762105" y="1593548"/>
            <a:ext cx="3958800" cy="1266600"/>
          </a:xfrm>
          <a:prstGeom prst="rect">
            <a:avLst/>
          </a:prstGeom>
          <a:noFill/>
          <a:ln>
            <a:noFill/>
          </a:ln>
        </p:spPr>
        <p:txBody>
          <a:bodyPr spcFirstLastPara="1" wrap="square" lIns="91425" tIns="91425" rIns="91425" bIns="91425" anchor="t" anchorCtr="0">
            <a:normAutofit/>
          </a:bodyPr>
          <a:lstStyle>
            <a:lvl1pPr marL="457200" lvl="0" indent="-304800">
              <a:spcBef>
                <a:spcPts val="0"/>
              </a:spcBef>
              <a:spcAft>
                <a:spcPts val="0"/>
              </a:spcAft>
              <a:buClr>
                <a:schemeClr val="dk1"/>
              </a:buClr>
              <a:buSzPts val="1200"/>
              <a:buChar char="•"/>
              <a:defRPr sz="1200">
                <a:solidFill>
                  <a:schemeClr val="dk1"/>
                </a:solidFill>
              </a:defRPr>
            </a:lvl1pPr>
            <a:lvl2pPr marL="914400" lvl="1" indent="-304800">
              <a:spcBef>
                <a:spcPts val="1000"/>
              </a:spcBef>
              <a:spcAft>
                <a:spcPts val="0"/>
              </a:spcAft>
              <a:buClr>
                <a:schemeClr val="dk1"/>
              </a:buClr>
              <a:buSzPts val="1200"/>
              <a:buChar char="○"/>
              <a:defRPr sz="1200">
                <a:solidFill>
                  <a:schemeClr val="dk1"/>
                </a:solidFill>
              </a:defRPr>
            </a:lvl2pPr>
            <a:lvl3pPr marL="1371600" lvl="2" indent="-304800">
              <a:spcBef>
                <a:spcPts val="1000"/>
              </a:spcBef>
              <a:spcAft>
                <a:spcPts val="0"/>
              </a:spcAft>
              <a:buClr>
                <a:schemeClr val="dk1"/>
              </a:buClr>
              <a:buSzPts val="1200"/>
              <a:buChar char="■"/>
              <a:defRPr sz="1200">
                <a:solidFill>
                  <a:schemeClr val="dk1"/>
                </a:solidFill>
              </a:defRPr>
            </a:lvl3pPr>
            <a:lvl4pPr marL="1828800" lvl="3" indent="-304800">
              <a:spcBef>
                <a:spcPts val="1000"/>
              </a:spcBef>
              <a:spcAft>
                <a:spcPts val="0"/>
              </a:spcAft>
              <a:buClr>
                <a:schemeClr val="dk1"/>
              </a:buClr>
              <a:buSzPts val="1200"/>
              <a:buChar char="●"/>
              <a:defRPr sz="1200">
                <a:solidFill>
                  <a:schemeClr val="dk1"/>
                </a:solidFill>
              </a:defRPr>
            </a:lvl4pPr>
            <a:lvl5pPr marL="2286000" lvl="4" indent="-304800">
              <a:spcBef>
                <a:spcPts val="1000"/>
              </a:spcBef>
              <a:spcAft>
                <a:spcPts val="0"/>
              </a:spcAft>
              <a:buClr>
                <a:schemeClr val="dk1"/>
              </a:buClr>
              <a:buSzPts val="1200"/>
              <a:buChar char="○"/>
              <a:defRPr sz="1200">
                <a:solidFill>
                  <a:schemeClr val="dk1"/>
                </a:solidFill>
              </a:defRPr>
            </a:lvl5pPr>
            <a:lvl6pPr marL="2743200" lvl="5" indent="-304800">
              <a:spcBef>
                <a:spcPts val="1000"/>
              </a:spcBef>
              <a:spcAft>
                <a:spcPts val="0"/>
              </a:spcAft>
              <a:buClr>
                <a:schemeClr val="dk1"/>
              </a:buClr>
              <a:buSzPts val="1200"/>
              <a:buChar char="■"/>
              <a:defRPr sz="1200">
                <a:solidFill>
                  <a:schemeClr val="dk1"/>
                </a:solidFill>
              </a:defRPr>
            </a:lvl6pPr>
            <a:lvl7pPr marL="3200400" lvl="6" indent="-304800">
              <a:spcBef>
                <a:spcPts val="1000"/>
              </a:spcBef>
              <a:spcAft>
                <a:spcPts val="0"/>
              </a:spcAft>
              <a:buClr>
                <a:schemeClr val="dk1"/>
              </a:buClr>
              <a:buSzPts val="1200"/>
              <a:buChar char="●"/>
              <a:defRPr sz="1200">
                <a:solidFill>
                  <a:schemeClr val="dk1"/>
                </a:solidFill>
              </a:defRPr>
            </a:lvl7pPr>
            <a:lvl8pPr marL="3657600" lvl="7" indent="-304800">
              <a:spcBef>
                <a:spcPts val="1000"/>
              </a:spcBef>
              <a:spcAft>
                <a:spcPts val="0"/>
              </a:spcAft>
              <a:buClr>
                <a:schemeClr val="dk1"/>
              </a:buClr>
              <a:buSzPts val="1200"/>
              <a:buChar char="○"/>
              <a:defRPr sz="1200">
                <a:solidFill>
                  <a:schemeClr val="dk1"/>
                </a:solidFill>
              </a:defRPr>
            </a:lvl8pPr>
            <a:lvl9pPr marL="4114800" lvl="8" indent="-304800">
              <a:spcBef>
                <a:spcPts val="1000"/>
              </a:spcBef>
              <a:spcAft>
                <a:spcPts val="1000"/>
              </a:spcAft>
              <a:buClr>
                <a:schemeClr val="dk1"/>
              </a:buClr>
              <a:buSzPts val="1200"/>
              <a:buChar char="■"/>
              <a:defRPr sz="1200">
                <a:solidFill>
                  <a:schemeClr val="dk1"/>
                </a:solidFill>
              </a:defRPr>
            </a:lvl9pPr>
          </a:lstStyle>
          <a:p/>
        </p:txBody>
      </p:sp>
      <p:sp>
        <p:nvSpPr>
          <p:cNvPr id="93" name="Google Shape;93;p15"/>
          <p:cNvSpPr txBox="1"/>
          <p:nvPr>
            <p:ph type="subTitle" idx="4"/>
          </p:nvPr>
        </p:nvSpPr>
        <p:spPr>
          <a:xfrm>
            <a:off x="4762102" y="1253075"/>
            <a:ext cx="3958800" cy="340500"/>
          </a:xfrm>
          <a:prstGeom prst="rect">
            <a:avLst/>
          </a:prstGeom>
        </p:spPr>
        <p:txBody>
          <a:bodyPr spcFirstLastPara="1" wrap="square" lIns="91425" tIns="0" rIns="91425" bIns="91425" anchor="t" anchorCtr="0">
            <a:noAutofit/>
          </a:bodyPr>
          <a:lstStyle>
            <a:lvl1pPr marL="0" marR="0" lvl="0" indent="0" algn="l">
              <a:lnSpc>
                <a:spcPct val="105000"/>
              </a:lnSpc>
              <a:spcBef>
                <a:spcPts val="0"/>
              </a:spcBef>
              <a:spcAft>
                <a:spcPts val="0"/>
              </a:spcAft>
              <a:buNone/>
              <a:defRPr sz="1600">
                <a:solidFill>
                  <a:schemeClr val="accent1"/>
                </a:solidFill>
                <a:latin typeface="Hanken Grotesk SemiBold"/>
                <a:ea typeface="Hanken Grotesk SemiBold"/>
                <a:cs typeface="Hanken Grotesk SemiBold"/>
                <a:sym typeface="Hanken Grotesk SemiBold"/>
              </a:defRPr>
            </a:lvl1pPr>
            <a:lvl2pPr lvl="1">
              <a:spcBef>
                <a:spcPts val="100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94" name="Google Shape;94;p15"/>
          <p:cNvSpPr txBox="1"/>
          <p:nvPr>
            <p:ph type="body" idx="5"/>
          </p:nvPr>
        </p:nvSpPr>
        <p:spPr>
          <a:xfrm>
            <a:off x="491113" y="3393823"/>
            <a:ext cx="3958800" cy="1266600"/>
          </a:xfrm>
          <a:prstGeom prst="rect">
            <a:avLst/>
          </a:prstGeom>
          <a:noFill/>
          <a:ln>
            <a:noFill/>
          </a:ln>
        </p:spPr>
        <p:txBody>
          <a:bodyPr spcFirstLastPara="1" wrap="square" lIns="91425" tIns="91425" rIns="91425" bIns="91425" anchor="t" anchorCtr="0">
            <a:normAutofit/>
          </a:bodyPr>
          <a:lstStyle>
            <a:lvl1pPr marL="457200" lvl="0" indent="-304800">
              <a:spcBef>
                <a:spcPts val="0"/>
              </a:spcBef>
              <a:spcAft>
                <a:spcPts val="0"/>
              </a:spcAft>
              <a:buClr>
                <a:schemeClr val="dk1"/>
              </a:buClr>
              <a:buSzPts val="1200"/>
              <a:buChar char="•"/>
              <a:defRPr sz="1200">
                <a:solidFill>
                  <a:schemeClr val="dk1"/>
                </a:solidFill>
              </a:defRPr>
            </a:lvl1pPr>
            <a:lvl2pPr marL="914400" lvl="1" indent="-304800">
              <a:spcBef>
                <a:spcPts val="1000"/>
              </a:spcBef>
              <a:spcAft>
                <a:spcPts val="0"/>
              </a:spcAft>
              <a:buClr>
                <a:schemeClr val="dk1"/>
              </a:buClr>
              <a:buSzPts val="1200"/>
              <a:buChar char="○"/>
              <a:defRPr sz="1200">
                <a:solidFill>
                  <a:schemeClr val="dk1"/>
                </a:solidFill>
              </a:defRPr>
            </a:lvl2pPr>
            <a:lvl3pPr marL="1371600" lvl="2" indent="-304800">
              <a:spcBef>
                <a:spcPts val="1000"/>
              </a:spcBef>
              <a:spcAft>
                <a:spcPts val="0"/>
              </a:spcAft>
              <a:buClr>
                <a:schemeClr val="dk1"/>
              </a:buClr>
              <a:buSzPts val="1200"/>
              <a:buChar char="■"/>
              <a:defRPr sz="1200">
                <a:solidFill>
                  <a:schemeClr val="dk1"/>
                </a:solidFill>
              </a:defRPr>
            </a:lvl3pPr>
            <a:lvl4pPr marL="1828800" lvl="3" indent="-304800">
              <a:spcBef>
                <a:spcPts val="1000"/>
              </a:spcBef>
              <a:spcAft>
                <a:spcPts val="0"/>
              </a:spcAft>
              <a:buClr>
                <a:schemeClr val="dk1"/>
              </a:buClr>
              <a:buSzPts val="1200"/>
              <a:buChar char="●"/>
              <a:defRPr sz="1200">
                <a:solidFill>
                  <a:schemeClr val="dk1"/>
                </a:solidFill>
              </a:defRPr>
            </a:lvl4pPr>
            <a:lvl5pPr marL="2286000" lvl="4" indent="-304800">
              <a:spcBef>
                <a:spcPts val="1000"/>
              </a:spcBef>
              <a:spcAft>
                <a:spcPts val="0"/>
              </a:spcAft>
              <a:buClr>
                <a:schemeClr val="dk1"/>
              </a:buClr>
              <a:buSzPts val="1200"/>
              <a:buChar char="○"/>
              <a:defRPr sz="1200">
                <a:solidFill>
                  <a:schemeClr val="dk1"/>
                </a:solidFill>
              </a:defRPr>
            </a:lvl5pPr>
            <a:lvl6pPr marL="2743200" lvl="5" indent="-304800">
              <a:spcBef>
                <a:spcPts val="1000"/>
              </a:spcBef>
              <a:spcAft>
                <a:spcPts val="0"/>
              </a:spcAft>
              <a:buClr>
                <a:schemeClr val="dk1"/>
              </a:buClr>
              <a:buSzPts val="1200"/>
              <a:buChar char="■"/>
              <a:defRPr sz="1200">
                <a:solidFill>
                  <a:schemeClr val="dk1"/>
                </a:solidFill>
              </a:defRPr>
            </a:lvl6pPr>
            <a:lvl7pPr marL="3200400" lvl="6" indent="-304800">
              <a:spcBef>
                <a:spcPts val="1000"/>
              </a:spcBef>
              <a:spcAft>
                <a:spcPts val="0"/>
              </a:spcAft>
              <a:buClr>
                <a:schemeClr val="dk1"/>
              </a:buClr>
              <a:buSzPts val="1200"/>
              <a:buChar char="●"/>
              <a:defRPr sz="1200">
                <a:solidFill>
                  <a:schemeClr val="dk1"/>
                </a:solidFill>
              </a:defRPr>
            </a:lvl7pPr>
            <a:lvl8pPr marL="3657600" lvl="7" indent="-304800">
              <a:spcBef>
                <a:spcPts val="1000"/>
              </a:spcBef>
              <a:spcAft>
                <a:spcPts val="0"/>
              </a:spcAft>
              <a:buClr>
                <a:schemeClr val="dk1"/>
              </a:buClr>
              <a:buSzPts val="1200"/>
              <a:buChar char="○"/>
              <a:defRPr sz="1200">
                <a:solidFill>
                  <a:schemeClr val="dk1"/>
                </a:solidFill>
              </a:defRPr>
            </a:lvl8pPr>
            <a:lvl9pPr marL="4114800" lvl="8" indent="-304800">
              <a:spcBef>
                <a:spcPts val="1000"/>
              </a:spcBef>
              <a:spcAft>
                <a:spcPts val="1000"/>
              </a:spcAft>
              <a:buClr>
                <a:schemeClr val="dk1"/>
              </a:buClr>
              <a:buSzPts val="1200"/>
              <a:buChar char="■"/>
              <a:defRPr sz="1200">
                <a:solidFill>
                  <a:schemeClr val="dk1"/>
                </a:solidFill>
              </a:defRPr>
            </a:lvl9pPr>
          </a:lstStyle>
          <a:p/>
        </p:txBody>
      </p:sp>
      <p:sp>
        <p:nvSpPr>
          <p:cNvPr id="95" name="Google Shape;95;p15"/>
          <p:cNvSpPr txBox="1"/>
          <p:nvPr>
            <p:ph type="subTitle" idx="6"/>
          </p:nvPr>
        </p:nvSpPr>
        <p:spPr>
          <a:xfrm>
            <a:off x="491113" y="3053350"/>
            <a:ext cx="3958800" cy="340500"/>
          </a:xfrm>
          <a:prstGeom prst="rect">
            <a:avLst/>
          </a:prstGeom>
        </p:spPr>
        <p:txBody>
          <a:bodyPr spcFirstLastPara="1" wrap="square" lIns="91425" tIns="0" rIns="91425" bIns="91425" anchor="t" anchorCtr="0">
            <a:noAutofit/>
          </a:bodyPr>
          <a:lstStyle>
            <a:lvl1pPr marL="0" marR="0" lvl="0" indent="0" algn="l">
              <a:lnSpc>
                <a:spcPct val="105000"/>
              </a:lnSpc>
              <a:spcBef>
                <a:spcPts val="0"/>
              </a:spcBef>
              <a:spcAft>
                <a:spcPts val="0"/>
              </a:spcAft>
              <a:buNone/>
              <a:defRPr sz="1600">
                <a:solidFill>
                  <a:schemeClr val="accent1"/>
                </a:solidFill>
                <a:latin typeface="Hanken Grotesk SemiBold"/>
                <a:ea typeface="Hanken Grotesk SemiBold"/>
                <a:cs typeface="Hanken Grotesk SemiBold"/>
                <a:sym typeface="Hanken Grotesk SemiBold"/>
              </a:defRPr>
            </a:lvl1pPr>
            <a:lvl2pPr lvl="1">
              <a:spcBef>
                <a:spcPts val="100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96" name="Google Shape;96;p15"/>
          <p:cNvSpPr txBox="1"/>
          <p:nvPr>
            <p:ph type="body" idx="7"/>
          </p:nvPr>
        </p:nvSpPr>
        <p:spPr>
          <a:xfrm>
            <a:off x="4762042" y="3393823"/>
            <a:ext cx="3958800" cy="1266600"/>
          </a:xfrm>
          <a:prstGeom prst="rect">
            <a:avLst/>
          </a:prstGeom>
          <a:noFill/>
          <a:ln>
            <a:noFill/>
          </a:ln>
        </p:spPr>
        <p:txBody>
          <a:bodyPr spcFirstLastPara="1" wrap="square" lIns="91425" tIns="91425" rIns="91425" bIns="91425" anchor="t" anchorCtr="0">
            <a:normAutofit/>
          </a:bodyPr>
          <a:lstStyle>
            <a:lvl1pPr marL="457200" lvl="0" indent="-304800">
              <a:spcBef>
                <a:spcPts val="0"/>
              </a:spcBef>
              <a:spcAft>
                <a:spcPts val="0"/>
              </a:spcAft>
              <a:buClr>
                <a:schemeClr val="dk1"/>
              </a:buClr>
              <a:buSzPts val="1200"/>
              <a:buChar char="•"/>
              <a:defRPr sz="1200">
                <a:solidFill>
                  <a:schemeClr val="dk1"/>
                </a:solidFill>
              </a:defRPr>
            </a:lvl1pPr>
            <a:lvl2pPr marL="914400" lvl="1" indent="-304800">
              <a:spcBef>
                <a:spcPts val="1000"/>
              </a:spcBef>
              <a:spcAft>
                <a:spcPts val="0"/>
              </a:spcAft>
              <a:buClr>
                <a:schemeClr val="dk1"/>
              </a:buClr>
              <a:buSzPts val="1200"/>
              <a:buChar char="○"/>
              <a:defRPr sz="1200">
                <a:solidFill>
                  <a:schemeClr val="dk1"/>
                </a:solidFill>
              </a:defRPr>
            </a:lvl2pPr>
            <a:lvl3pPr marL="1371600" lvl="2" indent="-304800">
              <a:spcBef>
                <a:spcPts val="1000"/>
              </a:spcBef>
              <a:spcAft>
                <a:spcPts val="0"/>
              </a:spcAft>
              <a:buClr>
                <a:schemeClr val="dk1"/>
              </a:buClr>
              <a:buSzPts val="1200"/>
              <a:buChar char="■"/>
              <a:defRPr sz="1200">
                <a:solidFill>
                  <a:schemeClr val="dk1"/>
                </a:solidFill>
              </a:defRPr>
            </a:lvl3pPr>
            <a:lvl4pPr marL="1828800" lvl="3" indent="-304800">
              <a:spcBef>
                <a:spcPts val="1000"/>
              </a:spcBef>
              <a:spcAft>
                <a:spcPts val="0"/>
              </a:spcAft>
              <a:buClr>
                <a:schemeClr val="dk1"/>
              </a:buClr>
              <a:buSzPts val="1200"/>
              <a:buChar char="●"/>
              <a:defRPr sz="1200">
                <a:solidFill>
                  <a:schemeClr val="dk1"/>
                </a:solidFill>
              </a:defRPr>
            </a:lvl4pPr>
            <a:lvl5pPr marL="2286000" lvl="4" indent="-304800">
              <a:spcBef>
                <a:spcPts val="1000"/>
              </a:spcBef>
              <a:spcAft>
                <a:spcPts val="0"/>
              </a:spcAft>
              <a:buClr>
                <a:schemeClr val="dk1"/>
              </a:buClr>
              <a:buSzPts val="1200"/>
              <a:buChar char="○"/>
              <a:defRPr sz="1200">
                <a:solidFill>
                  <a:schemeClr val="dk1"/>
                </a:solidFill>
              </a:defRPr>
            </a:lvl5pPr>
            <a:lvl6pPr marL="2743200" lvl="5" indent="-304800">
              <a:spcBef>
                <a:spcPts val="1000"/>
              </a:spcBef>
              <a:spcAft>
                <a:spcPts val="0"/>
              </a:spcAft>
              <a:buClr>
                <a:schemeClr val="dk1"/>
              </a:buClr>
              <a:buSzPts val="1200"/>
              <a:buChar char="■"/>
              <a:defRPr sz="1200">
                <a:solidFill>
                  <a:schemeClr val="dk1"/>
                </a:solidFill>
              </a:defRPr>
            </a:lvl6pPr>
            <a:lvl7pPr marL="3200400" lvl="6" indent="-304800">
              <a:spcBef>
                <a:spcPts val="1000"/>
              </a:spcBef>
              <a:spcAft>
                <a:spcPts val="0"/>
              </a:spcAft>
              <a:buClr>
                <a:schemeClr val="dk1"/>
              </a:buClr>
              <a:buSzPts val="1200"/>
              <a:buChar char="●"/>
              <a:defRPr sz="1200">
                <a:solidFill>
                  <a:schemeClr val="dk1"/>
                </a:solidFill>
              </a:defRPr>
            </a:lvl7pPr>
            <a:lvl8pPr marL="3657600" lvl="7" indent="-304800">
              <a:spcBef>
                <a:spcPts val="1000"/>
              </a:spcBef>
              <a:spcAft>
                <a:spcPts val="0"/>
              </a:spcAft>
              <a:buClr>
                <a:schemeClr val="dk1"/>
              </a:buClr>
              <a:buSzPts val="1200"/>
              <a:buChar char="○"/>
              <a:defRPr sz="1200">
                <a:solidFill>
                  <a:schemeClr val="dk1"/>
                </a:solidFill>
              </a:defRPr>
            </a:lvl8pPr>
            <a:lvl9pPr marL="4114800" lvl="8" indent="-304800">
              <a:spcBef>
                <a:spcPts val="1000"/>
              </a:spcBef>
              <a:spcAft>
                <a:spcPts val="1000"/>
              </a:spcAft>
              <a:buClr>
                <a:schemeClr val="dk1"/>
              </a:buClr>
              <a:buSzPts val="1200"/>
              <a:buChar char="■"/>
              <a:defRPr sz="1200">
                <a:solidFill>
                  <a:schemeClr val="dk1"/>
                </a:solidFill>
              </a:defRPr>
            </a:lvl9pPr>
          </a:lstStyle>
          <a:p/>
        </p:txBody>
      </p:sp>
      <p:sp>
        <p:nvSpPr>
          <p:cNvPr id="97" name="Google Shape;97;p15"/>
          <p:cNvSpPr txBox="1"/>
          <p:nvPr>
            <p:ph type="subTitle" idx="8"/>
          </p:nvPr>
        </p:nvSpPr>
        <p:spPr>
          <a:xfrm>
            <a:off x="4762040" y="3053350"/>
            <a:ext cx="3958800" cy="340500"/>
          </a:xfrm>
          <a:prstGeom prst="rect">
            <a:avLst/>
          </a:prstGeom>
        </p:spPr>
        <p:txBody>
          <a:bodyPr spcFirstLastPara="1" wrap="square" lIns="91425" tIns="0" rIns="91425" bIns="91425" anchor="t" anchorCtr="0">
            <a:noAutofit/>
          </a:bodyPr>
          <a:lstStyle>
            <a:lvl1pPr marL="0" marR="0" lvl="0" indent="0" algn="l">
              <a:lnSpc>
                <a:spcPct val="105000"/>
              </a:lnSpc>
              <a:spcBef>
                <a:spcPts val="0"/>
              </a:spcBef>
              <a:spcAft>
                <a:spcPts val="0"/>
              </a:spcAft>
              <a:buNone/>
              <a:defRPr sz="1600">
                <a:solidFill>
                  <a:schemeClr val="accent1"/>
                </a:solidFill>
                <a:latin typeface="Hanken Grotesk SemiBold"/>
                <a:ea typeface="Hanken Grotesk SemiBold"/>
                <a:cs typeface="Hanken Grotesk SemiBold"/>
                <a:sym typeface="Hanken Grotesk SemiBold"/>
              </a:defRPr>
            </a:lvl1pPr>
            <a:lvl2pPr lvl="1">
              <a:spcBef>
                <a:spcPts val="100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Custom Layout 2 1">
  <p:cSld name="CUSTOM_3_1">
    <p:spTree>
      <p:nvGrpSpPr>
        <p:cNvPr id="98" name="Shape 98"/>
        <p:cNvGrpSpPr/>
        <p:nvPr/>
      </p:nvGrpSpPr>
      <p:grpSpPr>
        <a:xfrm>
          <a:off x="0" y="0"/>
          <a:ext cx="0" cy="0"/>
          <a:chOff x="0" y="0"/>
          <a:chExt cx="0" cy="0"/>
        </a:xfrm>
      </p:grpSpPr>
      <p:sp>
        <p:nvSpPr>
          <p:cNvPr id="99" name="Google Shape;99;p16"/>
          <p:cNvSpPr txBox="1"/>
          <p:nvPr>
            <p:ph type="title"/>
          </p:nvPr>
        </p:nvSpPr>
        <p:spPr>
          <a:xfrm>
            <a:off x="457200" y="446225"/>
            <a:ext cx="8229600" cy="572700"/>
          </a:xfrm>
          <a:prstGeom prst="rect">
            <a:avLst/>
          </a:prstGeom>
        </p:spPr>
        <p:txBody>
          <a:bodyPr spcFirstLastPara="1" wrap="square" lIns="91425" tIns="91425" rIns="91425" bIns="91425" anchor="ctr"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0" name="Google Shape;100;p16"/>
          <p:cNvSpPr txBox="1"/>
          <p:nvPr>
            <p:ph type="body" idx="1"/>
          </p:nvPr>
        </p:nvSpPr>
        <p:spPr>
          <a:xfrm>
            <a:off x="457200" y="1834900"/>
            <a:ext cx="3776100" cy="27342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Clr>
                <a:schemeClr val="accent1"/>
              </a:buClr>
              <a:buSzPts val="1400"/>
              <a:buChar char="•"/>
              <a:defRPr sz="1400">
                <a:solidFill>
                  <a:schemeClr val="dk1"/>
                </a:solidFill>
              </a:defRPr>
            </a:lvl1pPr>
            <a:lvl2pPr marL="914400" lvl="1" indent="-304800">
              <a:spcBef>
                <a:spcPts val="1000"/>
              </a:spcBef>
              <a:spcAft>
                <a:spcPts val="0"/>
              </a:spcAft>
              <a:buClr>
                <a:schemeClr val="accent1"/>
              </a:buClr>
              <a:buSzPts val="1200"/>
              <a:buChar char="–"/>
              <a:defRPr sz="1200">
                <a:solidFill>
                  <a:schemeClr val="dk1"/>
                </a:solidFill>
              </a:defRPr>
            </a:lvl2pPr>
            <a:lvl3pPr marL="1371600" lvl="2" indent="-304800">
              <a:spcBef>
                <a:spcPts val="1000"/>
              </a:spcBef>
              <a:spcAft>
                <a:spcPts val="0"/>
              </a:spcAft>
              <a:buClr>
                <a:schemeClr val="dk1"/>
              </a:buClr>
              <a:buSzPts val="1200"/>
              <a:buChar char="◦"/>
              <a:defRPr sz="1200">
                <a:solidFill>
                  <a:schemeClr val="dk1"/>
                </a:solidFill>
              </a:defRPr>
            </a:lvl3pPr>
            <a:lvl4pPr marL="1828800" lvl="3" indent="-304800">
              <a:spcBef>
                <a:spcPts val="1000"/>
              </a:spcBef>
              <a:spcAft>
                <a:spcPts val="0"/>
              </a:spcAft>
              <a:buClr>
                <a:schemeClr val="dk1"/>
              </a:buClr>
              <a:buSzPts val="1200"/>
              <a:buChar char="•"/>
              <a:defRPr sz="1200">
                <a:solidFill>
                  <a:schemeClr val="dk1"/>
                </a:solidFill>
              </a:defRPr>
            </a:lvl4pPr>
            <a:lvl5pPr marL="2286000" lvl="4" indent="-304800">
              <a:spcBef>
                <a:spcPts val="1000"/>
              </a:spcBef>
              <a:spcAft>
                <a:spcPts val="0"/>
              </a:spcAft>
              <a:buClr>
                <a:schemeClr val="dk1"/>
              </a:buClr>
              <a:buSzPts val="1200"/>
              <a:buChar char="•"/>
              <a:defRPr sz="1200">
                <a:solidFill>
                  <a:schemeClr val="dk1"/>
                </a:solidFill>
              </a:defRPr>
            </a:lvl5pPr>
            <a:lvl6pPr marL="2743200" lvl="5" indent="-304800">
              <a:spcBef>
                <a:spcPts val="1000"/>
              </a:spcBef>
              <a:spcAft>
                <a:spcPts val="0"/>
              </a:spcAft>
              <a:buClr>
                <a:schemeClr val="dk1"/>
              </a:buClr>
              <a:buSzPts val="1200"/>
              <a:buChar char="•"/>
              <a:defRPr sz="1200">
                <a:solidFill>
                  <a:schemeClr val="dk1"/>
                </a:solidFill>
              </a:defRPr>
            </a:lvl6pPr>
            <a:lvl7pPr marL="3200400" lvl="6" indent="-304800">
              <a:spcBef>
                <a:spcPts val="1000"/>
              </a:spcBef>
              <a:spcAft>
                <a:spcPts val="0"/>
              </a:spcAft>
              <a:buClr>
                <a:schemeClr val="dk1"/>
              </a:buClr>
              <a:buSzPts val="1200"/>
              <a:buChar char="•"/>
              <a:defRPr sz="1200">
                <a:solidFill>
                  <a:schemeClr val="dk1"/>
                </a:solidFill>
              </a:defRPr>
            </a:lvl7pPr>
            <a:lvl8pPr marL="3657600" lvl="7" indent="-304800">
              <a:spcBef>
                <a:spcPts val="1000"/>
              </a:spcBef>
              <a:spcAft>
                <a:spcPts val="0"/>
              </a:spcAft>
              <a:buClr>
                <a:schemeClr val="dk1"/>
              </a:buClr>
              <a:buSzPts val="1200"/>
              <a:buChar char="•"/>
              <a:defRPr sz="1200">
                <a:solidFill>
                  <a:schemeClr val="dk1"/>
                </a:solidFill>
              </a:defRPr>
            </a:lvl8pPr>
            <a:lvl9pPr marL="4114800" lvl="8" indent="-304800">
              <a:spcBef>
                <a:spcPts val="1000"/>
              </a:spcBef>
              <a:spcAft>
                <a:spcPts val="1000"/>
              </a:spcAft>
              <a:buClr>
                <a:schemeClr val="dk1"/>
              </a:buClr>
              <a:buSzPts val="1200"/>
              <a:buChar char="•"/>
              <a:defRPr sz="1200">
                <a:solidFill>
                  <a:schemeClr val="dk1"/>
                </a:solidFill>
              </a:defRPr>
            </a:lvl9pPr>
          </a:lstStyle>
          <a:p/>
        </p:txBody>
      </p:sp>
      <p:sp>
        <p:nvSpPr>
          <p:cNvPr id="101" name="Google Shape;101;p16"/>
          <p:cNvSpPr txBox="1"/>
          <p:nvPr>
            <p:ph type="body" idx="2"/>
          </p:nvPr>
        </p:nvSpPr>
        <p:spPr>
          <a:xfrm>
            <a:off x="4800400" y="1834900"/>
            <a:ext cx="3776100" cy="27342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Clr>
                <a:schemeClr val="accent1"/>
              </a:buClr>
              <a:buSzPts val="1400"/>
              <a:buChar char="•"/>
              <a:defRPr sz="1400">
                <a:solidFill>
                  <a:schemeClr val="dk1"/>
                </a:solidFill>
              </a:defRPr>
            </a:lvl1pPr>
            <a:lvl2pPr marL="914400" lvl="1" indent="-304800">
              <a:spcBef>
                <a:spcPts val="1000"/>
              </a:spcBef>
              <a:spcAft>
                <a:spcPts val="0"/>
              </a:spcAft>
              <a:buClr>
                <a:schemeClr val="accent1"/>
              </a:buClr>
              <a:buSzPts val="1200"/>
              <a:buChar char="–"/>
              <a:defRPr sz="1200">
                <a:solidFill>
                  <a:schemeClr val="dk1"/>
                </a:solidFill>
              </a:defRPr>
            </a:lvl2pPr>
            <a:lvl3pPr marL="1371600" lvl="2" indent="-304800">
              <a:spcBef>
                <a:spcPts val="1000"/>
              </a:spcBef>
              <a:spcAft>
                <a:spcPts val="0"/>
              </a:spcAft>
              <a:buClr>
                <a:schemeClr val="dk1"/>
              </a:buClr>
              <a:buSzPts val="1200"/>
              <a:buChar char="◦"/>
              <a:defRPr sz="1200">
                <a:solidFill>
                  <a:schemeClr val="dk1"/>
                </a:solidFill>
              </a:defRPr>
            </a:lvl3pPr>
            <a:lvl4pPr marL="1828800" lvl="3" indent="-304800">
              <a:spcBef>
                <a:spcPts val="1000"/>
              </a:spcBef>
              <a:spcAft>
                <a:spcPts val="0"/>
              </a:spcAft>
              <a:buClr>
                <a:schemeClr val="dk1"/>
              </a:buClr>
              <a:buSzPts val="1200"/>
              <a:buChar char="•"/>
              <a:defRPr sz="1200">
                <a:solidFill>
                  <a:schemeClr val="dk1"/>
                </a:solidFill>
              </a:defRPr>
            </a:lvl4pPr>
            <a:lvl5pPr marL="2286000" lvl="4" indent="-304800">
              <a:spcBef>
                <a:spcPts val="1000"/>
              </a:spcBef>
              <a:spcAft>
                <a:spcPts val="0"/>
              </a:spcAft>
              <a:buClr>
                <a:schemeClr val="dk1"/>
              </a:buClr>
              <a:buSzPts val="1200"/>
              <a:buChar char="•"/>
              <a:defRPr sz="1200">
                <a:solidFill>
                  <a:schemeClr val="dk1"/>
                </a:solidFill>
              </a:defRPr>
            </a:lvl5pPr>
            <a:lvl6pPr marL="2743200" lvl="5" indent="-304800">
              <a:spcBef>
                <a:spcPts val="1000"/>
              </a:spcBef>
              <a:spcAft>
                <a:spcPts val="0"/>
              </a:spcAft>
              <a:buClr>
                <a:schemeClr val="dk1"/>
              </a:buClr>
              <a:buSzPts val="1200"/>
              <a:buChar char="•"/>
              <a:defRPr sz="1200">
                <a:solidFill>
                  <a:schemeClr val="dk1"/>
                </a:solidFill>
              </a:defRPr>
            </a:lvl6pPr>
            <a:lvl7pPr marL="3200400" lvl="6" indent="-304800">
              <a:spcBef>
                <a:spcPts val="1000"/>
              </a:spcBef>
              <a:spcAft>
                <a:spcPts val="0"/>
              </a:spcAft>
              <a:buClr>
                <a:schemeClr val="dk1"/>
              </a:buClr>
              <a:buSzPts val="1200"/>
              <a:buChar char="•"/>
              <a:defRPr sz="1200">
                <a:solidFill>
                  <a:schemeClr val="dk1"/>
                </a:solidFill>
              </a:defRPr>
            </a:lvl7pPr>
            <a:lvl8pPr marL="3657600" lvl="7" indent="-304800">
              <a:spcBef>
                <a:spcPts val="1000"/>
              </a:spcBef>
              <a:spcAft>
                <a:spcPts val="0"/>
              </a:spcAft>
              <a:buClr>
                <a:schemeClr val="dk1"/>
              </a:buClr>
              <a:buSzPts val="1200"/>
              <a:buChar char="•"/>
              <a:defRPr sz="1200">
                <a:solidFill>
                  <a:schemeClr val="dk1"/>
                </a:solidFill>
              </a:defRPr>
            </a:lvl8pPr>
            <a:lvl9pPr marL="4114800" lvl="8" indent="-304800">
              <a:spcBef>
                <a:spcPts val="1000"/>
              </a:spcBef>
              <a:spcAft>
                <a:spcPts val="1000"/>
              </a:spcAft>
              <a:buClr>
                <a:schemeClr val="dk1"/>
              </a:buClr>
              <a:buSzPts val="1200"/>
              <a:buChar char="•"/>
              <a:defRPr sz="1200">
                <a:solidFill>
                  <a:schemeClr val="dk1"/>
                </a:solidFill>
              </a:defRPr>
            </a:lvl9pPr>
          </a:lstStyle>
          <a:p/>
        </p:txBody>
      </p:sp>
      <p:sp>
        <p:nvSpPr>
          <p:cNvPr id="102" name="Google Shape;102;p16"/>
          <p:cNvSpPr txBox="1"/>
          <p:nvPr>
            <p:ph type="subTitle" idx="3"/>
          </p:nvPr>
        </p:nvSpPr>
        <p:spPr>
          <a:xfrm>
            <a:off x="457200" y="1164900"/>
            <a:ext cx="3776100" cy="572700"/>
          </a:xfrm>
          <a:prstGeom prst="rect">
            <a:avLst/>
          </a:prstGeom>
        </p:spPr>
        <p:txBody>
          <a:bodyPr spcFirstLastPara="1" wrap="square" lIns="91425" tIns="91425" rIns="91425" bIns="91425" anchor="b" anchorCtr="0">
            <a:normAutofit/>
          </a:bodyPr>
          <a:lstStyle>
            <a:lvl1pPr lvl="0">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1pPr>
            <a:lvl2pPr lvl="1">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2pPr>
            <a:lvl3pPr lvl="2">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3pPr>
            <a:lvl4pPr lvl="3">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4pPr>
            <a:lvl5pPr lvl="4">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5pPr>
            <a:lvl6pPr lvl="5">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6pPr>
            <a:lvl7pPr lvl="6">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7pPr>
            <a:lvl8pPr lvl="7">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8pPr>
            <a:lvl9pPr lvl="8">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9pPr>
          </a:lstStyle>
          <a:p/>
        </p:txBody>
      </p:sp>
      <p:sp>
        <p:nvSpPr>
          <p:cNvPr id="103" name="Google Shape;103;p16"/>
          <p:cNvSpPr txBox="1"/>
          <p:nvPr>
            <p:ph type="subTitle" idx="4"/>
          </p:nvPr>
        </p:nvSpPr>
        <p:spPr>
          <a:xfrm>
            <a:off x="4800400" y="1164900"/>
            <a:ext cx="3776100" cy="572700"/>
          </a:xfrm>
          <a:prstGeom prst="rect">
            <a:avLst/>
          </a:prstGeom>
        </p:spPr>
        <p:txBody>
          <a:bodyPr spcFirstLastPara="1" wrap="square" lIns="91425" tIns="91425" rIns="91425" bIns="91425" anchor="b" anchorCtr="0">
            <a:normAutofit/>
          </a:bodyPr>
          <a:lstStyle>
            <a:lvl1pPr lvl="0">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1pPr>
            <a:lvl2pPr lvl="1">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2pPr>
            <a:lvl3pPr lvl="2">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3pPr>
            <a:lvl4pPr lvl="3">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4pPr>
            <a:lvl5pPr lvl="4">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5pPr>
            <a:lvl6pPr lvl="5">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6pPr>
            <a:lvl7pPr lvl="6">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7pPr>
            <a:lvl8pPr lvl="7">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8pPr>
            <a:lvl9pPr lvl="8">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3-section-3 2">
  <p:cSld name="CUSTOM_3_2_1_1_1_1_1_1_2">
    <p:bg>
      <p:bgPr>
        <a:solidFill>
          <a:schemeClr val="lt1"/>
        </a:solidFill>
        <a:effectLst/>
      </p:bgPr>
    </p:bg>
    <p:spTree>
      <p:nvGrpSpPr>
        <p:cNvPr id="104" name="Shape 104"/>
        <p:cNvGrpSpPr/>
        <p:nvPr/>
      </p:nvGrpSpPr>
      <p:grpSpPr>
        <a:xfrm>
          <a:off x="0" y="0"/>
          <a:ext cx="0" cy="0"/>
          <a:chOff x="0" y="0"/>
          <a:chExt cx="0" cy="0"/>
        </a:xfrm>
      </p:grpSpPr>
      <p:sp>
        <p:nvSpPr>
          <p:cNvPr id="105" name="Google Shape;105;p17"/>
          <p:cNvSpPr txBox="1"/>
          <p:nvPr>
            <p:ph type="subTitle" idx="1"/>
          </p:nvPr>
        </p:nvSpPr>
        <p:spPr>
          <a:xfrm>
            <a:off x="4690125" y="1140114"/>
            <a:ext cx="1757100" cy="1150800"/>
          </a:xfrm>
          <a:prstGeom prst="rect">
            <a:avLst/>
          </a:prstGeom>
        </p:spPr>
        <p:txBody>
          <a:bodyPr spcFirstLastPara="1" wrap="square" lIns="91425" tIns="91425" rIns="91425" bIns="91425" anchor="ctr" anchorCtr="0">
            <a:normAutofit/>
          </a:bodyPr>
          <a:lstStyle>
            <a:lvl1pPr marL="0" marR="0" lvl="0" indent="0" algn="l">
              <a:lnSpc>
                <a:spcPct val="105000"/>
              </a:lnSpc>
              <a:spcBef>
                <a:spcPts val="0"/>
              </a:spcBef>
              <a:spcAft>
                <a:spcPts val="0"/>
              </a:spcAft>
              <a:buNone/>
              <a:defRPr sz="1400">
                <a:solidFill>
                  <a:schemeClr val="accent1"/>
                </a:solidFill>
                <a:latin typeface="Hanken Grotesk SemiBold"/>
                <a:ea typeface="Hanken Grotesk SemiBold"/>
                <a:cs typeface="Hanken Grotesk SemiBold"/>
                <a:sym typeface="Hanken Grotesk SemiBold"/>
              </a:defRPr>
            </a:lvl1pPr>
            <a:lvl2pPr lvl="1">
              <a:spcBef>
                <a:spcPts val="100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06" name="Google Shape;106;p17"/>
          <p:cNvSpPr txBox="1"/>
          <p:nvPr>
            <p:ph type="subTitle" idx="2"/>
          </p:nvPr>
        </p:nvSpPr>
        <p:spPr>
          <a:xfrm>
            <a:off x="4690125" y="2396637"/>
            <a:ext cx="1757100" cy="1150800"/>
          </a:xfrm>
          <a:prstGeom prst="rect">
            <a:avLst/>
          </a:prstGeom>
        </p:spPr>
        <p:txBody>
          <a:bodyPr spcFirstLastPara="1" wrap="square" lIns="91425" tIns="91425" rIns="91425" bIns="91425" anchor="ctr" anchorCtr="0">
            <a:normAutofit/>
          </a:bodyPr>
          <a:lstStyle>
            <a:lvl1pPr marL="0" marR="0" lvl="0" indent="0" algn="l">
              <a:lnSpc>
                <a:spcPct val="105000"/>
              </a:lnSpc>
              <a:spcBef>
                <a:spcPts val="0"/>
              </a:spcBef>
              <a:spcAft>
                <a:spcPts val="0"/>
              </a:spcAft>
              <a:buNone/>
              <a:defRPr sz="1400">
                <a:solidFill>
                  <a:schemeClr val="accent1"/>
                </a:solidFill>
                <a:latin typeface="Hanken Grotesk SemiBold"/>
                <a:ea typeface="Hanken Grotesk SemiBold"/>
                <a:cs typeface="Hanken Grotesk SemiBold"/>
                <a:sym typeface="Hanken Grotesk SemiBold"/>
              </a:defRPr>
            </a:lvl1pPr>
            <a:lvl2pPr lvl="1">
              <a:spcBef>
                <a:spcPts val="100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07" name="Google Shape;107;p17"/>
          <p:cNvSpPr txBox="1"/>
          <p:nvPr>
            <p:ph type="subTitle" idx="3"/>
          </p:nvPr>
        </p:nvSpPr>
        <p:spPr>
          <a:xfrm>
            <a:off x="4690125" y="3653173"/>
            <a:ext cx="1757100" cy="1150800"/>
          </a:xfrm>
          <a:prstGeom prst="rect">
            <a:avLst/>
          </a:prstGeom>
        </p:spPr>
        <p:txBody>
          <a:bodyPr spcFirstLastPara="1" wrap="square" lIns="91425" tIns="91425" rIns="91425" bIns="91425" anchor="ctr" anchorCtr="0">
            <a:normAutofit/>
          </a:bodyPr>
          <a:lstStyle>
            <a:lvl1pPr marL="0" marR="0" lvl="0" indent="0" algn="l">
              <a:lnSpc>
                <a:spcPct val="105000"/>
              </a:lnSpc>
              <a:spcBef>
                <a:spcPts val="0"/>
              </a:spcBef>
              <a:spcAft>
                <a:spcPts val="0"/>
              </a:spcAft>
              <a:buNone/>
              <a:defRPr sz="1400">
                <a:solidFill>
                  <a:schemeClr val="accent1"/>
                </a:solidFill>
                <a:latin typeface="Hanken Grotesk SemiBold"/>
                <a:ea typeface="Hanken Grotesk SemiBold"/>
                <a:cs typeface="Hanken Grotesk SemiBold"/>
                <a:sym typeface="Hanken Grotesk SemiBold"/>
              </a:defRPr>
            </a:lvl1pPr>
            <a:lvl2pPr lvl="1">
              <a:spcBef>
                <a:spcPts val="100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08" name="Google Shape;108;p17"/>
          <p:cNvSpPr txBox="1"/>
          <p:nvPr>
            <p:ph type="body" idx="4"/>
          </p:nvPr>
        </p:nvSpPr>
        <p:spPr>
          <a:xfrm>
            <a:off x="2164734" y="1140000"/>
            <a:ext cx="2176500" cy="1150800"/>
          </a:xfrm>
          <a:prstGeom prst="rect">
            <a:avLst/>
          </a:prstGeom>
          <a:noFill/>
          <a:ln>
            <a:noFill/>
          </a:ln>
        </p:spPr>
        <p:txBody>
          <a:bodyPr spcFirstLastPara="1" wrap="square" lIns="91425" tIns="91425" rIns="91425" bIns="91425" anchor="ctr" anchorCtr="0">
            <a:normAutofit/>
          </a:bodyPr>
          <a:lstStyle>
            <a:lvl1pPr marL="457200" lvl="0" indent="-304800">
              <a:spcBef>
                <a:spcPts val="0"/>
              </a:spcBef>
              <a:spcAft>
                <a:spcPts val="0"/>
              </a:spcAft>
              <a:buClr>
                <a:schemeClr val="dk1"/>
              </a:buClr>
              <a:buSzPts val="1200"/>
              <a:buChar char="•"/>
              <a:defRPr sz="1200">
                <a:solidFill>
                  <a:schemeClr val="dk1"/>
                </a:solidFill>
              </a:defRPr>
            </a:lvl1pPr>
            <a:lvl2pPr marL="914400" lvl="1" indent="-304800">
              <a:spcBef>
                <a:spcPts val="1000"/>
              </a:spcBef>
              <a:spcAft>
                <a:spcPts val="0"/>
              </a:spcAft>
              <a:buClr>
                <a:schemeClr val="dk1"/>
              </a:buClr>
              <a:buSzPts val="1200"/>
              <a:buChar char="○"/>
              <a:defRPr sz="1200">
                <a:solidFill>
                  <a:schemeClr val="dk1"/>
                </a:solidFill>
              </a:defRPr>
            </a:lvl2pPr>
            <a:lvl3pPr marL="1371600" lvl="2" indent="-304800">
              <a:spcBef>
                <a:spcPts val="1000"/>
              </a:spcBef>
              <a:spcAft>
                <a:spcPts val="0"/>
              </a:spcAft>
              <a:buClr>
                <a:schemeClr val="dk1"/>
              </a:buClr>
              <a:buSzPts val="1200"/>
              <a:buChar char="■"/>
              <a:defRPr sz="1200">
                <a:solidFill>
                  <a:schemeClr val="dk1"/>
                </a:solidFill>
              </a:defRPr>
            </a:lvl3pPr>
            <a:lvl4pPr marL="1828800" lvl="3" indent="-304800">
              <a:spcBef>
                <a:spcPts val="1000"/>
              </a:spcBef>
              <a:spcAft>
                <a:spcPts val="0"/>
              </a:spcAft>
              <a:buClr>
                <a:schemeClr val="dk1"/>
              </a:buClr>
              <a:buSzPts val="1200"/>
              <a:buChar char="●"/>
              <a:defRPr sz="1200">
                <a:solidFill>
                  <a:schemeClr val="dk1"/>
                </a:solidFill>
              </a:defRPr>
            </a:lvl4pPr>
            <a:lvl5pPr marL="2286000" lvl="4" indent="-304800">
              <a:spcBef>
                <a:spcPts val="1000"/>
              </a:spcBef>
              <a:spcAft>
                <a:spcPts val="0"/>
              </a:spcAft>
              <a:buClr>
                <a:schemeClr val="dk1"/>
              </a:buClr>
              <a:buSzPts val="1200"/>
              <a:buChar char="○"/>
              <a:defRPr sz="1200">
                <a:solidFill>
                  <a:schemeClr val="dk1"/>
                </a:solidFill>
              </a:defRPr>
            </a:lvl5pPr>
            <a:lvl6pPr marL="2743200" lvl="5" indent="-304800">
              <a:spcBef>
                <a:spcPts val="1000"/>
              </a:spcBef>
              <a:spcAft>
                <a:spcPts val="0"/>
              </a:spcAft>
              <a:buClr>
                <a:schemeClr val="dk1"/>
              </a:buClr>
              <a:buSzPts val="1200"/>
              <a:buChar char="■"/>
              <a:defRPr sz="1200">
                <a:solidFill>
                  <a:schemeClr val="dk1"/>
                </a:solidFill>
              </a:defRPr>
            </a:lvl6pPr>
            <a:lvl7pPr marL="3200400" lvl="6" indent="-304800">
              <a:spcBef>
                <a:spcPts val="1000"/>
              </a:spcBef>
              <a:spcAft>
                <a:spcPts val="0"/>
              </a:spcAft>
              <a:buClr>
                <a:schemeClr val="dk1"/>
              </a:buClr>
              <a:buSzPts val="1200"/>
              <a:buChar char="●"/>
              <a:defRPr sz="1200">
                <a:solidFill>
                  <a:schemeClr val="dk1"/>
                </a:solidFill>
              </a:defRPr>
            </a:lvl7pPr>
            <a:lvl8pPr marL="3657600" lvl="7" indent="-304800">
              <a:spcBef>
                <a:spcPts val="1000"/>
              </a:spcBef>
              <a:spcAft>
                <a:spcPts val="0"/>
              </a:spcAft>
              <a:buClr>
                <a:schemeClr val="dk1"/>
              </a:buClr>
              <a:buSzPts val="1200"/>
              <a:buChar char="○"/>
              <a:defRPr sz="1200">
                <a:solidFill>
                  <a:schemeClr val="dk1"/>
                </a:solidFill>
              </a:defRPr>
            </a:lvl8pPr>
            <a:lvl9pPr marL="4114800" lvl="8" indent="-304800">
              <a:spcBef>
                <a:spcPts val="1000"/>
              </a:spcBef>
              <a:spcAft>
                <a:spcPts val="1000"/>
              </a:spcAft>
              <a:buClr>
                <a:schemeClr val="dk1"/>
              </a:buClr>
              <a:buSzPts val="1200"/>
              <a:buChar char="■"/>
              <a:defRPr sz="1200">
                <a:solidFill>
                  <a:schemeClr val="dk1"/>
                </a:solidFill>
              </a:defRPr>
            </a:lvl9pPr>
          </a:lstStyle>
          <a:p/>
        </p:txBody>
      </p:sp>
      <p:sp>
        <p:nvSpPr>
          <p:cNvPr id="109" name="Google Shape;109;p17"/>
          <p:cNvSpPr txBox="1"/>
          <p:nvPr>
            <p:ph type="body" idx="5"/>
          </p:nvPr>
        </p:nvSpPr>
        <p:spPr>
          <a:xfrm>
            <a:off x="2164734" y="2396588"/>
            <a:ext cx="2176500" cy="1150800"/>
          </a:xfrm>
          <a:prstGeom prst="rect">
            <a:avLst/>
          </a:prstGeom>
          <a:noFill/>
          <a:ln>
            <a:noFill/>
          </a:ln>
        </p:spPr>
        <p:txBody>
          <a:bodyPr spcFirstLastPara="1" wrap="square" lIns="91425" tIns="91425" rIns="91425" bIns="91425" anchor="ctr" anchorCtr="0">
            <a:normAutofit/>
          </a:bodyPr>
          <a:lstStyle>
            <a:lvl1pPr marL="457200" lvl="0" indent="-304800">
              <a:spcBef>
                <a:spcPts val="0"/>
              </a:spcBef>
              <a:spcAft>
                <a:spcPts val="0"/>
              </a:spcAft>
              <a:buClr>
                <a:schemeClr val="dk1"/>
              </a:buClr>
              <a:buSzPts val="1200"/>
              <a:buChar char="•"/>
              <a:defRPr sz="1200">
                <a:solidFill>
                  <a:schemeClr val="dk1"/>
                </a:solidFill>
              </a:defRPr>
            </a:lvl1pPr>
            <a:lvl2pPr marL="914400" lvl="1" indent="-304800">
              <a:spcBef>
                <a:spcPts val="1000"/>
              </a:spcBef>
              <a:spcAft>
                <a:spcPts val="0"/>
              </a:spcAft>
              <a:buClr>
                <a:schemeClr val="dk1"/>
              </a:buClr>
              <a:buSzPts val="1200"/>
              <a:buChar char="○"/>
              <a:defRPr sz="1200">
                <a:solidFill>
                  <a:schemeClr val="dk1"/>
                </a:solidFill>
              </a:defRPr>
            </a:lvl2pPr>
            <a:lvl3pPr marL="1371600" lvl="2" indent="-304800">
              <a:spcBef>
                <a:spcPts val="1000"/>
              </a:spcBef>
              <a:spcAft>
                <a:spcPts val="0"/>
              </a:spcAft>
              <a:buClr>
                <a:schemeClr val="dk1"/>
              </a:buClr>
              <a:buSzPts val="1200"/>
              <a:buChar char="■"/>
              <a:defRPr sz="1200">
                <a:solidFill>
                  <a:schemeClr val="dk1"/>
                </a:solidFill>
              </a:defRPr>
            </a:lvl3pPr>
            <a:lvl4pPr marL="1828800" lvl="3" indent="-304800">
              <a:spcBef>
                <a:spcPts val="1000"/>
              </a:spcBef>
              <a:spcAft>
                <a:spcPts val="0"/>
              </a:spcAft>
              <a:buClr>
                <a:schemeClr val="dk1"/>
              </a:buClr>
              <a:buSzPts val="1200"/>
              <a:buChar char="●"/>
              <a:defRPr sz="1200">
                <a:solidFill>
                  <a:schemeClr val="dk1"/>
                </a:solidFill>
              </a:defRPr>
            </a:lvl4pPr>
            <a:lvl5pPr marL="2286000" lvl="4" indent="-304800">
              <a:spcBef>
                <a:spcPts val="1000"/>
              </a:spcBef>
              <a:spcAft>
                <a:spcPts val="0"/>
              </a:spcAft>
              <a:buClr>
                <a:schemeClr val="dk1"/>
              </a:buClr>
              <a:buSzPts val="1200"/>
              <a:buChar char="○"/>
              <a:defRPr sz="1200">
                <a:solidFill>
                  <a:schemeClr val="dk1"/>
                </a:solidFill>
              </a:defRPr>
            </a:lvl5pPr>
            <a:lvl6pPr marL="2743200" lvl="5" indent="-304800">
              <a:spcBef>
                <a:spcPts val="1000"/>
              </a:spcBef>
              <a:spcAft>
                <a:spcPts val="0"/>
              </a:spcAft>
              <a:buClr>
                <a:schemeClr val="dk1"/>
              </a:buClr>
              <a:buSzPts val="1200"/>
              <a:buChar char="■"/>
              <a:defRPr sz="1200">
                <a:solidFill>
                  <a:schemeClr val="dk1"/>
                </a:solidFill>
              </a:defRPr>
            </a:lvl6pPr>
            <a:lvl7pPr marL="3200400" lvl="6" indent="-304800">
              <a:spcBef>
                <a:spcPts val="1000"/>
              </a:spcBef>
              <a:spcAft>
                <a:spcPts val="0"/>
              </a:spcAft>
              <a:buClr>
                <a:schemeClr val="dk1"/>
              </a:buClr>
              <a:buSzPts val="1200"/>
              <a:buChar char="●"/>
              <a:defRPr sz="1200">
                <a:solidFill>
                  <a:schemeClr val="dk1"/>
                </a:solidFill>
              </a:defRPr>
            </a:lvl7pPr>
            <a:lvl8pPr marL="3657600" lvl="7" indent="-304800">
              <a:spcBef>
                <a:spcPts val="1000"/>
              </a:spcBef>
              <a:spcAft>
                <a:spcPts val="0"/>
              </a:spcAft>
              <a:buClr>
                <a:schemeClr val="dk1"/>
              </a:buClr>
              <a:buSzPts val="1200"/>
              <a:buChar char="○"/>
              <a:defRPr sz="1200">
                <a:solidFill>
                  <a:schemeClr val="dk1"/>
                </a:solidFill>
              </a:defRPr>
            </a:lvl8pPr>
            <a:lvl9pPr marL="4114800" lvl="8" indent="-304800">
              <a:spcBef>
                <a:spcPts val="1000"/>
              </a:spcBef>
              <a:spcAft>
                <a:spcPts val="1000"/>
              </a:spcAft>
              <a:buClr>
                <a:schemeClr val="dk1"/>
              </a:buClr>
              <a:buSzPts val="1200"/>
              <a:buChar char="■"/>
              <a:defRPr sz="1200">
                <a:solidFill>
                  <a:schemeClr val="dk1"/>
                </a:solidFill>
              </a:defRPr>
            </a:lvl9pPr>
          </a:lstStyle>
          <a:p/>
        </p:txBody>
      </p:sp>
      <p:sp>
        <p:nvSpPr>
          <p:cNvPr id="110" name="Google Shape;110;p17"/>
          <p:cNvSpPr txBox="1"/>
          <p:nvPr>
            <p:ph type="subTitle" idx="6"/>
          </p:nvPr>
        </p:nvSpPr>
        <p:spPr>
          <a:xfrm>
            <a:off x="457200" y="1140114"/>
            <a:ext cx="1707600" cy="1150800"/>
          </a:xfrm>
          <a:prstGeom prst="rect">
            <a:avLst/>
          </a:prstGeom>
        </p:spPr>
        <p:txBody>
          <a:bodyPr spcFirstLastPara="1" wrap="square" lIns="91425" tIns="91425" rIns="91425" bIns="91425" anchor="ctr" anchorCtr="0">
            <a:normAutofit/>
          </a:bodyPr>
          <a:lstStyle>
            <a:lvl1pPr marL="0" marR="0" lvl="0" indent="0" algn="l">
              <a:lnSpc>
                <a:spcPct val="105000"/>
              </a:lnSpc>
              <a:spcBef>
                <a:spcPts val="0"/>
              </a:spcBef>
              <a:spcAft>
                <a:spcPts val="0"/>
              </a:spcAft>
              <a:buNone/>
              <a:defRPr sz="1400">
                <a:solidFill>
                  <a:schemeClr val="accent1"/>
                </a:solidFill>
                <a:latin typeface="Hanken Grotesk SemiBold"/>
                <a:ea typeface="Hanken Grotesk SemiBold"/>
                <a:cs typeface="Hanken Grotesk SemiBold"/>
                <a:sym typeface="Hanken Grotesk SemiBold"/>
              </a:defRPr>
            </a:lvl1pPr>
            <a:lvl2pPr lvl="1">
              <a:spcBef>
                <a:spcPts val="100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11" name="Google Shape;111;p17"/>
          <p:cNvSpPr txBox="1"/>
          <p:nvPr>
            <p:ph type="subTitle" idx="7"/>
          </p:nvPr>
        </p:nvSpPr>
        <p:spPr>
          <a:xfrm>
            <a:off x="457200" y="2396638"/>
            <a:ext cx="1707600" cy="1150800"/>
          </a:xfrm>
          <a:prstGeom prst="rect">
            <a:avLst/>
          </a:prstGeom>
        </p:spPr>
        <p:txBody>
          <a:bodyPr spcFirstLastPara="1" wrap="square" lIns="91425" tIns="91425" rIns="91425" bIns="91425" anchor="ctr" anchorCtr="0">
            <a:normAutofit/>
          </a:bodyPr>
          <a:lstStyle>
            <a:lvl1pPr marL="0" marR="0" lvl="0" indent="0" algn="l">
              <a:lnSpc>
                <a:spcPct val="105000"/>
              </a:lnSpc>
              <a:spcBef>
                <a:spcPts val="0"/>
              </a:spcBef>
              <a:spcAft>
                <a:spcPts val="0"/>
              </a:spcAft>
              <a:buNone/>
              <a:defRPr sz="1400">
                <a:solidFill>
                  <a:schemeClr val="accent1"/>
                </a:solidFill>
                <a:latin typeface="Hanken Grotesk SemiBold"/>
                <a:ea typeface="Hanken Grotesk SemiBold"/>
                <a:cs typeface="Hanken Grotesk SemiBold"/>
                <a:sym typeface="Hanken Grotesk SemiBold"/>
              </a:defRPr>
            </a:lvl1pPr>
            <a:lvl2pPr lvl="1">
              <a:spcBef>
                <a:spcPts val="100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12" name="Google Shape;112;p17"/>
          <p:cNvSpPr txBox="1"/>
          <p:nvPr>
            <p:ph type="subTitle" idx="8"/>
          </p:nvPr>
        </p:nvSpPr>
        <p:spPr>
          <a:xfrm>
            <a:off x="457200" y="3653174"/>
            <a:ext cx="1707600" cy="1150800"/>
          </a:xfrm>
          <a:prstGeom prst="rect">
            <a:avLst/>
          </a:prstGeom>
        </p:spPr>
        <p:txBody>
          <a:bodyPr spcFirstLastPara="1" wrap="square" lIns="91425" tIns="91425" rIns="91425" bIns="91425" anchor="ctr" anchorCtr="0">
            <a:normAutofit/>
          </a:bodyPr>
          <a:lstStyle>
            <a:lvl1pPr marL="0" marR="0" lvl="0" indent="0" algn="l">
              <a:lnSpc>
                <a:spcPct val="105000"/>
              </a:lnSpc>
              <a:spcBef>
                <a:spcPts val="0"/>
              </a:spcBef>
              <a:spcAft>
                <a:spcPts val="0"/>
              </a:spcAft>
              <a:buNone/>
              <a:defRPr sz="1400">
                <a:solidFill>
                  <a:schemeClr val="accent1"/>
                </a:solidFill>
                <a:latin typeface="Hanken Grotesk SemiBold"/>
                <a:ea typeface="Hanken Grotesk SemiBold"/>
                <a:cs typeface="Hanken Grotesk SemiBold"/>
                <a:sym typeface="Hanken Grotesk SemiBold"/>
              </a:defRPr>
            </a:lvl1pPr>
            <a:lvl2pPr lvl="1">
              <a:spcBef>
                <a:spcPts val="100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13" name="Google Shape;113;p17"/>
          <p:cNvSpPr txBox="1"/>
          <p:nvPr>
            <p:ph type="title"/>
          </p:nvPr>
        </p:nvSpPr>
        <p:spPr>
          <a:xfrm>
            <a:off x="457200" y="445025"/>
            <a:ext cx="8229600" cy="572700"/>
          </a:xfrm>
          <a:prstGeom prst="rect">
            <a:avLst/>
          </a:prstGeom>
        </p:spPr>
        <p:txBody>
          <a:bodyPr spcFirstLastPara="1" wrap="square" lIns="91425" tIns="91425" rIns="91425" bIns="91425" anchor="ctr" anchorCtr="0">
            <a:normAutofit/>
          </a:bodyPr>
          <a:lstStyle>
            <a:lvl1pPr lvl="0">
              <a:spcBef>
                <a:spcPts val="0"/>
              </a:spcBef>
              <a:spcAft>
                <a:spcPts val="0"/>
              </a:spcAft>
              <a:buSzPts val="2800"/>
              <a:buFont typeface="Hanken Grotesk"/>
              <a:buNone/>
              <a:defRPr b="1">
                <a:latin typeface="Hanken Grotesk"/>
                <a:ea typeface="Hanken Grotesk"/>
                <a:cs typeface="Hanken Grotesk"/>
                <a:sym typeface="Hanken Grotesk"/>
              </a:defRPr>
            </a:lvl1pPr>
            <a:lvl2pPr lvl="1">
              <a:spcBef>
                <a:spcPts val="0"/>
              </a:spcBef>
              <a:spcAft>
                <a:spcPts val="0"/>
              </a:spcAft>
              <a:buSzPts val="2800"/>
              <a:buFont typeface="Hanken Grotesk"/>
              <a:buNone/>
              <a:defRPr b="1">
                <a:latin typeface="Hanken Grotesk"/>
                <a:ea typeface="Hanken Grotesk"/>
                <a:cs typeface="Hanken Grotesk"/>
                <a:sym typeface="Hanken Grotesk"/>
              </a:defRPr>
            </a:lvl2pPr>
            <a:lvl3pPr lvl="2">
              <a:spcBef>
                <a:spcPts val="0"/>
              </a:spcBef>
              <a:spcAft>
                <a:spcPts val="0"/>
              </a:spcAft>
              <a:buSzPts val="2800"/>
              <a:buFont typeface="Hanken Grotesk"/>
              <a:buNone/>
              <a:defRPr b="1">
                <a:latin typeface="Hanken Grotesk"/>
                <a:ea typeface="Hanken Grotesk"/>
                <a:cs typeface="Hanken Grotesk"/>
                <a:sym typeface="Hanken Grotesk"/>
              </a:defRPr>
            </a:lvl3pPr>
            <a:lvl4pPr lvl="3">
              <a:spcBef>
                <a:spcPts val="0"/>
              </a:spcBef>
              <a:spcAft>
                <a:spcPts val="0"/>
              </a:spcAft>
              <a:buSzPts val="2800"/>
              <a:buFont typeface="Hanken Grotesk"/>
              <a:buNone/>
              <a:defRPr b="1">
                <a:latin typeface="Hanken Grotesk"/>
                <a:ea typeface="Hanken Grotesk"/>
                <a:cs typeface="Hanken Grotesk"/>
                <a:sym typeface="Hanken Grotesk"/>
              </a:defRPr>
            </a:lvl4pPr>
            <a:lvl5pPr lvl="4">
              <a:spcBef>
                <a:spcPts val="0"/>
              </a:spcBef>
              <a:spcAft>
                <a:spcPts val="0"/>
              </a:spcAft>
              <a:buSzPts val="2800"/>
              <a:buFont typeface="Hanken Grotesk"/>
              <a:buNone/>
              <a:defRPr b="1">
                <a:latin typeface="Hanken Grotesk"/>
                <a:ea typeface="Hanken Grotesk"/>
                <a:cs typeface="Hanken Grotesk"/>
                <a:sym typeface="Hanken Grotesk"/>
              </a:defRPr>
            </a:lvl5pPr>
            <a:lvl6pPr lvl="5">
              <a:spcBef>
                <a:spcPts val="0"/>
              </a:spcBef>
              <a:spcAft>
                <a:spcPts val="0"/>
              </a:spcAft>
              <a:buSzPts val="2800"/>
              <a:buFont typeface="Hanken Grotesk"/>
              <a:buNone/>
              <a:defRPr b="1">
                <a:latin typeface="Hanken Grotesk"/>
                <a:ea typeface="Hanken Grotesk"/>
                <a:cs typeface="Hanken Grotesk"/>
                <a:sym typeface="Hanken Grotesk"/>
              </a:defRPr>
            </a:lvl6pPr>
            <a:lvl7pPr lvl="6">
              <a:spcBef>
                <a:spcPts val="0"/>
              </a:spcBef>
              <a:spcAft>
                <a:spcPts val="0"/>
              </a:spcAft>
              <a:buSzPts val="2800"/>
              <a:buFont typeface="Hanken Grotesk"/>
              <a:buNone/>
              <a:defRPr b="1">
                <a:latin typeface="Hanken Grotesk"/>
                <a:ea typeface="Hanken Grotesk"/>
                <a:cs typeface="Hanken Grotesk"/>
                <a:sym typeface="Hanken Grotesk"/>
              </a:defRPr>
            </a:lvl7pPr>
            <a:lvl8pPr lvl="7">
              <a:spcBef>
                <a:spcPts val="0"/>
              </a:spcBef>
              <a:spcAft>
                <a:spcPts val="0"/>
              </a:spcAft>
              <a:buSzPts val="2800"/>
              <a:buFont typeface="Hanken Grotesk"/>
              <a:buNone/>
              <a:defRPr b="1">
                <a:latin typeface="Hanken Grotesk"/>
                <a:ea typeface="Hanken Grotesk"/>
                <a:cs typeface="Hanken Grotesk"/>
                <a:sym typeface="Hanken Grotesk"/>
              </a:defRPr>
            </a:lvl8pPr>
            <a:lvl9pPr lvl="8">
              <a:spcBef>
                <a:spcPts val="0"/>
              </a:spcBef>
              <a:spcAft>
                <a:spcPts val="0"/>
              </a:spcAft>
              <a:buSzPts val="2800"/>
              <a:buFont typeface="Hanken Grotesk"/>
              <a:buNone/>
              <a:defRPr b="1">
                <a:latin typeface="Hanken Grotesk"/>
                <a:ea typeface="Hanken Grotesk"/>
                <a:cs typeface="Hanken Grotesk"/>
                <a:sym typeface="Hanken Grotesk"/>
              </a:defRPr>
            </a:lvl9pPr>
          </a:lstStyle>
          <a:p/>
        </p:txBody>
      </p:sp>
      <p:sp>
        <p:nvSpPr>
          <p:cNvPr id="114" name="Google Shape;114;p17"/>
          <p:cNvSpPr txBox="1"/>
          <p:nvPr>
            <p:ph type="body" idx="9"/>
          </p:nvPr>
        </p:nvSpPr>
        <p:spPr>
          <a:xfrm>
            <a:off x="2164734" y="3653175"/>
            <a:ext cx="2176500" cy="1150800"/>
          </a:xfrm>
          <a:prstGeom prst="rect">
            <a:avLst/>
          </a:prstGeom>
          <a:noFill/>
          <a:ln>
            <a:noFill/>
          </a:ln>
        </p:spPr>
        <p:txBody>
          <a:bodyPr spcFirstLastPara="1" wrap="square" lIns="91425" tIns="91425" rIns="91425" bIns="91425" anchor="ctr" anchorCtr="0">
            <a:normAutofit/>
          </a:bodyPr>
          <a:lstStyle>
            <a:lvl1pPr marL="457200" lvl="0" indent="-304800">
              <a:spcBef>
                <a:spcPts val="0"/>
              </a:spcBef>
              <a:spcAft>
                <a:spcPts val="0"/>
              </a:spcAft>
              <a:buClr>
                <a:schemeClr val="dk1"/>
              </a:buClr>
              <a:buSzPts val="1200"/>
              <a:buChar char="•"/>
              <a:defRPr sz="1200">
                <a:solidFill>
                  <a:schemeClr val="dk1"/>
                </a:solidFill>
              </a:defRPr>
            </a:lvl1pPr>
            <a:lvl2pPr marL="914400" lvl="1" indent="-304800">
              <a:spcBef>
                <a:spcPts val="1000"/>
              </a:spcBef>
              <a:spcAft>
                <a:spcPts val="0"/>
              </a:spcAft>
              <a:buClr>
                <a:schemeClr val="dk1"/>
              </a:buClr>
              <a:buSzPts val="1200"/>
              <a:buChar char="○"/>
              <a:defRPr sz="1200">
                <a:solidFill>
                  <a:schemeClr val="dk1"/>
                </a:solidFill>
              </a:defRPr>
            </a:lvl2pPr>
            <a:lvl3pPr marL="1371600" lvl="2" indent="-304800">
              <a:spcBef>
                <a:spcPts val="1000"/>
              </a:spcBef>
              <a:spcAft>
                <a:spcPts val="0"/>
              </a:spcAft>
              <a:buClr>
                <a:schemeClr val="dk1"/>
              </a:buClr>
              <a:buSzPts val="1200"/>
              <a:buChar char="■"/>
              <a:defRPr sz="1200">
                <a:solidFill>
                  <a:schemeClr val="dk1"/>
                </a:solidFill>
              </a:defRPr>
            </a:lvl3pPr>
            <a:lvl4pPr marL="1828800" lvl="3" indent="-304800">
              <a:spcBef>
                <a:spcPts val="1000"/>
              </a:spcBef>
              <a:spcAft>
                <a:spcPts val="0"/>
              </a:spcAft>
              <a:buClr>
                <a:schemeClr val="dk1"/>
              </a:buClr>
              <a:buSzPts val="1200"/>
              <a:buChar char="●"/>
              <a:defRPr sz="1200">
                <a:solidFill>
                  <a:schemeClr val="dk1"/>
                </a:solidFill>
              </a:defRPr>
            </a:lvl4pPr>
            <a:lvl5pPr marL="2286000" lvl="4" indent="-304800">
              <a:spcBef>
                <a:spcPts val="1000"/>
              </a:spcBef>
              <a:spcAft>
                <a:spcPts val="0"/>
              </a:spcAft>
              <a:buClr>
                <a:schemeClr val="dk1"/>
              </a:buClr>
              <a:buSzPts val="1200"/>
              <a:buChar char="○"/>
              <a:defRPr sz="1200">
                <a:solidFill>
                  <a:schemeClr val="dk1"/>
                </a:solidFill>
              </a:defRPr>
            </a:lvl5pPr>
            <a:lvl6pPr marL="2743200" lvl="5" indent="-304800">
              <a:spcBef>
                <a:spcPts val="1000"/>
              </a:spcBef>
              <a:spcAft>
                <a:spcPts val="0"/>
              </a:spcAft>
              <a:buClr>
                <a:schemeClr val="dk1"/>
              </a:buClr>
              <a:buSzPts val="1200"/>
              <a:buChar char="■"/>
              <a:defRPr sz="1200">
                <a:solidFill>
                  <a:schemeClr val="dk1"/>
                </a:solidFill>
              </a:defRPr>
            </a:lvl6pPr>
            <a:lvl7pPr marL="3200400" lvl="6" indent="-304800">
              <a:spcBef>
                <a:spcPts val="1000"/>
              </a:spcBef>
              <a:spcAft>
                <a:spcPts val="0"/>
              </a:spcAft>
              <a:buClr>
                <a:schemeClr val="dk1"/>
              </a:buClr>
              <a:buSzPts val="1200"/>
              <a:buChar char="●"/>
              <a:defRPr sz="1200">
                <a:solidFill>
                  <a:schemeClr val="dk1"/>
                </a:solidFill>
              </a:defRPr>
            </a:lvl7pPr>
            <a:lvl8pPr marL="3657600" lvl="7" indent="-304800">
              <a:spcBef>
                <a:spcPts val="1000"/>
              </a:spcBef>
              <a:spcAft>
                <a:spcPts val="0"/>
              </a:spcAft>
              <a:buClr>
                <a:schemeClr val="dk1"/>
              </a:buClr>
              <a:buSzPts val="1200"/>
              <a:buChar char="○"/>
              <a:defRPr sz="1200">
                <a:solidFill>
                  <a:schemeClr val="dk1"/>
                </a:solidFill>
              </a:defRPr>
            </a:lvl8pPr>
            <a:lvl9pPr marL="4114800" lvl="8" indent="-304800">
              <a:spcBef>
                <a:spcPts val="1000"/>
              </a:spcBef>
              <a:spcAft>
                <a:spcPts val="1000"/>
              </a:spcAft>
              <a:buClr>
                <a:schemeClr val="dk1"/>
              </a:buClr>
              <a:buSzPts val="1200"/>
              <a:buChar char="■"/>
              <a:defRPr sz="1200">
                <a:solidFill>
                  <a:schemeClr val="dk1"/>
                </a:solidFill>
              </a:defRPr>
            </a:lvl9pPr>
          </a:lstStyle>
          <a:p/>
        </p:txBody>
      </p:sp>
      <p:sp>
        <p:nvSpPr>
          <p:cNvPr id="115" name="Google Shape;115;p17"/>
          <p:cNvSpPr txBox="1"/>
          <p:nvPr>
            <p:ph type="body" idx="13"/>
          </p:nvPr>
        </p:nvSpPr>
        <p:spPr>
          <a:xfrm>
            <a:off x="6447249" y="1140000"/>
            <a:ext cx="2239500" cy="1150800"/>
          </a:xfrm>
          <a:prstGeom prst="rect">
            <a:avLst/>
          </a:prstGeom>
          <a:noFill/>
          <a:ln>
            <a:noFill/>
          </a:ln>
        </p:spPr>
        <p:txBody>
          <a:bodyPr spcFirstLastPara="1" wrap="square" lIns="91425" tIns="91425" rIns="91425" bIns="91425" anchor="ctr" anchorCtr="0">
            <a:normAutofit/>
          </a:bodyPr>
          <a:lstStyle>
            <a:lvl1pPr marL="457200" lvl="0" indent="-304800">
              <a:spcBef>
                <a:spcPts val="0"/>
              </a:spcBef>
              <a:spcAft>
                <a:spcPts val="0"/>
              </a:spcAft>
              <a:buClr>
                <a:schemeClr val="dk1"/>
              </a:buClr>
              <a:buSzPts val="1200"/>
              <a:buChar char="•"/>
              <a:defRPr sz="1200">
                <a:solidFill>
                  <a:schemeClr val="dk1"/>
                </a:solidFill>
              </a:defRPr>
            </a:lvl1pPr>
            <a:lvl2pPr marL="914400" lvl="1" indent="-304800">
              <a:spcBef>
                <a:spcPts val="1000"/>
              </a:spcBef>
              <a:spcAft>
                <a:spcPts val="0"/>
              </a:spcAft>
              <a:buClr>
                <a:schemeClr val="dk1"/>
              </a:buClr>
              <a:buSzPts val="1200"/>
              <a:buChar char="○"/>
              <a:defRPr sz="1200">
                <a:solidFill>
                  <a:schemeClr val="dk1"/>
                </a:solidFill>
              </a:defRPr>
            </a:lvl2pPr>
            <a:lvl3pPr marL="1371600" lvl="2" indent="-304800">
              <a:spcBef>
                <a:spcPts val="1000"/>
              </a:spcBef>
              <a:spcAft>
                <a:spcPts val="0"/>
              </a:spcAft>
              <a:buClr>
                <a:schemeClr val="dk1"/>
              </a:buClr>
              <a:buSzPts val="1200"/>
              <a:buChar char="■"/>
              <a:defRPr sz="1200">
                <a:solidFill>
                  <a:schemeClr val="dk1"/>
                </a:solidFill>
              </a:defRPr>
            </a:lvl3pPr>
            <a:lvl4pPr marL="1828800" lvl="3" indent="-304800">
              <a:spcBef>
                <a:spcPts val="1000"/>
              </a:spcBef>
              <a:spcAft>
                <a:spcPts val="0"/>
              </a:spcAft>
              <a:buClr>
                <a:schemeClr val="dk1"/>
              </a:buClr>
              <a:buSzPts val="1200"/>
              <a:buChar char="●"/>
              <a:defRPr sz="1200">
                <a:solidFill>
                  <a:schemeClr val="dk1"/>
                </a:solidFill>
              </a:defRPr>
            </a:lvl4pPr>
            <a:lvl5pPr marL="2286000" lvl="4" indent="-304800">
              <a:spcBef>
                <a:spcPts val="1000"/>
              </a:spcBef>
              <a:spcAft>
                <a:spcPts val="0"/>
              </a:spcAft>
              <a:buClr>
                <a:schemeClr val="dk1"/>
              </a:buClr>
              <a:buSzPts val="1200"/>
              <a:buChar char="○"/>
              <a:defRPr sz="1200">
                <a:solidFill>
                  <a:schemeClr val="dk1"/>
                </a:solidFill>
              </a:defRPr>
            </a:lvl5pPr>
            <a:lvl6pPr marL="2743200" lvl="5" indent="-304800">
              <a:spcBef>
                <a:spcPts val="1000"/>
              </a:spcBef>
              <a:spcAft>
                <a:spcPts val="0"/>
              </a:spcAft>
              <a:buClr>
                <a:schemeClr val="dk1"/>
              </a:buClr>
              <a:buSzPts val="1200"/>
              <a:buChar char="■"/>
              <a:defRPr sz="1200">
                <a:solidFill>
                  <a:schemeClr val="dk1"/>
                </a:solidFill>
              </a:defRPr>
            </a:lvl6pPr>
            <a:lvl7pPr marL="3200400" lvl="6" indent="-304800">
              <a:spcBef>
                <a:spcPts val="1000"/>
              </a:spcBef>
              <a:spcAft>
                <a:spcPts val="0"/>
              </a:spcAft>
              <a:buClr>
                <a:schemeClr val="dk1"/>
              </a:buClr>
              <a:buSzPts val="1200"/>
              <a:buChar char="●"/>
              <a:defRPr sz="1200">
                <a:solidFill>
                  <a:schemeClr val="dk1"/>
                </a:solidFill>
              </a:defRPr>
            </a:lvl7pPr>
            <a:lvl8pPr marL="3657600" lvl="7" indent="-304800">
              <a:spcBef>
                <a:spcPts val="1000"/>
              </a:spcBef>
              <a:spcAft>
                <a:spcPts val="0"/>
              </a:spcAft>
              <a:buClr>
                <a:schemeClr val="dk1"/>
              </a:buClr>
              <a:buSzPts val="1200"/>
              <a:buChar char="○"/>
              <a:defRPr sz="1200">
                <a:solidFill>
                  <a:schemeClr val="dk1"/>
                </a:solidFill>
              </a:defRPr>
            </a:lvl8pPr>
            <a:lvl9pPr marL="4114800" lvl="8" indent="-304800">
              <a:spcBef>
                <a:spcPts val="1000"/>
              </a:spcBef>
              <a:spcAft>
                <a:spcPts val="1000"/>
              </a:spcAft>
              <a:buClr>
                <a:schemeClr val="dk1"/>
              </a:buClr>
              <a:buSzPts val="1200"/>
              <a:buChar char="■"/>
              <a:defRPr sz="1200">
                <a:solidFill>
                  <a:schemeClr val="dk1"/>
                </a:solidFill>
              </a:defRPr>
            </a:lvl9pPr>
          </a:lstStyle>
          <a:p/>
        </p:txBody>
      </p:sp>
      <p:sp>
        <p:nvSpPr>
          <p:cNvPr id="116" name="Google Shape;116;p17"/>
          <p:cNvSpPr txBox="1"/>
          <p:nvPr>
            <p:ph type="body" idx="14"/>
          </p:nvPr>
        </p:nvSpPr>
        <p:spPr>
          <a:xfrm>
            <a:off x="6447249" y="2396588"/>
            <a:ext cx="2239500" cy="1150800"/>
          </a:xfrm>
          <a:prstGeom prst="rect">
            <a:avLst/>
          </a:prstGeom>
          <a:noFill/>
          <a:ln>
            <a:noFill/>
          </a:ln>
        </p:spPr>
        <p:txBody>
          <a:bodyPr spcFirstLastPara="1" wrap="square" lIns="91425" tIns="91425" rIns="91425" bIns="91425" anchor="ctr" anchorCtr="0">
            <a:normAutofit/>
          </a:bodyPr>
          <a:lstStyle>
            <a:lvl1pPr marL="457200" lvl="0" indent="-304800">
              <a:spcBef>
                <a:spcPts val="0"/>
              </a:spcBef>
              <a:spcAft>
                <a:spcPts val="0"/>
              </a:spcAft>
              <a:buClr>
                <a:schemeClr val="dk1"/>
              </a:buClr>
              <a:buSzPts val="1200"/>
              <a:buChar char="•"/>
              <a:defRPr sz="1200">
                <a:solidFill>
                  <a:schemeClr val="dk1"/>
                </a:solidFill>
              </a:defRPr>
            </a:lvl1pPr>
            <a:lvl2pPr marL="914400" lvl="1" indent="-304800">
              <a:spcBef>
                <a:spcPts val="1000"/>
              </a:spcBef>
              <a:spcAft>
                <a:spcPts val="0"/>
              </a:spcAft>
              <a:buClr>
                <a:schemeClr val="dk1"/>
              </a:buClr>
              <a:buSzPts val="1200"/>
              <a:buChar char="○"/>
              <a:defRPr sz="1200">
                <a:solidFill>
                  <a:schemeClr val="dk1"/>
                </a:solidFill>
              </a:defRPr>
            </a:lvl2pPr>
            <a:lvl3pPr marL="1371600" lvl="2" indent="-304800">
              <a:spcBef>
                <a:spcPts val="1000"/>
              </a:spcBef>
              <a:spcAft>
                <a:spcPts val="0"/>
              </a:spcAft>
              <a:buClr>
                <a:schemeClr val="dk1"/>
              </a:buClr>
              <a:buSzPts val="1200"/>
              <a:buChar char="■"/>
              <a:defRPr sz="1200">
                <a:solidFill>
                  <a:schemeClr val="dk1"/>
                </a:solidFill>
              </a:defRPr>
            </a:lvl3pPr>
            <a:lvl4pPr marL="1828800" lvl="3" indent="-304800">
              <a:spcBef>
                <a:spcPts val="1000"/>
              </a:spcBef>
              <a:spcAft>
                <a:spcPts val="0"/>
              </a:spcAft>
              <a:buClr>
                <a:schemeClr val="dk1"/>
              </a:buClr>
              <a:buSzPts val="1200"/>
              <a:buChar char="●"/>
              <a:defRPr sz="1200">
                <a:solidFill>
                  <a:schemeClr val="dk1"/>
                </a:solidFill>
              </a:defRPr>
            </a:lvl4pPr>
            <a:lvl5pPr marL="2286000" lvl="4" indent="-304800">
              <a:spcBef>
                <a:spcPts val="1000"/>
              </a:spcBef>
              <a:spcAft>
                <a:spcPts val="0"/>
              </a:spcAft>
              <a:buClr>
                <a:schemeClr val="dk1"/>
              </a:buClr>
              <a:buSzPts val="1200"/>
              <a:buChar char="○"/>
              <a:defRPr sz="1200">
                <a:solidFill>
                  <a:schemeClr val="dk1"/>
                </a:solidFill>
              </a:defRPr>
            </a:lvl5pPr>
            <a:lvl6pPr marL="2743200" lvl="5" indent="-304800">
              <a:spcBef>
                <a:spcPts val="1000"/>
              </a:spcBef>
              <a:spcAft>
                <a:spcPts val="0"/>
              </a:spcAft>
              <a:buClr>
                <a:schemeClr val="dk1"/>
              </a:buClr>
              <a:buSzPts val="1200"/>
              <a:buChar char="■"/>
              <a:defRPr sz="1200">
                <a:solidFill>
                  <a:schemeClr val="dk1"/>
                </a:solidFill>
              </a:defRPr>
            </a:lvl6pPr>
            <a:lvl7pPr marL="3200400" lvl="6" indent="-304800">
              <a:spcBef>
                <a:spcPts val="1000"/>
              </a:spcBef>
              <a:spcAft>
                <a:spcPts val="0"/>
              </a:spcAft>
              <a:buClr>
                <a:schemeClr val="dk1"/>
              </a:buClr>
              <a:buSzPts val="1200"/>
              <a:buChar char="●"/>
              <a:defRPr sz="1200">
                <a:solidFill>
                  <a:schemeClr val="dk1"/>
                </a:solidFill>
              </a:defRPr>
            </a:lvl7pPr>
            <a:lvl8pPr marL="3657600" lvl="7" indent="-304800">
              <a:spcBef>
                <a:spcPts val="1000"/>
              </a:spcBef>
              <a:spcAft>
                <a:spcPts val="0"/>
              </a:spcAft>
              <a:buClr>
                <a:schemeClr val="dk1"/>
              </a:buClr>
              <a:buSzPts val="1200"/>
              <a:buChar char="○"/>
              <a:defRPr sz="1200">
                <a:solidFill>
                  <a:schemeClr val="dk1"/>
                </a:solidFill>
              </a:defRPr>
            </a:lvl8pPr>
            <a:lvl9pPr marL="4114800" lvl="8" indent="-304800">
              <a:spcBef>
                <a:spcPts val="1000"/>
              </a:spcBef>
              <a:spcAft>
                <a:spcPts val="1000"/>
              </a:spcAft>
              <a:buClr>
                <a:schemeClr val="dk1"/>
              </a:buClr>
              <a:buSzPts val="1200"/>
              <a:buChar char="■"/>
              <a:defRPr sz="1200">
                <a:solidFill>
                  <a:schemeClr val="dk1"/>
                </a:solidFill>
              </a:defRPr>
            </a:lvl9pPr>
          </a:lstStyle>
          <a:p/>
        </p:txBody>
      </p:sp>
      <p:sp>
        <p:nvSpPr>
          <p:cNvPr id="117" name="Google Shape;117;p17"/>
          <p:cNvSpPr txBox="1"/>
          <p:nvPr>
            <p:ph type="body" idx="15"/>
          </p:nvPr>
        </p:nvSpPr>
        <p:spPr>
          <a:xfrm>
            <a:off x="6447249" y="3653174"/>
            <a:ext cx="2239500" cy="1150800"/>
          </a:xfrm>
          <a:prstGeom prst="rect">
            <a:avLst/>
          </a:prstGeom>
          <a:noFill/>
          <a:ln>
            <a:noFill/>
          </a:ln>
        </p:spPr>
        <p:txBody>
          <a:bodyPr spcFirstLastPara="1" wrap="square" lIns="91425" tIns="91425" rIns="91425" bIns="91425" anchor="ctr" anchorCtr="0">
            <a:normAutofit/>
          </a:bodyPr>
          <a:lstStyle>
            <a:lvl1pPr marL="457200" lvl="0" indent="-304800">
              <a:spcBef>
                <a:spcPts val="0"/>
              </a:spcBef>
              <a:spcAft>
                <a:spcPts val="0"/>
              </a:spcAft>
              <a:buClr>
                <a:schemeClr val="dk1"/>
              </a:buClr>
              <a:buSzPts val="1200"/>
              <a:buChar char="•"/>
              <a:defRPr sz="1200">
                <a:solidFill>
                  <a:schemeClr val="dk1"/>
                </a:solidFill>
              </a:defRPr>
            </a:lvl1pPr>
            <a:lvl2pPr marL="914400" lvl="1" indent="-304800">
              <a:spcBef>
                <a:spcPts val="1000"/>
              </a:spcBef>
              <a:spcAft>
                <a:spcPts val="0"/>
              </a:spcAft>
              <a:buClr>
                <a:schemeClr val="dk1"/>
              </a:buClr>
              <a:buSzPts val="1200"/>
              <a:buChar char="○"/>
              <a:defRPr sz="1200">
                <a:solidFill>
                  <a:schemeClr val="dk1"/>
                </a:solidFill>
              </a:defRPr>
            </a:lvl2pPr>
            <a:lvl3pPr marL="1371600" lvl="2" indent="-304800">
              <a:spcBef>
                <a:spcPts val="1000"/>
              </a:spcBef>
              <a:spcAft>
                <a:spcPts val="0"/>
              </a:spcAft>
              <a:buClr>
                <a:schemeClr val="dk1"/>
              </a:buClr>
              <a:buSzPts val="1200"/>
              <a:buChar char="■"/>
              <a:defRPr sz="1200">
                <a:solidFill>
                  <a:schemeClr val="dk1"/>
                </a:solidFill>
              </a:defRPr>
            </a:lvl3pPr>
            <a:lvl4pPr marL="1828800" lvl="3" indent="-304800">
              <a:spcBef>
                <a:spcPts val="1000"/>
              </a:spcBef>
              <a:spcAft>
                <a:spcPts val="0"/>
              </a:spcAft>
              <a:buClr>
                <a:schemeClr val="dk1"/>
              </a:buClr>
              <a:buSzPts val="1200"/>
              <a:buChar char="●"/>
              <a:defRPr sz="1200">
                <a:solidFill>
                  <a:schemeClr val="dk1"/>
                </a:solidFill>
              </a:defRPr>
            </a:lvl4pPr>
            <a:lvl5pPr marL="2286000" lvl="4" indent="-304800">
              <a:spcBef>
                <a:spcPts val="1000"/>
              </a:spcBef>
              <a:spcAft>
                <a:spcPts val="0"/>
              </a:spcAft>
              <a:buClr>
                <a:schemeClr val="dk1"/>
              </a:buClr>
              <a:buSzPts val="1200"/>
              <a:buChar char="○"/>
              <a:defRPr sz="1200">
                <a:solidFill>
                  <a:schemeClr val="dk1"/>
                </a:solidFill>
              </a:defRPr>
            </a:lvl5pPr>
            <a:lvl6pPr marL="2743200" lvl="5" indent="-304800">
              <a:spcBef>
                <a:spcPts val="1000"/>
              </a:spcBef>
              <a:spcAft>
                <a:spcPts val="0"/>
              </a:spcAft>
              <a:buClr>
                <a:schemeClr val="dk1"/>
              </a:buClr>
              <a:buSzPts val="1200"/>
              <a:buChar char="■"/>
              <a:defRPr sz="1200">
                <a:solidFill>
                  <a:schemeClr val="dk1"/>
                </a:solidFill>
              </a:defRPr>
            </a:lvl6pPr>
            <a:lvl7pPr marL="3200400" lvl="6" indent="-304800">
              <a:spcBef>
                <a:spcPts val="1000"/>
              </a:spcBef>
              <a:spcAft>
                <a:spcPts val="0"/>
              </a:spcAft>
              <a:buClr>
                <a:schemeClr val="dk1"/>
              </a:buClr>
              <a:buSzPts val="1200"/>
              <a:buChar char="●"/>
              <a:defRPr sz="1200">
                <a:solidFill>
                  <a:schemeClr val="dk1"/>
                </a:solidFill>
              </a:defRPr>
            </a:lvl7pPr>
            <a:lvl8pPr marL="3657600" lvl="7" indent="-304800">
              <a:spcBef>
                <a:spcPts val="1000"/>
              </a:spcBef>
              <a:spcAft>
                <a:spcPts val="0"/>
              </a:spcAft>
              <a:buClr>
                <a:schemeClr val="dk1"/>
              </a:buClr>
              <a:buSzPts val="1200"/>
              <a:buChar char="○"/>
              <a:defRPr sz="1200">
                <a:solidFill>
                  <a:schemeClr val="dk1"/>
                </a:solidFill>
              </a:defRPr>
            </a:lvl8pPr>
            <a:lvl9pPr marL="4114800" lvl="8" indent="-304800">
              <a:spcBef>
                <a:spcPts val="1000"/>
              </a:spcBef>
              <a:spcAft>
                <a:spcPts val="1000"/>
              </a:spcAft>
              <a:buClr>
                <a:schemeClr val="dk1"/>
              </a:buClr>
              <a:buSzPts val="1200"/>
              <a:buChar char="■"/>
              <a:defRPr sz="1200">
                <a:solidFill>
                  <a:schemeClr val="dk1"/>
                </a:solidFill>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3-bullet-6 1 1">
  <p:cSld name="CUSTOM_3_2_1_2_1_1">
    <p:spTree>
      <p:nvGrpSpPr>
        <p:cNvPr id="118" name="Shape 118"/>
        <p:cNvGrpSpPr/>
        <p:nvPr/>
      </p:nvGrpSpPr>
      <p:grpSpPr>
        <a:xfrm>
          <a:off x="0" y="0"/>
          <a:ext cx="0" cy="0"/>
          <a:chOff x="0" y="0"/>
          <a:chExt cx="0" cy="0"/>
        </a:xfrm>
      </p:grpSpPr>
      <p:sp>
        <p:nvSpPr>
          <p:cNvPr id="119" name="Google Shape;119;p18"/>
          <p:cNvSpPr txBox="1"/>
          <p:nvPr>
            <p:ph type="subTitle" idx="1"/>
          </p:nvPr>
        </p:nvSpPr>
        <p:spPr>
          <a:xfrm>
            <a:off x="2547182" y="1371750"/>
            <a:ext cx="1774200" cy="474600"/>
          </a:xfrm>
          <a:prstGeom prst="rect">
            <a:avLst/>
          </a:prstGeom>
          <a:noFill/>
        </p:spPr>
        <p:txBody>
          <a:bodyPr spcFirstLastPara="1" wrap="square" lIns="91425" tIns="91425" rIns="91425" bIns="91425" anchor="ctr" anchorCtr="0">
            <a:noAutofit/>
          </a:bodyPr>
          <a:lstStyle>
            <a:lvl1pPr lvl="0">
              <a:spcBef>
                <a:spcPts val="0"/>
              </a:spcBef>
              <a:spcAft>
                <a:spcPts val="0"/>
              </a:spcAft>
              <a:buClr>
                <a:schemeClr val="accent2"/>
              </a:buClr>
              <a:buSzPts val="1300"/>
              <a:buNone/>
              <a:defRPr sz="4500">
                <a:solidFill>
                  <a:schemeClr val="accent2"/>
                </a:solidFill>
                <a:latin typeface="Inter Black"/>
                <a:ea typeface="Inter Black"/>
                <a:cs typeface="Inter Black"/>
                <a:sym typeface="Inter Black"/>
              </a:defRPr>
            </a:lvl1pPr>
            <a:lvl2pPr lvl="1">
              <a:spcBef>
                <a:spcPts val="0"/>
              </a:spcBef>
              <a:spcAft>
                <a:spcPts val="0"/>
              </a:spcAft>
              <a:buClr>
                <a:schemeClr val="accent2"/>
              </a:buClr>
              <a:buSzPts val="1100"/>
              <a:buNone/>
              <a:defRPr>
                <a:solidFill>
                  <a:schemeClr val="accent2"/>
                </a:solidFill>
              </a:defRPr>
            </a:lvl2pPr>
            <a:lvl3pPr lvl="2">
              <a:spcBef>
                <a:spcPts val="0"/>
              </a:spcBef>
              <a:spcAft>
                <a:spcPts val="0"/>
              </a:spcAft>
              <a:buClr>
                <a:schemeClr val="accent2"/>
              </a:buClr>
              <a:buSzPts val="1100"/>
              <a:buNone/>
              <a:defRPr>
                <a:solidFill>
                  <a:schemeClr val="accent2"/>
                </a:solidFill>
              </a:defRPr>
            </a:lvl3pPr>
            <a:lvl4pPr lvl="3">
              <a:spcBef>
                <a:spcPts val="0"/>
              </a:spcBef>
              <a:spcAft>
                <a:spcPts val="0"/>
              </a:spcAft>
              <a:buClr>
                <a:schemeClr val="accent2"/>
              </a:buClr>
              <a:buSzPts val="1100"/>
              <a:buNone/>
              <a:defRPr>
                <a:solidFill>
                  <a:schemeClr val="accent2"/>
                </a:solidFill>
              </a:defRPr>
            </a:lvl4pPr>
            <a:lvl5pPr lvl="4">
              <a:spcBef>
                <a:spcPts val="0"/>
              </a:spcBef>
              <a:spcAft>
                <a:spcPts val="0"/>
              </a:spcAft>
              <a:buClr>
                <a:schemeClr val="accent2"/>
              </a:buClr>
              <a:buSzPts val="1100"/>
              <a:buNone/>
              <a:defRPr>
                <a:solidFill>
                  <a:schemeClr val="accent2"/>
                </a:solidFill>
              </a:defRPr>
            </a:lvl5pPr>
            <a:lvl6pPr lvl="5">
              <a:spcBef>
                <a:spcPts val="0"/>
              </a:spcBef>
              <a:spcAft>
                <a:spcPts val="0"/>
              </a:spcAft>
              <a:buClr>
                <a:schemeClr val="accent2"/>
              </a:buClr>
              <a:buSzPts val="1100"/>
              <a:buNone/>
              <a:defRPr>
                <a:solidFill>
                  <a:schemeClr val="accent2"/>
                </a:solidFill>
              </a:defRPr>
            </a:lvl6pPr>
            <a:lvl7pPr lvl="6">
              <a:spcBef>
                <a:spcPts val="0"/>
              </a:spcBef>
              <a:spcAft>
                <a:spcPts val="0"/>
              </a:spcAft>
              <a:buClr>
                <a:schemeClr val="accent2"/>
              </a:buClr>
              <a:buSzPts val="1100"/>
              <a:buNone/>
              <a:defRPr>
                <a:solidFill>
                  <a:schemeClr val="accent2"/>
                </a:solidFill>
              </a:defRPr>
            </a:lvl7pPr>
            <a:lvl8pPr lvl="7">
              <a:spcBef>
                <a:spcPts val="0"/>
              </a:spcBef>
              <a:spcAft>
                <a:spcPts val="0"/>
              </a:spcAft>
              <a:buClr>
                <a:schemeClr val="accent2"/>
              </a:buClr>
              <a:buSzPts val="1100"/>
              <a:buNone/>
              <a:defRPr>
                <a:solidFill>
                  <a:schemeClr val="accent2"/>
                </a:solidFill>
              </a:defRPr>
            </a:lvl8pPr>
            <a:lvl9pPr lvl="8">
              <a:spcBef>
                <a:spcPts val="0"/>
              </a:spcBef>
              <a:spcAft>
                <a:spcPts val="0"/>
              </a:spcAft>
              <a:buClr>
                <a:schemeClr val="accent2"/>
              </a:buClr>
              <a:buSzPts val="1100"/>
              <a:buNone/>
              <a:defRPr>
                <a:solidFill>
                  <a:schemeClr val="accent2"/>
                </a:solidFill>
              </a:defRPr>
            </a:lvl9pPr>
          </a:lstStyle>
          <a:p/>
        </p:txBody>
      </p:sp>
      <p:sp>
        <p:nvSpPr>
          <p:cNvPr id="120" name="Google Shape;120;p18"/>
          <p:cNvSpPr txBox="1"/>
          <p:nvPr>
            <p:ph type="subTitle" idx="2"/>
          </p:nvPr>
        </p:nvSpPr>
        <p:spPr>
          <a:xfrm>
            <a:off x="4637230" y="1371750"/>
            <a:ext cx="1774200" cy="474600"/>
          </a:xfrm>
          <a:prstGeom prst="rect">
            <a:avLst/>
          </a:prstGeom>
          <a:noFill/>
        </p:spPr>
        <p:txBody>
          <a:bodyPr spcFirstLastPara="1" wrap="square" lIns="91425" tIns="91425" rIns="91425" bIns="91425" anchor="ctr" anchorCtr="0">
            <a:noAutofit/>
          </a:bodyPr>
          <a:lstStyle>
            <a:lvl1pPr lvl="0">
              <a:spcBef>
                <a:spcPts val="0"/>
              </a:spcBef>
              <a:spcAft>
                <a:spcPts val="0"/>
              </a:spcAft>
              <a:buClr>
                <a:schemeClr val="accent2"/>
              </a:buClr>
              <a:buSzPts val="1300"/>
              <a:buNone/>
              <a:defRPr sz="4500">
                <a:solidFill>
                  <a:schemeClr val="accent2"/>
                </a:solidFill>
                <a:latin typeface="Inter Black"/>
                <a:ea typeface="Inter Black"/>
                <a:cs typeface="Inter Black"/>
                <a:sym typeface="Inter Black"/>
              </a:defRPr>
            </a:lvl1pPr>
            <a:lvl2pPr lvl="1">
              <a:spcBef>
                <a:spcPts val="0"/>
              </a:spcBef>
              <a:spcAft>
                <a:spcPts val="0"/>
              </a:spcAft>
              <a:buClr>
                <a:schemeClr val="accent2"/>
              </a:buClr>
              <a:buSzPts val="1100"/>
              <a:buNone/>
              <a:defRPr>
                <a:solidFill>
                  <a:schemeClr val="accent2"/>
                </a:solidFill>
              </a:defRPr>
            </a:lvl2pPr>
            <a:lvl3pPr lvl="2">
              <a:spcBef>
                <a:spcPts val="0"/>
              </a:spcBef>
              <a:spcAft>
                <a:spcPts val="0"/>
              </a:spcAft>
              <a:buClr>
                <a:schemeClr val="accent2"/>
              </a:buClr>
              <a:buSzPts val="1100"/>
              <a:buNone/>
              <a:defRPr>
                <a:solidFill>
                  <a:schemeClr val="accent2"/>
                </a:solidFill>
              </a:defRPr>
            </a:lvl3pPr>
            <a:lvl4pPr lvl="3">
              <a:spcBef>
                <a:spcPts val="0"/>
              </a:spcBef>
              <a:spcAft>
                <a:spcPts val="0"/>
              </a:spcAft>
              <a:buClr>
                <a:schemeClr val="accent2"/>
              </a:buClr>
              <a:buSzPts val="1100"/>
              <a:buNone/>
              <a:defRPr>
                <a:solidFill>
                  <a:schemeClr val="accent2"/>
                </a:solidFill>
              </a:defRPr>
            </a:lvl4pPr>
            <a:lvl5pPr lvl="4">
              <a:spcBef>
                <a:spcPts val="0"/>
              </a:spcBef>
              <a:spcAft>
                <a:spcPts val="0"/>
              </a:spcAft>
              <a:buClr>
                <a:schemeClr val="accent2"/>
              </a:buClr>
              <a:buSzPts val="1100"/>
              <a:buNone/>
              <a:defRPr>
                <a:solidFill>
                  <a:schemeClr val="accent2"/>
                </a:solidFill>
              </a:defRPr>
            </a:lvl5pPr>
            <a:lvl6pPr lvl="5">
              <a:spcBef>
                <a:spcPts val="0"/>
              </a:spcBef>
              <a:spcAft>
                <a:spcPts val="0"/>
              </a:spcAft>
              <a:buClr>
                <a:schemeClr val="accent2"/>
              </a:buClr>
              <a:buSzPts val="1100"/>
              <a:buNone/>
              <a:defRPr>
                <a:solidFill>
                  <a:schemeClr val="accent2"/>
                </a:solidFill>
              </a:defRPr>
            </a:lvl6pPr>
            <a:lvl7pPr lvl="6">
              <a:spcBef>
                <a:spcPts val="0"/>
              </a:spcBef>
              <a:spcAft>
                <a:spcPts val="0"/>
              </a:spcAft>
              <a:buClr>
                <a:schemeClr val="accent2"/>
              </a:buClr>
              <a:buSzPts val="1100"/>
              <a:buNone/>
              <a:defRPr>
                <a:solidFill>
                  <a:schemeClr val="accent2"/>
                </a:solidFill>
              </a:defRPr>
            </a:lvl7pPr>
            <a:lvl8pPr lvl="7">
              <a:spcBef>
                <a:spcPts val="0"/>
              </a:spcBef>
              <a:spcAft>
                <a:spcPts val="0"/>
              </a:spcAft>
              <a:buClr>
                <a:schemeClr val="accent2"/>
              </a:buClr>
              <a:buSzPts val="1100"/>
              <a:buNone/>
              <a:defRPr>
                <a:solidFill>
                  <a:schemeClr val="accent2"/>
                </a:solidFill>
              </a:defRPr>
            </a:lvl8pPr>
            <a:lvl9pPr lvl="8">
              <a:spcBef>
                <a:spcPts val="0"/>
              </a:spcBef>
              <a:spcAft>
                <a:spcPts val="0"/>
              </a:spcAft>
              <a:buClr>
                <a:schemeClr val="accent2"/>
              </a:buClr>
              <a:buSzPts val="1100"/>
              <a:buNone/>
              <a:defRPr>
                <a:solidFill>
                  <a:schemeClr val="accent2"/>
                </a:solidFill>
              </a:defRPr>
            </a:lvl9pPr>
          </a:lstStyle>
          <a:p/>
        </p:txBody>
      </p:sp>
      <p:sp>
        <p:nvSpPr>
          <p:cNvPr id="121" name="Google Shape;121;p18"/>
          <p:cNvSpPr txBox="1"/>
          <p:nvPr>
            <p:ph type="subTitle" idx="3"/>
          </p:nvPr>
        </p:nvSpPr>
        <p:spPr>
          <a:xfrm>
            <a:off x="457125" y="1371750"/>
            <a:ext cx="1774200" cy="474600"/>
          </a:xfrm>
          <a:prstGeom prst="rect">
            <a:avLst/>
          </a:prstGeom>
          <a:noFill/>
        </p:spPr>
        <p:txBody>
          <a:bodyPr spcFirstLastPara="1" wrap="square" lIns="91425" tIns="91425" rIns="91425" bIns="91425" anchor="ctr" anchorCtr="0">
            <a:noAutofit/>
          </a:bodyPr>
          <a:lstStyle>
            <a:lvl1pPr lvl="0">
              <a:spcBef>
                <a:spcPts val="0"/>
              </a:spcBef>
              <a:spcAft>
                <a:spcPts val="0"/>
              </a:spcAft>
              <a:buClr>
                <a:schemeClr val="accent2"/>
              </a:buClr>
              <a:buSzPts val="1300"/>
              <a:buNone/>
              <a:defRPr sz="4500">
                <a:solidFill>
                  <a:schemeClr val="accent2"/>
                </a:solidFill>
                <a:latin typeface="Inter Black"/>
                <a:ea typeface="Inter Black"/>
                <a:cs typeface="Inter Black"/>
                <a:sym typeface="Inter Black"/>
              </a:defRPr>
            </a:lvl1pPr>
            <a:lvl2pPr lvl="1">
              <a:spcBef>
                <a:spcPts val="0"/>
              </a:spcBef>
              <a:spcAft>
                <a:spcPts val="0"/>
              </a:spcAft>
              <a:buClr>
                <a:schemeClr val="accent2"/>
              </a:buClr>
              <a:buSzPts val="1100"/>
              <a:buNone/>
              <a:defRPr>
                <a:solidFill>
                  <a:schemeClr val="accent2"/>
                </a:solidFill>
              </a:defRPr>
            </a:lvl2pPr>
            <a:lvl3pPr lvl="2">
              <a:spcBef>
                <a:spcPts val="0"/>
              </a:spcBef>
              <a:spcAft>
                <a:spcPts val="0"/>
              </a:spcAft>
              <a:buClr>
                <a:schemeClr val="accent2"/>
              </a:buClr>
              <a:buSzPts val="1100"/>
              <a:buNone/>
              <a:defRPr>
                <a:solidFill>
                  <a:schemeClr val="accent2"/>
                </a:solidFill>
              </a:defRPr>
            </a:lvl3pPr>
            <a:lvl4pPr lvl="3">
              <a:spcBef>
                <a:spcPts val="0"/>
              </a:spcBef>
              <a:spcAft>
                <a:spcPts val="0"/>
              </a:spcAft>
              <a:buClr>
                <a:schemeClr val="accent2"/>
              </a:buClr>
              <a:buSzPts val="1100"/>
              <a:buNone/>
              <a:defRPr>
                <a:solidFill>
                  <a:schemeClr val="accent2"/>
                </a:solidFill>
              </a:defRPr>
            </a:lvl4pPr>
            <a:lvl5pPr lvl="4">
              <a:spcBef>
                <a:spcPts val="0"/>
              </a:spcBef>
              <a:spcAft>
                <a:spcPts val="0"/>
              </a:spcAft>
              <a:buClr>
                <a:schemeClr val="accent2"/>
              </a:buClr>
              <a:buSzPts val="1100"/>
              <a:buNone/>
              <a:defRPr>
                <a:solidFill>
                  <a:schemeClr val="accent2"/>
                </a:solidFill>
              </a:defRPr>
            </a:lvl5pPr>
            <a:lvl6pPr lvl="5">
              <a:spcBef>
                <a:spcPts val="0"/>
              </a:spcBef>
              <a:spcAft>
                <a:spcPts val="0"/>
              </a:spcAft>
              <a:buClr>
                <a:schemeClr val="accent2"/>
              </a:buClr>
              <a:buSzPts val="1100"/>
              <a:buNone/>
              <a:defRPr>
                <a:solidFill>
                  <a:schemeClr val="accent2"/>
                </a:solidFill>
              </a:defRPr>
            </a:lvl6pPr>
            <a:lvl7pPr lvl="6">
              <a:spcBef>
                <a:spcPts val="0"/>
              </a:spcBef>
              <a:spcAft>
                <a:spcPts val="0"/>
              </a:spcAft>
              <a:buClr>
                <a:schemeClr val="accent2"/>
              </a:buClr>
              <a:buSzPts val="1100"/>
              <a:buNone/>
              <a:defRPr>
                <a:solidFill>
                  <a:schemeClr val="accent2"/>
                </a:solidFill>
              </a:defRPr>
            </a:lvl7pPr>
            <a:lvl8pPr lvl="7">
              <a:spcBef>
                <a:spcPts val="0"/>
              </a:spcBef>
              <a:spcAft>
                <a:spcPts val="0"/>
              </a:spcAft>
              <a:buClr>
                <a:schemeClr val="accent2"/>
              </a:buClr>
              <a:buSzPts val="1100"/>
              <a:buNone/>
              <a:defRPr>
                <a:solidFill>
                  <a:schemeClr val="accent2"/>
                </a:solidFill>
              </a:defRPr>
            </a:lvl8pPr>
            <a:lvl9pPr lvl="8">
              <a:spcBef>
                <a:spcPts val="0"/>
              </a:spcBef>
              <a:spcAft>
                <a:spcPts val="0"/>
              </a:spcAft>
              <a:buClr>
                <a:schemeClr val="accent2"/>
              </a:buClr>
              <a:buSzPts val="1100"/>
              <a:buNone/>
              <a:defRPr>
                <a:solidFill>
                  <a:schemeClr val="accent2"/>
                </a:solidFill>
              </a:defRPr>
            </a:lvl9pPr>
          </a:lstStyle>
          <a:p/>
        </p:txBody>
      </p:sp>
      <p:sp>
        <p:nvSpPr>
          <p:cNvPr id="122" name="Google Shape;122;p18"/>
          <p:cNvSpPr txBox="1"/>
          <p:nvPr>
            <p:ph type="body" idx="4"/>
          </p:nvPr>
        </p:nvSpPr>
        <p:spPr>
          <a:xfrm>
            <a:off x="457150" y="1846350"/>
            <a:ext cx="1959600" cy="2354100"/>
          </a:xfrm>
          <a:prstGeom prst="rect">
            <a:avLst/>
          </a:prstGeom>
          <a:noFill/>
        </p:spPr>
        <p:txBody>
          <a:bodyPr spcFirstLastPara="1" wrap="square" lIns="137150" tIns="91425" rIns="137150" bIns="91425" anchor="t" anchorCtr="0">
            <a:normAutofit/>
          </a:bodyPr>
          <a:lstStyle>
            <a:lvl1pPr marL="457200" lvl="0" indent="-317500">
              <a:spcBef>
                <a:spcPts val="0"/>
              </a:spcBef>
              <a:spcAft>
                <a:spcPts val="0"/>
              </a:spcAft>
              <a:buClr>
                <a:schemeClr val="dk1"/>
              </a:buClr>
              <a:buSzPts val="1400"/>
              <a:buChar char="•"/>
              <a:defRPr sz="1400">
                <a:solidFill>
                  <a:schemeClr val="dk1"/>
                </a:solidFill>
              </a:defRPr>
            </a:lvl1pPr>
            <a:lvl2pPr marL="914400" lvl="1" indent="-298450">
              <a:spcBef>
                <a:spcPts val="1000"/>
              </a:spcBef>
              <a:spcAft>
                <a:spcPts val="0"/>
              </a:spcAft>
              <a:buClr>
                <a:schemeClr val="dk1"/>
              </a:buClr>
              <a:buSzPts val="1100"/>
              <a:buChar char="○"/>
              <a:defRPr>
                <a:solidFill>
                  <a:schemeClr val="dk1"/>
                </a:solidFill>
              </a:defRPr>
            </a:lvl2pPr>
            <a:lvl3pPr marL="1371600" lvl="2" indent="-298450">
              <a:spcBef>
                <a:spcPts val="1000"/>
              </a:spcBef>
              <a:spcAft>
                <a:spcPts val="0"/>
              </a:spcAft>
              <a:buClr>
                <a:schemeClr val="dk1"/>
              </a:buClr>
              <a:buSzPts val="1100"/>
              <a:buChar char="■"/>
              <a:defRPr>
                <a:solidFill>
                  <a:schemeClr val="dk1"/>
                </a:solidFill>
              </a:defRPr>
            </a:lvl3pPr>
            <a:lvl4pPr marL="1828800" lvl="3" indent="-298450">
              <a:spcBef>
                <a:spcPts val="1000"/>
              </a:spcBef>
              <a:spcAft>
                <a:spcPts val="0"/>
              </a:spcAft>
              <a:buClr>
                <a:schemeClr val="dk1"/>
              </a:buClr>
              <a:buSzPts val="1100"/>
              <a:buChar char="●"/>
              <a:defRPr>
                <a:solidFill>
                  <a:schemeClr val="dk1"/>
                </a:solidFill>
              </a:defRPr>
            </a:lvl4pPr>
            <a:lvl5pPr marL="2286000" lvl="4" indent="-298450">
              <a:spcBef>
                <a:spcPts val="1000"/>
              </a:spcBef>
              <a:spcAft>
                <a:spcPts val="0"/>
              </a:spcAft>
              <a:buClr>
                <a:schemeClr val="dk1"/>
              </a:buClr>
              <a:buSzPts val="1100"/>
              <a:buChar char="○"/>
              <a:defRPr>
                <a:solidFill>
                  <a:schemeClr val="dk1"/>
                </a:solidFill>
              </a:defRPr>
            </a:lvl5pPr>
            <a:lvl6pPr marL="2743200" lvl="5" indent="-298450">
              <a:spcBef>
                <a:spcPts val="1000"/>
              </a:spcBef>
              <a:spcAft>
                <a:spcPts val="0"/>
              </a:spcAft>
              <a:buClr>
                <a:schemeClr val="dk1"/>
              </a:buClr>
              <a:buSzPts val="1100"/>
              <a:buChar char="■"/>
              <a:defRPr>
                <a:solidFill>
                  <a:schemeClr val="dk1"/>
                </a:solidFill>
              </a:defRPr>
            </a:lvl6pPr>
            <a:lvl7pPr marL="3200400" lvl="6" indent="-298450">
              <a:spcBef>
                <a:spcPts val="1000"/>
              </a:spcBef>
              <a:spcAft>
                <a:spcPts val="0"/>
              </a:spcAft>
              <a:buClr>
                <a:schemeClr val="dk1"/>
              </a:buClr>
              <a:buSzPts val="1100"/>
              <a:buChar char="●"/>
              <a:defRPr>
                <a:solidFill>
                  <a:schemeClr val="dk1"/>
                </a:solidFill>
              </a:defRPr>
            </a:lvl7pPr>
            <a:lvl8pPr marL="3657600" lvl="7" indent="-298450">
              <a:spcBef>
                <a:spcPts val="1000"/>
              </a:spcBef>
              <a:spcAft>
                <a:spcPts val="0"/>
              </a:spcAft>
              <a:buClr>
                <a:schemeClr val="dk1"/>
              </a:buClr>
              <a:buSzPts val="1100"/>
              <a:buChar char="○"/>
              <a:defRPr>
                <a:solidFill>
                  <a:schemeClr val="dk1"/>
                </a:solidFill>
              </a:defRPr>
            </a:lvl8pPr>
            <a:lvl9pPr marL="4114800" lvl="8" indent="-298450">
              <a:spcBef>
                <a:spcPts val="1000"/>
              </a:spcBef>
              <a:spcAft>
                <a:spcPts val="1000"/>
              </a:spcAft>
              <a:buClr>
                <a:schemeClr val="dk1"/>
              </a:buClr>
              <a:buSzPts val="1100"/>
              <a:buChar char="■"/>
              <a:defRPr>
                <a:solidFill>
                  <a:schemeClr val="dk1"/>
                </a:solidFill>
              </a:defRPr>
            </a:lvl9pPr>
          </a:lstStyle>
          <a:p/>
        </p:txBody>
      </p:sp>
      <p:sp>
        <p:nvSpPr>
          <p:cNvPr id="123" name="Google Shape;123;p18"/>
          <p:cNvSpPr txBox="1"/>
          <p:nvPr>
            <p:ph type="body" idx="5"/>
          </p:nvPr>
        </p:nvSpPr>
        <p:spPr>
          <a:xfrm>
            <a:off x="2547197" y="1846350"/>
            <a:ext cx="1959600" cy="2354100"/>
          </a:xfrm>
          <a:prstGeom prst="rect">
            <a:avLst/>
          </a:prstGeom>
          <a:noFill/>
        </p:spPr>
        <p:txBody>
          <a:bodyPr spcFirstLastPara="1" wrap="square" lIns="137150" tIns="91425" rIns="137150" bIns="91425" anchor="t" anchorCtr="0">
            <a:normAutofit/>
          </a:bodyPr>
          <a:lstStyle>
            <a:lvl1pPr marL="457200" lvl="0" indent="-317500">
              <a:spcBef>
                <a:spcPts val="0"/>
              </a:spcBef>
              <a:spcAft>
                <a:spcPts val="0"/>
              </a:spcAft>
              <a:buClr>
                <a:schemeClr val="dk1"/>
              </a:buClr>
              <a:buSzPts val="1400"/>
              <a:buChar char="•"/>
              <a:defRPr sz="1400">
                <a:solidFill>
                  <a:schemeClr val="dk1"/>
                </a:solidFill>
              </a:defRPr>
            </a:lvl1pPr>
            <a:lvl2pPr marL="914400" lvl="1" indent="-298450">
              <a:spcBef>
                <a:spcPts val="1000"/>
              </a:spcBef>
              <a:spcAft>
                <a:spcPts val="0"/>
              </a:spcAft>
              <a:buClr>
                <a:schemeClr val="dk1"/>
              </a:buClr>
              <a:buSzPts val="1100"/>
              <a:buChar char="○"/>
              <a:defRPr>
                <a:solidFill>
                  <a:schemeClr val="dk1"/>
                </a:solidFill>
              </a:defRPr>
            </a:lvl2pPr>
            <a:lvl3pPr marL="1371600" lvl="2" indent="-298450">
              <a:spcBef>
                <a:spcPts val="1000"/>
              </a:spcBef>
              <a:spcAft>
                <a:spcPts val="0"/>
              </a:spcAft>
              <a:buClr>
                <a:schemeClr val="dk1"/>
              </a:buClr>
              <a:buSzPts val="1100"/>
              <a:buChar char="■"/>
              <a:defRPr>
                <a:solidFill>
                  <a:schemeClr val="dk1"/>
                </a:solidFill>
              </a:defRPr>
            </a:lvl3pPr>
            <a:lvl4pPr marL="1828800" lvl="3" indent="-298450">
              <a:spcBef>
                <a:spcPts val="1000"/>
              </a:spcBef>
              <a:spcAft>
                <a:spcPts val="0"/>
              </a:spcAft>
              <a:buClr>
                <a:schemeClr val="dk1"/>
              </a:buClr>
              <a:buSzPts val="1100"/>
              <a:buChar char="●"/>
              <a:defRPr>
                <a:solidFill>
                  <a:schemeClr val="dk1"/>
                </a:solidFill>
              </a:defRPr>
            </a:lvl4pPr>
            <a:lvl5pPr marL="2286000" lvl="4" indent="-298450">
              <a:spcBef>
                <a:spcPts val="1000"/>
              </a:spcBef>
              <a:spcAft>
                <a:spcPts val="0"/>
              </a:spcAft>
              <a:buClr>
                <a:schemeClr val="dk1"/>
              </a:buClr>
              <a:buSzPts val="1100"/>
              <a:buChar char="○"/>
              <a:defRPr>
                <a:solidFill>
                  <a:schemeClr val="dk1"/>
                </a:solidFill>
              </a:defRPr>
            </a:lvl5pPr>
            <a:lvl6pPr marL="2743200" lvl="5" indent="-298450">
              <a:spcBef>
                <a:spcPts val="1000"/>
              </a:spcBef>
              <a:spcAft>
                <a:spcPts val="0"/>
              </a:spcAft>
              <a:buClr>
                <a:schemeClr val="dk1"/>
              </a:buClr>
              <a:buSzPts val="1100"/>
              <a:buChar char="■"/>
              <a:defRPr>
                <a:solidFill>
                  <a:schemeClr val="dk1"/>
                </a:solidFill>
              </a:defRPr>
            </a:lvl6pPr>
            <a:lvl7pPr marL="3200400" lvl="6" indent="-298450">
              <a:spcBef>
                <a:spcPts val="1000"/>
              </a:spcBef>
              <a:spcAft>
                <a:spcPts val="0"/>
              </a:spcAft>
              <a:buClr>
                <a:schemeClr val="dk1"/>
              </a:buClr>
              <a:buSzPts val="1100"/>
              <a:buChar char="●"/>
              <a:defRPr>
                <a:solidFill>
                  <a:schemeClr val="dk1"/>
                </a:solidFill>
              </a:defRPr>
            </a:lvl7pPr>
            <a:lvl8pPr marL="3657600" lvl="7" indent="-298450">
              <a:spcBef>
                <a:spcPts val="1000"/>
              </a:spcBef>
              <a:spcAft>
                <a:spcPts val="0"/>
              </a:spcAft>
              <a:buClr>
                <a:schemeClr val="dk1"/>
              </a:buClr>
              <a:buSzPts val="1100"/>
              <a:buChar char="○"/>
              <a:defRPr>
                <a:solidFill>
                  <a:schemeClr val="dk1"/>
                </a:solidFill>
              </a:defRPr>
            </a:lvl8pPr>
            <a:lvl9pPr marL="4114800" lvl="8" indent="-298450">
              <a:spcBef>
                <a:spcPts val="1000"/>
              </a:spcBef>
              <a:spcAft>
                <a:spcPts val="1000"/>
              </a:spcAft>
              <a:buClr>
                <a:schemeClr val="dk1"/>
              </a:buClr>
              <a:buSzPts val="1100"/>
              <a:buChar char="■"/>
              <a:defRPr>
                <a:solidFill>
                  <a:schemeClr val="dk1"/>
                </a:solidFill>
              </a:defRPr>
            </a:lvl9pPr>
          </a:lstStyle>
          <a:p/>
        </p:txBody>
      </p:sp>
      <p:sp>
        <p:nvSpPr>
          <p:cNvPr id="124" name="Google Shape;124;p18"/>
          <p:cNvSpPr txBox="1"/>
          <p:nvPr>
            <p:ph type="body" idx="6"/>
          </p:nvPr>
        </p:nvSpPr>
        <p:spPr>
          <a:xfrm>
            <a:off x="4637244" y="1846350"/>
            <a:ext cx="1959600" cy="2354100"/>
          </a:xfrm>
          <a:prstGeom prst="rect">
            <a:avLst/>
          </a:prstGeom>
          <a:noFill/>
        </p:spPr>
        <p:txBody>
          <a:bodyPr spcFirstLastPara="1" wrap="square" lIns="137150" tIns="91425" rIns="137150" bIns="91425" anchor="t" anchorCtr="0">
            <a:normAutofit/>
          </a:bodyPr>
          <a:lstStyle>
            <a:lvl1pPr marL="457200" lvl="0" indent="-317500">
              <a:spcBef>
                <a:spcPts val="0"/>
              </a:spcBef>
              <a:spcAft>
                <a:spcPts val="0"/>
              </a:spcAft>
              <a:buClr>
                <a:schemeClr val="dk1"/>
              </a:buClr>
              <a:buSzPts val="1400"/>
              <a:buChar char="•"/>
              <a:defRPr sz="1400">
                <a:solidFill>
                  <a:schemeClr val="dk1"/>
                </a:solidFill>
              </a:defRPr>
            </a:lvl1pPr>
            <a:lvl2pPr marL="914400" lvl="1" indent="-298450">
              <a:spcBef>
                <a:spcPts val="1000"/>
              </a:spcBef>
              <a:spcAft>
                <a:spcPts val="0"/>
              </a:spcAft>
              <a:buClr>
                <a:schemeClr val="dk1"/>
              </a:buClr>
              <a:buSzPts val="1100"/>
              <a:buChar char="○"/>
              <a:defRPr>
                <a:solidFill>
                  <a:schemeClr val="dk1"/>
                </a:solidFill>
              </a:defRPr>
            </a:lvl2pPr>
            <a:lvl3pPr marL="1371600" lvl="2" indent="-298450">
              <a:spcBef>
                <a:spcPts val="1000"/>
              </a:spcBef>
              <a:spcAft>
                <a:spcPts val="0"/>
              </a:spcAft>
              <a:buClr>
                <a:schemeClr val="dk1"/>
              </a:buClr>
              <a:buSzPts val="1100"/>
              <a:buChar char="■"/>
              <a:defRPr>
                <a:solidFill>
                  <a:schemeClr val="dk1"/>
                </a:solidFill>
              </a:defRPr>
            </a:lvl3pPr>
            <a:lvl4pPr marL="1828800" lvl="3" indent="-298450">
              <a:spcBef>
                <a:spcPts val="1000"/>
              </a:spcBef>
              <a:spcAft>
                <a:spcPts val="0"/>
              </a:spcAft>
              <a:buClr>
                <a:schemeClr val="dk1"/>
              </a:buClr>
              <a:buSzPts val="1100"/>
              <a:buChar char="●"/>
              <a:defRPr>
                <a:solidFill>
                  <a:schemeClr val="dk1"/>
                </a:solidFill>
              </a:defRPr>
            </a:lvl4pPr>
            <a:lvl5pPr marL="2286000" lvl="4" indent="-298450">
              <a:spcBef>
                <a:spcPts val="1000"/>
              </a:spcBef>
              <a:spcAft>
                <a:spcPts val="0"/>
              </a:spcAft>
              <a:buClr>
                <a:schemeClr val="dk1"/>
              </a:buClr>
              <a:buSzPts val="1100"/>
              <a:buChar char="○"/>
              <a:defRPr>
                <a:solidFill>
                  <a:schemeClr val="dk1"/>
                </a:solidFill>
              </a:defRPr>
            </a:lvl5pPr>
            <a:lvl6pPr marL="2743200" lvl="5" indent="-298450">
              <a:spcBef>
                <a:spcPts val="1000"/>
              </a:spcBef>
              <a:spcAft>
                <a:spcPts val="0"/>
              </a:spcAft>
              <a:buClr>
                <a:schemeClr val="dk1"/>
              </a:buClr>
              <a:buSzPts val="1100"/>
              <a:buChar char="■"/>
              <a:defRPr>
                <a:solidFill>
                  <a:schemeClr val="dk1"/>
                </a:solidFill>
              </a:defRPr>
            </a:lvl6pPr>
            <a:lvl7pPr marL="3200400" lvl="6" indent="-298450">
              <a:spcBef>
                <a:spcPts val="1000"/>
              </a:spcBef>
              <a:spcAft>
                <a:spcPts val="0"/>
              </a:spcAft>
              <a:buClr>
                <a:schemeClr val="dk1"/>
              </a:buClr>
              <a:buSzPts val="1100"/>
              <a:buChar char="●"/>
              <a:defRPr>
                <a:solidFill>
                  <a:schemeClr val="dk1"/>
                </a:solidFill>
              </a:defRPr>
            </a:lvl7pPr>
            <a:lvl8pPr marL="3657600" lvl="7" indent="-298450">
              <a:spcBef>
                <a:spcPts val="1000"/>
              </a:spcBef>
              <a:spcAft>
                <a:spcPts val="0"/>
              </a:spcAft>
              <a:buClr>
                <a:schemeClr val="dk1"/>
              </a:buClr>
              <a:buSzPts val="1100"/>
              <a:buChar char="○"/>
              <a:defRPr>
                <a:solidFill>
                  <a:schemeClr val="dk1"/>
                </a:solidFill>
              </a:defRPr>
            </a:lvl8pPr>
            <a:lvl9pPr marL="4114800" lvl="8" indent="-298450">
              <a:spcBef>
                <a:spcPts val="1000"/>
              </a:spcBef>
              <a:spcAft>
                <a:spcPts val="1000"/>
              </a:spcAft>
              <a:buClr>
                <a:schemeClr val="dk1"/>
              </a:buClr>
              <a:buSzPts val="1100"/>
              <a:buChar char="■"/>
              <a:defRPr>
                <a:solidFill>
                  <a:schemeClr val="dk1"/>
                </a:solidFill>
              </a:defRPr>
            </a:lvl9pPr>
          </a:lstStyle>
          <a:p/>
        </p:txBody>
      </p:sp>
      <p:sp>
        <p:nvSpPr>
          <p:cNvPr id="125" name="Google Shape;125;p18"/>
          <p:cNvSpPr txBox="1"/>
          <p:nvPr>
            <p:ph type="title"/>
          </p:nvPr>
        </p:nvSpPr>
        <p:spPr>
          <a:xfrm>
            <a:off x="457200" y="445025"/>
            <a:ext cx="8229600" cy="572700"/>
          </a:xfrm>
          <a:prstGeom prst="rect">
            <a:avLst/>
          </a:prstGeom>
        </p:spPr>
        <p:txBody>
          <a:bodyPr spcFirstLastPara="1" wrap="square" lIns="91425" tIns="91425" rIns="91425" bIns="91425" anchor="ctr" anchorCtr="0">
            <a:normAutofit/>
          </a:bodyPr>
          <a:lstStyle>
            <a:lvl1pPr lvl="0">
              <a:spcBef>
                <a:spcPts val="0"/>
              </a:spcBef>
              <a:spcAft>
                <a:spcPts val="0"/>
              </a:spcAft>
              <a:buSzPts val="2800"/>
              <a:buFont typeface="Hanken Grotesk"/>
              <a:buNone/>
              <a:defRPr b="1">
                <a:latin typeface="Hanken Grotesk"/>
                <a:ea typeface="Hanken Grotesk"/>
                <a:cs typeface="Hanken Grotesk"/>
                <a:sym typeface="Hanken Grotesk"/>
              </a:defRPr>
            </a:lvl1pPr>
            <a:lvl2pPr lvl="1">
              <a:spcBef>
                <a:spcPts val="0"/>
              </a:spcBef>
              <a:spcAft>
                <a:spcPts val="0"/>
              </a:spcAft>
              <a:buSzPts val="2800"/>
              <a:buFont typeface="Hanken Grotesk"/>
              <a:buNone/>
              <a:defRPr b="1">
                <a:latin typeface="Hanken Grotesk"/>
                <a:ea typeface="Hanken Grotesk"/>
                <a:cs typeface="Hanken Grotesk"/>
                <a:sym typeface="Hanken Grotesk"/>
              </a:defRPr>
            </a:lvl2pPr>
            <a:lvl3pPr lvl="2">
              <a:spcBef>
                <a:spcPts val="0"/>
              </a:spcBef>
              <a:spcAft>
                <a:spcPts val="0"/>
              </a:spcAft>
              <a:buSzPts val="2800"/>
              <a:buFont typeface="Hanken Grotesk"/>
              <a:buNone/>
              <a:defRPr b="1">
                <a:latin typeface="Hanken Grotesk"/>
                <a:ea typeface="Hanken Grotesk"/>
                <a:cs typeface="Hanken Grotesk"/>
                <a:sym typeface="Hanken Grotesk"/>
              </a:defRPr>
            </a:lvl3pPr>
            <a:lvl4pPr lvl="3">
              <a:spcBef>
                <a:spcPts val="0"/>
              </a:spcBef>
              <a:spcAft>
                <a:spcPts val="0"/>
              </a:spcAft>
              <a:buSzPts val="2800"/>
              <a:buFont typeface="Hanken Grotesk"/>
              <a:buNone/>
              <a:defRPr b="1">
                <a:latin typeface="Hanken Grotesk"/>
                <a:ea typeface="Hanken Grotesk"/>
                <a:cs typeface="Hanken Grotesk"/>
                <a:sym typeface="Hanken Grotesk"/>
              </a:defRPr>
            </a:lvl4pPr>
            <a:lvl5pPr lvl="4">
              <a:spcBef>
                <a:spcPts val="0"/>
              </a:spcBef>
              <a:spcAft>
                <a:spcPts val="0"/>
              </a:spcAft>
              <a:buSzPts val="2800"/>
              <a:buFont typeface="Hanken Grotesk"/>
              <a:buNone/>
              <a:defRPr b="1">
                <a:latin typeface="Hanken Grotesk"/>
                <a:ea typeface="Hanken Grotesk"/>
                <a:cs typeface="Hanken Grotesk"/>
                <a:sym typeface="Hanken Grotesk"/>
              </a:defRPr>
            </a:lvl5pPr>
            <a:lvl6pPr lvl="5">
              <a:spcBef>
                <a:spcPts val="0"/>
              </a:spcBef>
              <a:spcAft>
                <a:spcPts val="0"/>
              </a:spcAft>
              <a:buSzPts val="2800"/>
              <a:buFont typeface="Hanken Grotesk"/>
              <a:buNone/>
              <a:defRPr b="1">
                <a:latin typeface="Hanken Grotesk"/>
                <a:ea typeface="Hanken Grotesk"/>
                <a:cs typeface="Hanken Grotesk"/>
                <a:sym typeface="Hanken Grotesk"/>
              </a:defRPr>
            </a:lvl6pPr>
            <a:lvl7pPr lvl="6">
              <a:spcBef>
                <a:spcPts val="0"/>
              </a:spcBef>
              <a:spcAft>
                <a:spcPts val="0"/>
              </a:spcAft>
              <a:buSzPts val="2800"/>
              <a:buFont typeface="Hanken Grotesk"/>
              <a:buNone/>
              <a:defRPr b="1">
                <a:latin typeface="Hanken Grotesk"/>
                <a:ea typeface="Hanken Grotesk"/>
                <a:cs typeface="Hanken Grotesk"/>
                <a:sym typeface="Hanken Grotesk"/>
              </a:defRPr>
            </a:lvl7pPr>
            <a:lvl8pPr lvl="7">
              <a:spcBef>
                <a:spcPts val="0"/>
              </a:spcBef>
              <a:spcAft>
                <a:spcPts val="0"/>
              </a:spcAft>
              <a:buSzPts val="2800"/>
              <a:buFont typeface="Hanken Grotesk"/>
              <a:buNone/>
              <a:defRPr b="1">
                <a:latin typeface="Hanken Grotesk"/>
                <a:ea typeface="Hanken Grotesk"/>
                <a:cs typeface="Hanken Grotesk"/>
                <a:sym typeface="Hanken Grotesk"/>
              </a:defRPr>
            </a:lvl8pPr>
            <a:lvl9pPr lvl="8">
              <a:spcBef>
                <a:spcPts val="0"/>
              </a:spcBef>
              <a:spcAft>
                <a:spcPts val="0"/>
              </a:spcAft>
              <a:buSzPts val="2800"/>
              <a:buFont typeface="Hanken Grotesk"/>
              <a:buNone/>
              <a:defRPr b="1">
                <a:latin typeface="Hanken Grotesk"/>
                <a:ea typeface="Hanken Grotesk"/>
                <a:cs typeface="Hanken Grotesk"/>
                <a:sym typeface="Hanken Grotesk"/>
              </a:defRPr>
            </a:lvl9pPr>
          </a:lstStyle>
          <a:p/>
        </p:txBody>
      </p:sp>
      <p:sp>
        <p:nvSpPr>
          <p:cNvPr id="126" name="Google Shape;126;p18"/>
          <p:cNvSpPr txBox="1"/>
          <p:nvPr>
            <p:ph type="subTitle" idx="7"/>
          </p:nvPr>
        </p:nvSpPr>
        <p:spPr>
          <a:xfrm>
            <a:off x="6727263" y="1371750"/>
            <a:ext cx="1774200" cy="474600"/>
          </a:xfrm>
          <a:prstGeom prst="rect">
            <a:avLst/>
          </a:prstGeom>
          <a:noFill/>
        </p:spPr>
        <p:txBody>
          <a:bodyPr spcFirstLastPara="1" wrap="square" lIns="91425" tIns="91425" rIns="91425" bIns="91425" anchor="ctr" anchorCtr="0">
            <a:noAutofit/>
          </a:bodyPr>
          <a:lstStyle>
            <a:lvl1pPr lvl="0">
              <a:spcBef>
                <a:spcPts val="0"/>
              </a:spcBef>
              <a:spcAft>
                <a:spcPts val="0"/>
              </a:spcAft>
              <a:buClr>
                <a:schemeClr val="accent2"/>
              </a:buClr>
              <a:buSzPts val="1300"/>
              <a:buNone/>
              <a:defRPr sz="4500">
                <a:solidFill>
                  <a:schemeClr val="accent2"/>
                </a:solidFill>
                <a:latin typeface="Inter Black"/>
                <a:ea typeface="Inter Black"/>
                <a:cs typeface="Inter Black"/>
                <a:sym typeface="Inter Black"/>
              </a:defRPr>
            </a:lvl1pPr>
            <a:lvl2pPr lvl="1">
              <a:spcBef>
                <a:spcPts val="0"/>
              </a:spcBef>
              <a:spcAft>
                <a:spcPts val="0"/>
              </a:spcAft>
              <a:buClr>
                <a:schemeClr val="accent2"/>
              </a:buClr>
              <a:buSzPts val="1100"/>
              <a:buNone/>
              <a:defRPr>
                <a:solidFill>
                  <a:schemeClr val="accent2"/>
                </a:solidFill>
              </a:defRPr>
            </a:lvl2pPr>
            <a:lvl3pPr lvl="2">
              <a:spcBef>
                <a:spcPts val="0"/>
              </a:spcBef>
              <a:spcAft>
                <a:spcPts val="0"/>
              </a:spcAft>
              <a:buClr>
                <a:schemeClr val="accent2"/>
              </a:buClr>
              <a:buSzPts val="1100"/>
              <a:buNone/>
              <a:defRPr>
                <a:solidFill>
                  <a:schemeClr val="accent2"/>
                </a:solidFill>
              </a:defRPr>
            </a:lvl3pPr>
            <a:lvl4pPr lvl="3">
              <a:spcBef>
                <a:spcPts val="0"/>
              </a:spcBef>
              <a:spcAft>
                <a:spcPts val="0"/>
              </a:spcAft>
              <a:buClr>
                <a:schemeClr val="accent2"/>
              </a:buClr>
              <a:buSzPts val="1100"/>
              <a:buNone/>
              <a:defRPr>
                <a:solidFill>
                  <a:schemeClr val="accent2"/>
                </a:solidFill>
              </a:defRPr>
            </a:lvl4pPr>
            <a:lvl5pPr lvl="4">
              <a:spcBef>
                <a:spcPts val="0"/>
              </a:spcBef>
              <a:spcAft>
                <a:spcPts val="0"/>
              </a:spcAft>
              <a:buClr>
                <a:schemeClr val="accent2"/>
              </a:buClr>
              <a:buSzPts val="1100"/>
              <a:buNone/>
              <a:defRPr>
                <a:solidFill>
                  <a:schemeClr val="accent2"/>
                </a:solidFill>
              </a:defRPr>
            </a:lvl5pPr>
            <a:lvl6pPr lvl="5">
              <a:spcBef>
                <a:spcPts val="0"/>
              </a:spcBef>
              <a:spcAft>
                <a:spcPts val="0"/>
              </a:spcAft>
              <a:buClr>
                <a:schemeClr val="accent2"/>
              </a:buClr>
              <a:buSzPts val="1100"/>
              <a:buNone/>
              <a:defRPr>
                <a:solidFill>
                  <a:schemeClr val="accent2"/>
                </a:solidFill>
              </a:defRPr>
            </a:lvl6pPr>
            <a:lvl7pPr lvl="6">
              <a:spcBef>
                <a:spcPts val="0"/>
              </a:spcBef>
              <a:spcAft>
                <a:spcPts val="0"/>
              </a:spcAft>
              <a:buClr>
                <a:schemeClr val="accent2"/>
              </a:buClr>
              <a:buSzPts val="1100"/>
              <a:buNone/>
              <a:defRPr>
                <a:solidFill>
                  <a:schemeClr val="accent2"/>
                </a:solidFill>
              </a:defRPr>
            </a:lvl7pPr>
            <a:lvl8pPr lvl="7">
              <a:spcBef>
                <a:spcPts val="0"/>
              </a:spcBef>
              <a:spcAft>
                <a:spcPts val="0"/>
              </a:spcAft>
              <a:buClr>
                <a:schemeClr val="accent2"/>
              </a:buClr>
              <a:buSzPts val="1100"/>
              <a:buNone/>
              <a:defRPr>
                <a:solidFill>
                  <a:schemeClr val="accent2"/>
                </a:solidFill>
              </a:defRPr>
            </a:lvl8pPr>
            <a:lvl9pPr lvl="8">
              <a:spcBef>
                <a:spcPts val="0"/>
              </a:spcBef>
              <a:spcAft>
                <a:spcPts val="0"/>
              </a:spcAft>
              <a:buClr>
                <a:schemeClr val="accent2"/>
              </a:buClr>
              <a:buSzPts val="1100"/>
              <a:buNone/>
              <a:defRPr>
                <a:solidFill>
                  <a:schemeClr val="accent2"/>
                </a:solidFill>
              </a:defRPr>
            </a:lvl9pPr>
          </a:lstStyle>
          <a:p/>
        </p:txBody>
      </p:sp>
      <p:sp>
        <p:nvSpPr>
          <p:cNvPr id="127" name="Google Shape;127;p18"/>
          <p:cNvSpPr txBox="1"/>
          <p:nvPr>
            <p:ph type="body" idx="8"/>
          </p:nvPr>
        </p:nvSpPr>
        <p:spPr>
          <a:xfrm>
            <a:off x="6727276" y="1846350"/>
            <a:ext cx="1959600" cy="2354100"/>
          </a:xfrm>
          <a:prstGeom prst="rect">
            <a:avLst/>
          </a:prstGeom>
          <a:noFill/>
        </p:spPr>
        <p:txBody>
          <a:bodyPr spcFirstLastPara="1" wrap="square" lIns="137150" tIns="91425" rIns="137150" bIns="91425" anchor="t" anchorCtr="0">
            <a:normAutofit/>
          </a:bodyPr>
          <a:lstStyle>
            <a:lvl1pPr marL="457200" lvl="0" indent="-317500">
              <a:spcBef>
                <a:spcPts val="0"/>
              </a:spcBef>
              <a:spcAft>
                <a:spcPts val="0"/>
              </a:spcAft>
              <a:buClr>
                <a:schemeClr val="dk1"/>
              </a:buClr>
              <a:buSzPts val="1400"/>
              <a:buChar char="•"/>
              <a:defRPr sz="1400">
                <a:solidFill>
                  <a:schemeClr val="dk1"/>
                </a:solidFill>
              </a:defRPr>
            </a:lvl1pPr>
            <a:lvl2pPr marL="914400" lvl="1" indent="-298450">
              <a:spcBef>
                <a:spcPts val="1000"/>
              </a:spcBef>
              <a:spcAft>
                <a:spcPts val="0"/>
              </a:spcAft>
              <a:buClr>
                <a:schemeClr val="dk1"/>
              </a:buClr>
              <a:buSzPts val="1100"/>
              <a:buChar char="○"/>
              <a:defRPr>
                <a:solidFill>
                  <a:schemeClr val="dk1"/>
                </a:solidFill>
              </a:defRPr>
            </a:lvl2pPr>
            <a:lvl3pPr marL="1371600" lvl="2" indent="-298450">
              <a:spcBef>
                <a:spcPts val="1000"/>
              </a:spcBef>
              <a:spcAft>
                <a:spcPts val="0"/>
              </a:spcAft>
              <a:buClr>
                <a:schemeClr val="dk1"/>
              </a:buClr>
              <a:buSzPts val="1100"/>
              <a:buChar char="■"/>
              <a:defRPr>
                <a:solidFill>
                  <a:schemeClr val="dk1"/>
                </a:solidFill>
              </a:defRPr>
            </a:lvl3pPr>
            <a:lvl4pPr marL="1828800" lvl="3" indent="-298450">
              <a:spcBef>
                <a:spcPts val="1000"/>
              </a:spcBef>
              <a:spcAft>
                <a:spcPts val="0"/>
              </a:spcAft>
              <a:buClr>
                <a:schemeClr val="dk1"/>
              </a:buClr>
              <a:buSzPts val="1100"/>
              <a:buChar char="●"/>
              <a:defRPr>
                <a:solidFill>
                  <a:schemeClr val="dk1"/>
                </a:solidFill>
              </a:defRPr>
            </a:lvl4pPr>
            <a:lvl5pPr marL="2286000" lvl="4" indent="-298450">
              <a:spcBef>
                <a:spcPts val="1000"/>
              </a:spcBef>
              <a:spcAft>
                <a:spcPts val="0"/>
              </a:spcAft>
              <a:buClr>
                <a:schemeClr val="dk1"/>
              </a:buClr>
              <a:buSzPts val="1100"/>
              <a:buChar char="○"/>
              <a:defRPr>
                <a:solidFill>
                  <a:schemeClr val="dk1"/>
                </a:solidFill>
              </a:defRPr>
            </a:lvl5pPr>
            <a:lvl6pPr marL="2743200" lvl="5" indent="-298450">
              <a:spcBef>
                <a:spcPts val="1000"/>
              </a:spcBef>
              <a:spcAft>
                <a:spcPts val="0"/>
              </a:spcAft>
              <a:buClr>
                <a:schemeClr val="dk1"/>
              </a:buClr>
              <a:buSzPts val="1100"/>
              <a:buChar char="■"/>
              <a:defRPr>
                <a:solidFill>
                  <a:schemeClr val="dk1"/>
                </a:solidFill>
              </a:defRPr>
            </a:lvl6pPr>
            <a:lvl7pPr marL="3200400" lvl="6" indent="-298450">
              <a:spcBef>
                <a:spcPts val="1000"/>
              </a:spcBef>
              <a:spcAft>
                <a:spcPts val="0"/>
              </a:spcAft>
              <a:buClr>
                <a:schemeClr val="dk1"/>
              </a:buClr>
              <a:buSzPts val="1100"/>
              <a:buChar char="●"/>
              <a:defRPr>
                <a:solidFill>
                  <a:schemeClr val="dk1"/>
                </a:solidFill>
              </a:defRPr>
            </a:lvl7pPr>
            <a:lvl8pPr marL="3657600" lvl="7" indent="-298450">
              <a:spcBef>
                <a:spcPts val="1000"/>
              </a:spcBef>
              <a:spcAft>
                <a:spcPts val="0"/>
              </a:spcAft>
              <a:buClr>
                <a:schemeClr val="dk1"/>
              </a:buClr>
              <a:buSzPts val="1100"/>
              <a:buChar char="○"/>
              <a:defRPr>
                <a:solidFill>
                  <a:schemeClr val="dk1"/>
                </a:solidFill>
              </a:defRPr>
            </a:lvl8pPr>
            <a:lvl9pPr marL="4114800" lvl="8" indent="-298450">
              <a:spcBef>
                <a:spcPts val="1000"/>
              </a:spcBef>
              <a:spcAft>
                <a:spcPts val="1000"/>
              </a:spcAft>
              <a:buClr>
                <a:schemeClr val="dk1"/>
              </a:buClr>
              <a:buSzPts val="1100"/>
              <a:buChar char="■"/>
              <a:defRPr>
                <a:solidFill>
                  <a:schemeClr val="dk1"/>
                </a:solidFill>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4-Sections">
  <p:cSld name="4-Sections">
    <p:spTree>
      <p:nvGrpSpPr>
        <p:cNvPr id="128" name="Shape 128"/>
        <p:cNvGrpSpPr/>
        <p:nvPr/>
      </p:nvGrpSpPr>
      <p:grpSpPr>
        <a:xfrm>
          <a:off x="0" y="0"/>
          <a:ext cx="0" cy="0"/>
          <a:chOff x="0" y="0"/>
          <a:chExt cx="0" cy="0"/>
        </a:xfrm>
      </p:grpSpPr>
      <p:sp>
        <p:nvSpPr>
          <p:cNvPr id="129" name="Google Shape;129;p19"/>
          <p:cNvSpPr txBox="1"/>
          <p:nvPr>
            <p:ph type="title"/>
          </p:nvPr>
        </p:nvSpPr>
        <p:spPr>
          <a:xfrm>
            <a:off x="457200" y="342900"/>
            <a:ext cx="8229600" cy="5943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30" name="Google Shape;130;p19"/>
          <p:cNvSpPr txBox="1"/>
          <p:nvPr>
            <p:ph type="body" idx="1"/>
          </p:nvPr>
        </p:nvSpPr>
        <p:spPr>
          <a:xfrm>
            <a:off x="457200" y="1876096"/>
            <a:ext cx="1982100" cy="2817900"/>
          </a:xfrm>
          <a:prstGeom prst="rect">
            <a:avLst/>
          </a:prstGeom>
          <a:noFill/>
          <a:ln>
            <a:noFill/>
          </a:ln>
        </p:spPr>
        <p:txBody>
          <a:bodyPr spcFirstLastPara="1" wrap="square" lIns="68575" tIns="34275" rIns="68575" bIns="34275" anchor="t" anchorCtr="0">
            <a:normAutofit/>
          </a:bodyPr>
          <a:lstStyle>
            <a:lvl1pPr marL="457200" lvl="0" indent="-317500" algn="l">
              <a:lnSpc>
                <a:spcPct val="150000"/>
              </a:lnSpc>
              <a:spcBef>
                <a:spcPts val="900"/>
              </a:spcBef>
              <a:spcAft>
                <a:spcPts val="0"/>
              </a:spcAft>
              <a:buClr>
                <a:schemeClr val="dk1"/>
              </a:buClr>
              <a:buSzPts val="1400"/>
              <a:buChar char="●"/>
              <a:defRPr/>
            </a:lvl1pPr>
            <a:lvl2pPr marL="914400" lvl="1" indent="-317500" algn="l">
              <a:lnSpc>
                <a:spcPct val="150000"/>
              </a:lnSpc>
              <a:spcBef>
                <a:spcPts val="1200"/>
              </a:spcBef>
              <a:spcAft>
                <a:spcPts val="0"/>
              </a:spcAft>
              <a:buClr>
                <a:schemeClr val="dk1"/>
              </a:buClr>
              <a:buSzPts val="1400"/>
              <a:buChar char="○"/>
              <a:defRPr/>
            </a:lvl2pPr>
            <a:lvl3pPr marL="1371600" lvl="2" indent="-317500" algn="l">
              <a:lnSpc>
                <a:spcPct val="150000"/>
              </a:lnSpc>
              <a:spcBef>
                <a:spcPts val="1200"/>
              </a:spcBef>
              <a:spcAft>
                <a:spcPts val="0"/>
              </a:spcAft>
              <a:buClr>
                <a:schemeClr val="dk1"/>
              </a:buClr>
              <a:buSzPts val="1400"/>
              <a:buChar char="■"/>
              <a:defRPr/>
            </a:lvl3pPr>
            <a:lvl4pPr marL="1828800" lvl="3" indent="-317500" algn="l">
              <a:lnSpc>
                <a:spcPct val="150000"/>
              </a:lnSpc>
              <a:spcBef>
                <a:spcPts val="1200"/>
              </a:spcBef>
              <a:spcAft>
                <a:spcPts val="0"/>
              </a:spcAft>
              <a:buClr>
                <a:schemeClr val="dk1"/>
              </a:buClr>
              <a:buSzPts val="1400"/>
              <a:buChar char="●"/>
              <a:defRPr/>
            </a:lvl4pPr>
            <a:lvl5pPr marL="2286000" lvl="4" indent="-317500" algn="l">
              <a:lnSpc>
                <a:spcPct val="150000"/>
              </a:lnSpc>
              <a:spcBef>
                <a:spcPts val="1200"/>
              </a:spcBef>
              <a:spcAft>
                <a:spcPts val="0"/>
              </a:spcAft>
              <a:buClr>
                <a:schemeClr val="dk1"/>
              </a:buClr>
              <a:buSzPts val="1400"/>
              <a:buChar char="○"/>
              <a:defRPr/>
            </a:lvl5pPr>
            <a:lvl6pPr marL="2743200" lvl="5" indent="-317500" algn="l">
              <a:lnSpc>
                <a:spcPct val="90000"/>
              </a:lnSpc>
              <a:spcBef>
                <a:spcPts val="1200"/>
              </a:spcBef>
              <a:spcAft>
                <a:spcPts val="0"/>
              </a:spcAft>
              <a:buClr>
                <a:schemeClr val="dk1"/>
              </a:buClr>
              <a:buSzPts val="1400"/>
              <a:buChar char="■"/>
              <a:defRPr/>
            </a:lvl6pPr>
            <a:lvl7pPr marL="3200400" lvl="6" indent="-317500" algn="l">
              <a:lnSpc>
                <a:spcPct val="90000"/>
              </a:lnSpc>
              <a:spcBef>
                <a:spcPts val="1200"/>
              </a:spcBef>
              <a:spcAft>
                <a:spcPts val="0"/>
              </a:spcAft>
              <a:buClr>
                <a:schemeClr val="dk1"/>
              </a:buClr>
              <a:buSzPts val="1400"/>
              <a:buChar char="●"/>
              <a:defRPr/>
            </a:lvl7pPr>
            <a:lvl8pPr marL="3657600" lvl="7" indent="-317500" algn="l">
              <a:lnSpc>
                <a:spcPct val="90000"/>
              </a:lnSpc>
              <a:spcBef>
                <a:spcPts val="1200"/>
              </a:spcBef>
              <a:spcAft>
                <a:spcPts val="0"/>
              </a:spcAft>
              <a:buClr>
                <a:schemeClr val="dk1"/>
              </a:buClr>
              <a:buSzPts val="1400"/>
              <a:buChar char="○"/>
              <a:defRPr/>
            </a:lvl8pPr>
            <a:lvl9pPr marL="4114800" lvl="8" indent="-317500" algn="l">
              <a:lnSpc>
                <a:spcPct val="90000"/>
              </a:lnSpc>
              <a:spcBef>
                <a:spcPts val="1200"/>
              </a:spcBef>
              <a:spcAft>
                <a:spcPts val="1200"/>
              </a:spcAft>
              <a:buClr>
                <a:schemeClr val="dk1"/>
              </a:buClr>
              <a:buSzPts val="1400"/>
              <a:buChar char="■"/>
              <a:defRPr/>
            </a:lvl9pPr>
          </a:lstStyle>
          <a:p/>
        </p:txBody>
      </p:sp>
      <p:sp>
        <p:nvSpPr>
          <p:cNvPr id="131" name="Google Shape;131;p19"/>
          <p:cNvSpPr txBox="1"/>
          <p:nvPr>
            <p:ph type="body" idx="2"/>
          </p:nvPr>
        </p:nvSpPr>
        <p:spPr>
          <a:xfrm>
            <a:off x="2539746" y="1876096"/>
            <a:ext cx="1982100" cy="2817900"/>
          </a:xfrm>
          <a:prstGeom prst="rect">
            <a:avLst/>
          </a:prstGeom>
          <a:noFill/>
          <a:ln>
            <a:noFill/>
          </a:ln>
        </p:spPr>
        <p:txBody>
          <a:bodyPr spcFirstLastPara="1" wrap="square" lIns="68575" tIns="34275" rIns="68575" bIns="34275" anchor="t" anchorCtr="0">
            <a:normAutofit/>
          </a:bodyPr>
          <a:lstStyle>
            <a:lvl1pPr marL="457200" lvl="0" indent="-317500" algn="l">
              <a:lnSpc>
                <a:spcPct val="150000"/>
              </a:lnSpc>
              <a:spcBef>
                <a:spcPts val="900"/>
              </a:spcBef>
              <a:spcAft>
                <a:spcPts val="0"/>
              </a:spcAft>
              <a:buClr>
                <a:schemeClr val="dk1"/>
              </a:buClr>
              <a:buSzPts val="1400"/>
              <a:buChar char="●"/>
              <a:defRPr/>
            </a:lvl1pPr>
            <a:lvl2pPr marL="914400" lvl="1" indent="-317500" algn="l">
              <a:lnSpc>
                <a:spcPct val="150000"/>
              </a:lnSpc>
              <a:spcBef>
                <a:spcPts val="1200"/>
              </a:spcBef>
              <a:spcAft>
                <a:spcPts val="0"/>
              </a:spcAft>
              <a:buClr>
                <a:schemeClr val="dk1"/>
              </a:buClr>
              <a:buSzPts val="1400"/>
              <a:buChar char="○"/>
              <a:defRPr/>
            </a:lvl2pPr>
            <a:lvl3pPr marL="1371600" lvl="2" indent="-317500" algn="l">
              <a:lnSpc>
                <a:spcPct val="150000"/>
              </a:lnSpc>
              <a:spcBef>
                <a:spcPts val="1200"/>
              </a:spcBef>
              <a:spcAft>
                <a:spcPts val="0"/>
              </a:spcAft>
              <a:buClr>
                <a:schemeClr val="dk1"/>
              </a:buClr>
              <a:buSzPts val="1400"/>
              <a:buChar char="■"/>
              <a:defRPr/>
            </a:lvl3pPr>
            <a:lvl4pPr marL="1828800" lvl="3" indent="-317500" algn="l">
              <a:lnSpc>
                <a:spcPct val="150000"/>
              </a:lnSpc>
              <a:spcBef>
                <a:spcPts val="1200"/>
              </a:spcBef>
              <a:spcAft>
                <a:spcPts val="0"/>
              </a:spcAft>
              <a:buClr>
                <a:schemeClr val="dk1"/>
              </a:buClr>
              <a:buSzPts val="1400"/>
              <a:buChar char="●"/>
              <a:defRPr/>
            </a:lvl4pPr>
            <a:lvl5pPr marL="2286000" lvl="4" indent="-317500" algn="l">
              <a:lnSpc>
                <a:spcPct val="150000"/>
              </a:lnSpc>
              <a:spcBef>
                <a:spcPts val="1200"/>
              </a:spcBef>
              <a:spcAft>
                <a:spcPts val="0"/>
              </a:spcAft>
              <a:buClr>
                <a:schemeClr val="dk1"/>
              </a:buClr>
              <a:buSzPts val="1400"/>
              <a:buChar char="○"/>
              <a:defRPr/>
            </a:lvl5pPr>
            <a:lvl6pPr marL="2743200" lvl="5" indent="-317500" algn="l">
              <a:lnSpc>
                <a:spcPct val="90000"/>
              </a:lnSpc>
              <a:spcBef>
                <a:spcPts val="1200"/>
              </a:spcBef>
              <a:spcAft>
                <a:spcPts val="0"/>
              </a:spcAft>
              <a:buClr>
                <a:schemeClr val="dk1"/>
              </a:buClr>
              <a:buSzPts val="1400"/>
              <a:buChar char="■"/>
              <a:defRPr/>
            </a:lvl6pPr>
            <a:lvl7pPr marL="3200400" lvl="6" indent="-317500" algn="l">
              <a:lnSpc>
                <a:spcPct val="90000"/>
              </a:lnSpc>
              <a:spcBef>
                <a:spcPts val="1200"/>
              </a:spcBef>
              <a:spcAft>
                <a:spcPts val="0"/>
              </a:spcAft>
              <a:buClr>
                <a:schemeClr val="dk1"/>
              </a:buClr>
              <a:buSzPts val="1400"/>
              <a:buChar char="●"/>
              <a:defRPr/>
            </a:lvl7pPr>
            <a:lvl8pPr marL="3657600" lvl="7" indent="-317500" algn="l">
              <a:lnSpc>
                <a:spcPct val="90000"/>
              </a:lnSpc>
              <a:spcBef>
                <a:spcPts val="1200"/>
              </a:spcBef>
              <a:spcAft>
                <a:spcPts val="0"/>
              </a:spcAft>
              <a:buClr>
                <a:schemeClr val="dk1"/>
              </a:buClr>
              <a:buSzPts val="1400"/>
              <a:buChar char="○"/>
              <a:defRPr/>
            </a:lvl8pPr>
            <a:lvl9pPr marL="4114800" lvl="8" indent="-317500" algn="l">
              <a:lnSpc>
                <a:spcPct val="90000"/>
              </a:lnSpc>
              <a:spcBef>
                <a:spcPts val="1200"/>
              </a:spcBef>
              <a:spcAft>
                <a:spcPts val="1200"/>
              </a:spcAft>
              <a:buClr>
                <a:schemeClr val="dk1"/>
              </a:buClr>
              <a:buSzPts val="1400"/>
              <a:buChar char="■"/>
              <a:defRPr/>
            </a:lvl9pPr>
          </a:lstStyle>
          <a:p/>
        </p:txBody>
      </p:sp>
      <p:sp>
        <p:nvSpPr>
          <p:cNvPr id="132" name="Google Shape;132;p19"/>
          <p:cNvSpPr txBox="1"/>
          <p:nvPr>
            <p:ph type="dt" idx="10"/>
          </p:nvPr>
        </p:nvSpPr>
        <p:spPr>
          <a:xfrm>
            <a:off x="457200" y="4800600"/>
            <a:ext cx="2229000" cy="2406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3" name="Google Shape;133;p19"/>
          <p:cNvSpPr txBox="1"/>
          <p:nvPr>
            <p:ph type="ftr" idx="11"/>
          </p:nvPr>
        </p:nvSpPr>
        <p:spPr>
          <a:xfrm>
            <a:off x="2775585" y="4800600"/>
            <a:ext cx="3592800" cy="2406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4" name="Google Shape;134;p19"/>
          <p:cNvSpPr txBox="1"/>
          <p:nvPr>
            <p:ph type="sldNum" idx="12"/>
          </p:nvPr>
        </p:nvSpPr>
        <p:spPr>
          <a:xfrm>
            <a:off x="6865620" y="4800600"/>
            <a:ext cx="1821300" cy="240600"/>
          </a:xfrm>
          <a:prstGeom prst="rect">
            <a:avLst/>
          </a:prstGeom>
          <a:noFill/>
          <a:ln>
            <a:noFill/>
          </a:ln>
        </p:spPr>
        <p:txBody>
          <a:bodyPr spcFirstLastPara="1" wrap="square" lIns="68575" tIns="34275" rIns="68575" bIns="34275" anchor="ctr" anchorCtr="0">
            <a:norm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
        <p:nvSpPr>
          <p:cNvPr id="135" name="Google Shape;135;p19"/>
          <p:cNvSpPr txBox="1"/>
          <p:nvPr>
            <p:ph type="body" idx="3"/>
          </p:nvPr>
        </p:nvSpPr>
        <p:spPr>
          <a:xfrm>
            <a:off x="457200" y="1059180"/>
            <a:ext cx="1982100" cy="710100"/>
          </a:xfrm>
          <a:prstGeom prst="rect">
            <a:avLst/>
          </a:prstGeom>
          <a:noFill/>
          <a:ln>
            <a:noFill/>
          </a:ln>
        </p:spPr>
        <p:txBody>
          <a:bodyPr spcFirstLastPara="1" wrap="square" lIns="68575" tIns="34275" rIns="68575" bIns="34275" anchor="b" anchorCtr="0">
            <a:noAutofit/>
          </a:bodyPr>
          <a:lstStyle>
            <a:lvl1pPr marL="457200" lvl="0" indent="-228600" algn="l">
              <a:lnSpc>
                <a:spcPct val="100000"/>
              </a:lnSpc>
              <a:spcBef>
                <a:spcPts val="900"/>
              </a:spcBef>
              <a:spcAft>
                <a:spcPts val="0"/>
              </a:spcAft>
              <a:buClr>
                <a:schemeClr val="dk1"/>
              </a:buClr>
              <a:buSzPts val="1700"/>
              <a:buNone/>
              <a:defRPr sz="1700" b="1">
                <a:latin typeface="Libre Franklin Medium"/>
                <a:ea typeface="Libre Franklin Medium"/>
                <a:cs typeface="Libre Franklin Medium"/>
                <a:sym typeface="Libre Franklin Medium"/>
              </a:defRPr>
            </a:lvl1pPr>
            <a:lvl2pPr marL="914400" lvl="1" indent="-228600" algn="l">
              <a:lnSpc>
                <a:spcPct val="150000"/>
              </a:lnSpc>
              <a:spcBef>
                <a:spcPts val="1200"/>
              </a:spcBef>
              <a:spcAft>
                <a:spcPts val="0"/>
              </a:spcAft>
              <a:buClr>
                <a:schemeClr val="dk1"/>
              </a:buClr>
              <a:buSzPts val="1500"/>
              <a:buNone/>
              <a:defRPr sz="1500" b="1"/>
            </a:lvl2pPr>
            <a:lvl3pPr marL="1371600" lvl="2" indent="-228600" algn="l">
              <a:lnSpc>
                <a:spcPct val="150000"/>
              </a:lnSpc>
              <a:spcBef>
                <a:spcPts val="1200"/>
              </a:spcBef>
              <a:spcAft>
                <a:spcPts val="0"/>
              </a:spcAft>
              <a:buClr>
                <a:schemeClr val="dk1"/>
              </a:buClr>
              <a:buSzPts val="1400"/>
              <a:buNone/>
              <a:defRPr sz="1400" b="1"/>
            </a:lvl3pPr>
            <a:lvl4pPr marL="1828800" lvl="3" indent="-228600" algn="l">
              <a:lnSpc>
                <a:spcPct val="150000"/>
              </a:lnSpc>
              <a:spcBef>
                <a:spcPts val="1200"/>
              </a:spcBef>
              <a:spcAft>
                <a:spcPts val="0"/>
              </a:spcAft>
              <a:buClr>
                <a:schemeClr val="dk1"/>
              </a:buClr>
              <a:buSzPts val="1200"/>
              <a:buNone/>
              <a:defRPr sz="1200" b="1"/>
            </a:lvl4pPr>
            <a:lvl5pPr marL="2286000" lvl="4" indent="-228600" algn="l">
              <a:lnSpc>
                <a:spcPct val="150000"/>
              </a:lnSpc>
              <a:spcBef>
                <a:spcPts val="1200"/>
              </a:spcBef>
              <a:spcAft>
                <a:spcPts val="0"/>
              </a:spcAft>
              <a:buClr>
                <a:schemeClr val="dk1"/>
              </a:buClr>
              <a:buSzPts val="1200"/>
              <a:buNone/>
              <a:defRPr sz="1200" b="1"/>
            </a:lvl5pPr>
            <a:lvl6pPr marL="2743200" lvl="5" indent="-228600" algn="l">
              <a:lnSpc>
                <a:spcPct val="90000"/>
              </a:lnSpc>
              <a:spcBef>
                <a:spcPts val="1200"/>
              </a:spcBef>
              <a:spcAft>
                <a:spcPts val="0"/>
              </a:spcAft>
              <a:buClr>
                <a:schemeClr val="dk1"/>
              </a:buClr>
              <a:buSzPts val="1200"/>
              <a:buNone/>
              <a:defRPr sz="1200" b="1"/>
            </a:lvl6pPr>
            <a:lvl7pPr marL="3200400" lvl="6" indent="-228600" algn="l">
              <a:lnSpc>
                <a:spcPct val="90000"/>
              </a:lnSpc>
              <a:spcBef>
                <a:spcPts val="1200"/>
              </a:spcBef>
              <a:spcAft>
                <a:spcPts val="0"/>
              </a:spcAft>
              <a:buClr>
                <a:schemeClr val="dk1"/>
              </a:buClr>
              <a:buSzPts val="1200"/>
              <a:buNone/>
              <a:defRPr sz="1200" b="1"/>
            </a:lvl7pPr>
            <a:lvl8pPr marL="3657600" lvl="7" indent="-228600" algn="l">
              <a:lnSpc>
                <a:spcPct val="90000"/>
              </a:lnSpc>
              <a:spcBef>
                <a:spcPts val="1200"/>
              </a:spcBef>
              <a:spcAft>
                <a:spcPts val="0"/>
              </a:spcAft>
              <a:buClr>
                <a:schemeClr val="dk1"/>
              </a:buClr>
              <a:buSzPts val="1200"/>
              <a:buNone/>
              <a:defRPr sz="1200" b="1"/>
            </a:lvl8pPr>
            <a:lvl9pPr marL="4114800" lvl="8" indent="-228600" algn="l">
              <a:lnSpc>
                <a:spcPct val="90000"/>
              </a:lnSpc>
              <a:spcBef>
                <a:spcPts val="1200"/>
              </a:spcBef>
              <a:spcAft>
                <a:spcPts val="1200"/>
              </a:spcAft>
              <a:buClr>
                <a:schemeClr val="dk1"/>
              </a:buClr>
              <a:buSzPts val="1200"/>
              <a:buNone/>
              <a:defRPr sz="1200" b="1"/>
            </a:lvl9pPr>
          </a:lstStyle>
          <a:p/>
        </p:txBody>
      </p:sp>
      <p:sp>
        <p:nvSpPr>
          <p:cNvPr id="136" name="Google Shape;136;p19"/>
          <p:cNvSpPr txBox="1"/>
          <p:nvPr>
            <p:ph type="body" idx="4"/>
          </p:nvPr>
        </p:nvSpPr>
        <p:spPr>
          <a:xfrm>
            <a:off x="2539746" y="1059180"/>
            <a:ext cx="1982100" cy="710100"/>
          </a:xfrm>
          <a:prstGeom prst="rect">
            <a:avLst/>
          </a:prstGeom>
          <a:noFill/>
          <a:ln>
            <a:noFill/>
          </a:ln>
        </p:spPr>
        <p:txBody>
          <a:bodyPr spcFirstLastPara="1" wrap="square" lIns="68575" tIns="34275" rIns="68575" bIns="34275" anchor="b" anchorCtr="0">
            <a:noAutofit/>
          </a:bodyPr>
          <a:lstStyle>
            <a:lvl1pPr marL="457200" lvl="0" indent="-228600" algn="l">
              <a:lnSpc>
                <a:spcPct val="100000"/>
              </a:lnSpc>
              <a:spcBef>
                <a:spcPts val="900"/>
              </a:spcBef>
              <a:spcAft>
                <a:spcPts val="0"/>
              </a:spcAft>
              <a:buClr>
                <a:schemeClr val="dk1"/>
              </a:buClr>
              <a:buSzPts val="1700"/>
              <a:buNone/>
              <a:defRPr sz="1700" b="1">
                <a:latin typeface="Libre Franklin Medium"/>
                <a:ea typeface="Libre Franklin Medium"/>
                <a:cs typeface="Libre Franklin Medium"/>
                <a:sym typeface="Libre Franklin Medium"/>
              </a:defRPr>
            </a:lvl1pPr>
            <a:lvl2pPr marL="914400" lvl="1" indent="-228600" algn="l">
              <a:lnSpc>
                <a:spcPct val="150000"/>
              </a:lnSpc>
              <a:spcBef>
                <a:spcPts val="1200"/>
              </a:spcBef>
              <a:spcAft>
                <a:spcPts val="0"/>
              </a:spcAft>
              <a:buClr>
                <a:schemeClr val="dk1"/>
              </a:buClr>
              <a:buSzPts val="1500"/>
              <a:buNone/>
              <a:defRPr sz="1500" b="1"/>
            </a:lvl2pPr>
            <a:lvl3pPr marL="1371600" lvl="2" indent="-228600" algn="l">
              <a:lnSpc>
                <a:spcPct val="150000"/>
              </a:lnSpc>
              <a:spcBef>
                <a:spcPts val="1200"/>
              </a:spcBef>
              <a:spcAft>
                <a:spcPts val="0"/>
              </a:spcAft>
              <a:buClr>
                <a:schemeClr val="dk1"/>
              </a:buClr>
              <a:buSzPts val="1400"/>
              <a:buNone/>
              <a:defRPr sz="1400" b="1"/>
            </a:lvl3pPr>
            <a:lvl4pPr marL="1828800" lvl="3" indent="-228600" algn="l">
              <a:lnSpc>
                <a:spcPct val="150000"/>
              </a:lnSpc>
              <a:spcBef>
                <a:spcPts val="1200"/>
              </a:spcBef>
              <a:spcAft>
                <a:spcPts val="0"/>
              </a:spcAft>
              <a:buClr>
                <a:schemeClr val="dk1"/>
              </a:buClr>
              <a:buSzPts val="1200"/>
              <a:buNone/>
              <a:defRPr sz="1200" b="1"/>
            </a:lvl4pPr>
            <a:lvl5pPr marL="2286000" lvl="4" indent="-228600" algn="l">
              <a:lnSpc>
                <a:spcPct val="150000"/>
              </a:lnSpc>
              <a:spcBef>
                <a:spcPts val="1200"/>
              </a:spcBef>
              <a:spcAft>
                <a:spcPts val="0"/>
              </a:spcAft>
              <a:buClr>
                <a:schemeClr val="dk1"/>
              </a:buClr>
              <a:buSzPts val="1200"/>
              <a:buNone/>
              <a:defRPr sz="1200" b="1"/>
            </a:lvl5pPr>
            <a:lvl6pPr marL="2743200" lvl="5" indent="-228600" algn="l">
              <a:lnSpc>
                <a:spcPct val="90000"/>
              </a:lnSpc>
              <a:spcBef>
                <a:spcPts val="1200"/>
              </a:spcBef>
              <a:spcAft>
                <a:spcPts val="0"/>
              </a:spcAft>
              <a:buClr>
                <a:schemeClr val="dk1"/>
              </a:buClr>
              <a:buSzPts val="1200"/>
              <a:buNone/>
              <a:defRPr sz="1200" b="1"/>
            </a:lvl6pPr>
            <a:lvl7pPr marL="3200400" lvl="6" indent="-228600" algn="l">
              <a:lnSpc>
                <a:spcPct val="90000"/>
              </a:lnSpc>
              <a:spcBef>
                <a:spcPts val="1200"/>
              </a:spcBef>
              <a:spcAft>
                <a:spcPts val="0"/>
              </a:spcAft>
              <a:buClr>
                <a:schemeClr val="dk1"/>
              </a:buClr>
              <a:buSzPts val="1200"/>
              <a:buNone/>
              <a:defRPr sz="1200" b="1"/>
            </a:lvl7pPr>
            <a:lvl8pPr marL="3657600" lvl="7" indent="-228600" algn="l">
              <a:lnSpc>
                <a:spcPct val="90000"/>
              </a:lnSpc>
              <a:spcBef>
                <a:spcPts val="1200"/>
              </a:spcBef>
              <a:spcAft>
                <a:spcPts val="0"/>
              </a:spcAft>
              <a:buClr>
                <a:schemeClr val="dk1"/>
              </a:buClr>
              <a:buSzPts val="1200"/>
              <a:buNone/>
              <a:defRPr sz="1200" b="1"/>
            </a:lvl8pPr>
            <a:lvl9pPr marL="4114800" lvl="8" indent="-228600" algn="l">
              <a:lnSpc>
                <a:spcPct val="90000"/>
              </a:lnSpc>
              <a:spcBef>
                <a:spcPts val="1200"/>
              </a:spcBef>
              <a:spcAft>
                <a:spcPts val="1200"/>
              </a:spcAft>
              <a:buClr>
                <a:schemeClr val="dk1"/>
              </a:buClr>
              <a:buSzPts val="1200"/>
              <a:buNone/>
              <a:defRPr sz="1200" b="1"/>
            </a:lvl9pPr>
          </a:lstStyle>
          <a:p/>
        </p:txBody>
      </p:sp>
      <p:sp>
        <p:nvSpPr>
          <p:cNvPr id="137" name="Google Shape;137;p19"/>
          <p:cNvSpPr txBox="1"/>
          <p:nvPr>
            <p:ph type="body" idx="5"/>
          </p:nvPr>
        </p:nvSpPr>
        <p:spPr>
          <a:xfrm>
            <a:off x="4622292" y="1876096"/>
            <a:ext cx="1982100" cy="2817900"/>
          </a:xfrm>
          <a:prstGeom prst="rect">
            <a:avLst/>
          </a:prstGeom>
          <a:noFill/>
          <a:ln>
            <a:noFill/>
          </a:ln>
        </p:spPr>
        <p:txBody>
          <a:bodyPr spcFirstLastPara="1" wrap="square" lIns="68575" tIns="34275" rIns="68575" bIns="34275" anchor="t" anchorCtr="0">
            <a:normAutofit/>
          </a:bodyPr>
          <a:lstStyle>
            <a:lvl1pPr marL="457200" lvl="0" indent="-317500" algn="l">
              <a:lnSpc>
                <a:spcPct val="150000"/>
              </a:lnSpc>
              <a:spcBef>
                <a:spcPts val="900"/>
              </a:spcBef>
              <a:spcAft>
                <a:spcPts val="0"/>
              </a:spcAft>
              <a:buClr>
                <a:schemeClr val="dk1"/>
              </a:buClr>
              <a:buSzPts val="1400"/>
              <a:buChar char="●"/>
              <a:defRPr/>
            </a:lvl1pPr>
            <a:lvl2pPr marL="914400" lvl="1" indent="-317500" algn="l">
              <a:lnSpc>
                <a:spcPct val="150000"/>
              </a:lnSpc>
              <a:spcBef>
                <a:spcPts val="1200"/>
              </a:spcBef>
              <a:spcAft>
                <a:spcPts val="0"/>
              </a:spcAft>
              <a:buClr>
                <a:schemeClr val="dk1"/>
              </a:buClr>
              <a:buSzPts val="1400"/>
              <a:buChar char="○"/>
              <a:defRPr/>
            </a:lvl2pPr>
            <a:lvl3pPr marL="1371600" lvl="2" indent="-317500" algn="l">
              <a:lnSpc>
                <a:spcPct val="150000"/>
              </a:lnSpc>
              <a:spcBef>
                <a:spcPts val="1200"/>
              </a:spcBef>
              <a:spcAft>
                <a:spcPts val="0"/>
              </a:spcAft>
              <a:buClr>
                <a:schemeClr val="dk1"/>
              </a:buClr>
              <a:buSzPts val="1400"/>
              <a:buChar char="■"/>
              <a:defRPr/>
            </a:lvl3pPr>
            <a:lvl4pPr marL="1828800" lvl="3" indent="-317500" algn="l">
              <a:lnSpc>
                <a:spcPct val="150000"/>
              </a:lnSpc>
              <a:spcBef>
                <a:spcPts val="1200"/>
              </a:spcBef>
              <a:spcAft>
                <a:spcPts val="0"/>
              </a:spcAft>
              <a:buClr>
                <a:schemeClr val="dk1"/>
              </a:buClr>
              <a:buSzPts val="1400"/>
              <a:buChar char="●"/>
              <a:defRPr/>
            </a:lvl4pPr>
            <a:lvl5pPr marL="2286000" lvl="4" indent="-317500" algn="l">
              <a:lnSpc>
                <a:spcPct val="150000"/>
              </a:lnSpc>
              <a:spcBef>
                <a:spcPts val="1200"/>
              </a:spcBef>
              <a:spcAft>
                <a:spcPts val="0"/>
              </a:spcAft>
              <a:buClr>
                <a:schemeClr val="dk1"/>
              </a:buClr>
              <a:buSzPts val="1400"/>
              <a:buChar char="○"/>
              <a:defRPr/>
            </a:lvl5pPr>
            <a:lvl6pPr marL="2743200" lvl="5" indent="-317500" algn="l">
              <a:lnSpc>
                <a:spcPct val="90000"/>
              </a:lnSpc>
              <a:spcBef>
                <a:spcPts val="1200"/>
              </a:spcBef>
              <a:spcAft>
                <a:spcPts val="0"/>
              </a:spcAft>
              <a:buClr>
                <a:schemeClr val="dk1"/>
              </a:buClr>
              <a:buSzPts val="1400"/>
              <a:buChar char="■"/>
              <a:defRPr/>
            </a:lvl6pPr>
            <a:lvl7pPr marL="3200400" lvl="6" indent="-317500" algn="l">
              <a:lnSpc>
                <a:spcPct val="90000"/>
              </a:lnSpc>
              <a:spcBef>
                <a:spcPts val="1200"/>
              </a:spcBef>
              <a:spcAft>
                <a:spcPts val="0"/>
              </a:spcAft>
              <a:buClr>
                <a:schemeClr val="dk1"/>
              </a:buClr>
              <a:buSzPts val="1400"/>
              <a:buChar char="●"/>
              <a:defRPr/>
            </a:lvl7pPr>
            <a:lvl8pPr marL="3657600" lvl="7" indent="-317500" algn="l">
              <a:lnSpc>
                <a:spcPct val="90000"/>
              </a:lnSpc>
              <a:spcBef>
                <a:spcPts val="1200"/>
              </a:spcBef>
              <a:spcAft>
                <a:spcPts val="0"/>
              </a:spcAft>
              <a:buClr>
                <a:schemeClr val="dk1"/>
              </a:buClr>
              <a:buSzPts val="1400"/>
              <a:buChar char="○"/>
              <a:defRPr/>
            </a:lvl8pPr>
            <a:lvl9pPr marL="4114800" lvl="8" indent="-317500" algn="l">
              <a:lnSpc>
                <a:spcPct val="90000"/>
              </a:lnSpc>
              <a:spcBef>
                <a:spcPts val="1200"/>
              </a:spcBef>
              <a:spcAft>
                <a:spcPts val="1200"/>
              </a:spcAft>
              <a:buClr>
                <a:schemeClr val="dk1"/>
              </a:buClr>
              <a:buSzPts val="1400"/>
              <a:buChar char="■"/>
              <a:defRPr/>
            </a:lvl9pPr>
          </a:lstStyle>
          <a:p/>
        </p:txBody>
      </p:sp>
      <p:sp>
        <p:nvSpPr>
          <p:cNvPr id="138" name="Google Shape;138;p19"/>
          <p:cNvSpPr txBox="1"/>
          <p:nvPr>
            <p:ph type="body" idx="6"/>
          </p:nvPr>
        </p:nvSpPr>
        <p:spPr>
          <a:xfrm>
            <a:off x="6704838" y="1877673"/>
            <a:ext cx="1982100" cy="2817900"/>
          </a:xfrm>
          <a:prstGeom prst="rect">
            <a:avLst/>
          </a:prstGeom>
          <a:noFill/>
          <a:ln>
            <a:noFill/>
          </a:ln>
        </p:spPr>
        <p:txBody>
          <a:bodyPr spcFirstLastPara="1" wrap="square" lIns="68575" tIns="34275" rIns="68575" bIns="34275" anchor="t" anchorCtr="0">
            <a:normAutofit/>
          </a:bodyPr>
          <a:lstStyle>
            <a:lvl1pPr marL="457200" lvl="0" indent="-317500" algn="l">
              <a:lnSpc>
                <a:spcPct val="150000"/>
              </a:lnSpc>
              <a:spcBef>
                <a:spcPts val="900"/>
              </a:spcBef>
              <a:spcAft>
                <a:spcPts val="0"/>
              </a:spcAft>
              <a:buClr>
                <a:schemeClr val="dk1"/>
              </a:buClr>
              <a:buSzPts val="1400"/>
              <a:buChar char="●"/>
              <a:defRPr/>
            </a:lvl1pPr>
            <a:lvl2pPr marL="914400" lvl="1" indent="-317500" algn="l">
              <a:lnSpc>
                <a:spcPct val="150000"/>
              </a:lnSpc>
              <a:spcBef>
                <a:spcPts val="1200"/>
              </a:spcBef>
              <a:spcAft>
                <a:spcPts val="0"/>
              </a:spcAft>
              <a:buClr>
                <a:schemeClr val="dk1"/>
              </a:buClr>
              <a:buSzPts val="1400"/>
              <a:buChar char="○"/>
              <a:defRPr/>
            </a:lvl2pPr>
            <a:lvl3pPr marL="1371600" lvl="2" indent="-317500" algn="l">
              <a:lnSpc>
                <a:spcPct val="150000"/>
              </a:lnSpc>
              <a:spcBef>
                <a:spcPts val="1200"/>
              </a:spcBef>
              <a:spcAft>
                <a:spcPts val="0"/>
              </a:spcAft>
              <a:buClr>
                <a:schemeClr val="dk1"/>
              </a:buClr>
              <a:buSzPts val="1400"/>
              <a:buChar char="■"/>
              <a:defRPr/>
            </a:lvl3pPr>
            <a:lvl4pPr marL="1828800" lvl="3" indent="-317500" algn="l">
              <a:lnSpc>
                <a:spcPct val="150000"/>
              </a:lnSpc>
              <a:spcBef>
                <a:spcPts val="1200"/>
              </a:spcBef>
              <a:spcAft>
                <a:spcPts val="0"/>
              </a:spcAft>
              <a:buClr>
                <a:schemeClr val="dk1"/>
              </a:buClr>
              <a:buSzPts val="1400"/>
              <a:buChar char="●"/>
              <a:defRPr/>
            </a:lvl4pPr>
            <a:lvl5pPr marL="2286000" lvl="4" indent="-317500" algn="l">
              <a:lnSpc>
                <a:spcPct val="150000"/>
              </a:lnSpc>
              <a:spcBef>
                <a:spcPts val="1200"/>
              </a:spcBef>
              <a:spcAft>
                <a:spcPts val="0"/>
              </a:spcAft>
              <a:buClr>
                <a:schemeClr val="dk1"/>
              </a:buClr>
              <a:buSzPts val="1400"/>
              <a:buChar char="○"/>
              <a:defRPr/>
            </a:lvl5pPr>
            <a:lvl6pPr marL="2743200" lvl="5" indent="-317500" algn="l">
              <a:lnSpc>
                <a:spcPct val="90000"/>
              </a:lnSpc>
              <a:spcBef>
                <a:spcPts val="1200"/>
              </a:spcBef>
              <a:spcAft>
                <a:spcPts val="0"/>
              </a:spcAft>
              <a:buClr>
                <a:schemeClr val="dk1"/>
              </a:buClr>
              <a:buSzPts val="1400"/>
              <a:buChar char="■"/>
              <a:defRPr/>
            </a:lvl6pPr>
            <a:lvl7pPr marL="3200400" lvl="6" indent="-317500" algn="l">
              <a:lnSpc>
                <a:spcPct val="90000"/>
              </a:lnSpc>
              <a:spcBef>
                <a:spcPts val="1200"/>
              </a:spcBef>
              <a:spcAft>
                <a:spcPts val="0"/>
              </a:spcAft>
              <a:buClr>
                <a:schemeClr val="dk1"/>
              </a:buClr>
              <a:buSzPts val="1400"/>
              <a:buChar char="●"/>
              <a:defRPr/>
            </a:lvl7pPr>
            <a:lvl8pPr marL="3657600" lvl="7" indent="-317500" algn="l">
              <a:lnSpc>
                <a:spcPct val="90000"/>
              </a:lnSpc>
              <a:spcBef>
                <a:spcPts val="1200"/>
              </a:spcBef>
              <a:spcAft>
                <a:spcPts val="0"/>
              </a:spcAft>
              <a:buClr>
                <a:schemeClr val="dk1"/>
              </a:buClr>
              <a:buSzPts val="1400"/>
              <a:buChar char="○"/>
              <a:defRPr/>
            </a:lvl8pPr>
            <a:lvl9pPr marL="4114800" lvl="8" indent="-317500" algn="l">
              <a:lnSpc>
                <a:spcPct val="90000"/>
              </a:lnSpc>
              <a:spcBef>
                <a:spcPts val="1200"/>
              </a:spcBef>
              <a:spcAft>
                <a:spcPts val="1200"/>
              </a:spcAft>
              <a:buClr>
                <a:schemeClr val="dk1"/>
              </a:buClr>
              <a:buSzPts val="1400"/>
              <a:buChar char="■"/>
              <a:defRPr/>
            </a:lvl9pPr>
          </a:lstStyle>
          <a:p/>
        </p:txBody>
      </p:sp>
      <p:sp>
        <p:nvSpPr>
          <p:cNvPr id="139" name="Google Shape;139;p19"/>
          <p:cNvSpPr txBox="1"/>
          <p:nvPr>
            <p:ph type="body" idx="7"/>
          </p:nvPr>
        </p:nvSpPr>
        <p:spPr>
          <a:xfrm>
            <a:off x="4622292" y="1059180"/>
            <a:ext cx="1982100" cy="710100"/>
          </a:xfrm>
          <a:prstGeom prst="rect">
            <a:avLst/>
          </a:prstGeom>
          <a:noFill/>
          <a:ln>
            <a:noFill/>
          </a:ln>
        </p:spPr>
        <p:txBody>
          <a:bodyPr spcFirstLastPara="1" wrap="square" lIns="68575" tIns="34275" rIns="68575" bIns="34275" anchor="b" anchorCtr="0">
            <a:noAutofit/>
          </a:bodyPr>
          <a:lstStyle>
            <a:lvl1pPr marL="457200" lvl="0" indent="-228600" algn="l">
              <a:lnSpc>
                <a:spcPct val="100000"/>
              </a:lnSpc>
              <a:spcBef>
                <a:spcPts val="900"/>
              </a:spcBef>
              <a:spcAft>
                <a:spcPts val="0"/>
              </a:spcAft>
              <a:buClr>
                <a:schemeClr val="dk1"/>
              </a:buClr>
              <a:buSzPts val="1700"/>
              <a:buNone/>
              <a:defRPr sz="1700" b="1">
                <a:latin typeface="Libre Franklin Medium"/>
                <a:ea typeface="Libre Franklin Medium"/>
                <a:cs typeface="Libre Franklin Medium"/>
                <a:sym typeface="Libre Franklin Medium"/>
              </a:defRPr>
            </a:lvl1pPr>
            <a:lvl2pPr marL="914400" lvl="1" indent="-228600" algn="l">
              <a:lnSpc>
                <a:spcPct val="150000"/>
              </a:lnSpc>
              <a:spcBef>
                <a:spcPts val="1200"/>
              </a:spcBef>
              <a:spcAft>
                <a:spcPts val="0"/>
              </a:spcAft>
              <a:buClr>
                <a:schemeClr val="dk1"/>
              </a:buClr>
              <a:buSzPts val="1500"/>
              <a:buNone/>
              <a:defRPr sz="1500" b="1"/>
            </a:lvl2pPr>
            <a:lvl3pPr marL="1371600" lvl="2" indent="-228600" algn="l">
              <a:lnSpc>
                <a:spcPct val="150000"/>
              </a:lnSpc>
              <a:spcBef>
                <a:spcPts val="1200"/>
              </a:spcBef>
              <a:spcAft>
                <a:spcPts val="0"/>
              </a:spcAft>
              <a:buClr>
                <a:schemeClr val="dk1"/>
              </a:buClr>
              <a:buSzPts val="1400"/>
              <a:buNone/>
              <a:defRPr sz="1400" b="1"/>
            </a:lvl3pPr>
            <a:lvl4pPr marL="1828800" lvl="3" indent="-228600" algn="l">
              <a:lnSpc>
                <a:spcPct val="150000"/>
              </a:lnSpc>
              <a:spcBef>
                <a:spcPts val="1200"/>
              </a:spcBef>
              <a:spcAft>
                <a:spcPts val="0"/>
              </a:spcAft>
              <a:buClr>
                <a:schemeClr val="dk1"/>
              </a:buClr>
              <a:buSzPts val="1200"/>
              <a:buNone/>
              <a:defRPr sz="1200" b="1"/>
            </a:lvl4pPr>
            <a:lvl5pPr marL="2286000" lvl="4" indent="-228600" algn="l">
              <a:lnSpc>
                <a:spcPct val="150000"/>
              </a:lnSpc>
              <a:spcBef>
                <a:spcPts val="1200"/>
              </a:spcBef>
              <a:spcAft>
                <a:spcPts val="0"/>
              </a:spcAft>
              <a:buClr>
                <a:schemeClr val="dk1"/>
              </a:buClr>
              <a:buSzPts val="1200"/>
              <a:buNone/>
              <a:defRPr sz="1200" b="1"/>
            </a:lvl5pPr>
            <a:lvl6pPr marL="2743200" lvl="5" indent="-228600" algn="l">
              <a:lnSpc>
                <a:spcPct val="90000"/>
              </a:lnSpc>
              <a:spcBef>
                <a:spcPts val="1200"/>
              </a:spcBef>
              <a:spcAft>
                <a:spcPts val="0"/>
              </a:spcAft>
              <a:buClr>
                <a:schemeClr val="dk1"/>
              </a:buClr>
              <a:buSzPts val="1200"/>
              <a:buNone/>
              <a:defRPr sz="1200" b="1"/>
            </a:lvl6pPr>
            <a:lvl7pPr marL="3200400" lvl="6" indent="-228600" algn="l">
              <a:lnSpc>
                <a:spcPct val="90000"/>
              </a:lnSpc>
              <a:spcBef>
                <a:spcPts val="1200"/>
              </a:spcBef>
              <a:spcAft>
                <a:spcPts val="0"/>
              </a:spcAft>
              <a:buClr>
                <a:schemeClr val="dk1"/>
              </a:buClr>
              <a:buSzPts val="1200"/>
              <a:buNone/>
              <a:defRPr sz="1200" b="1"/>
            </a:lvl7pPr>
            <a:lvl8pPr marL="3657600" lvl="7" indent="-228600" algn="l">
              <a:lnSpc>
                <a:spcPct val="90000"/>
              </a:lnSpc>
              <a:spcBef>
                <a:spcPts val="1200"/>
              </a:spcBef>
              <a:spcAft>
                <a:spcPts val="0"/>
              </a:spcAft>
              <a:buClr>
                <a:schemeClr val="dk1"/>
              </a:buClr>
              <a:buSzPts val="1200"/>
              <a:buNone/>
              <a:defRPr sz="1200" b="1"/>
            </a:lvl8pPr>
            <a:lvl9pPr marL="4114800" lvl="8" indent="-228600" algn="l">
              <a:lnSpc>
                <a:spcPct val="90000"/>
              </a:lnSpc>
              <a:spcBef>
                <a:spcPts val="1200"/>
              </a:spcBef>
              <a:spcAft>
                <a:spcPts val="1200"/>
              </a:spcAft>
              <a:buClr>
                <a:schemeClr val="dk1"/>
              </a:buClr>
              <a:buSzPts val="1200"/>
              <a:buNone/>
              <a:defRPr sz="1200" b="1"/>
            </a:lvl9pPr>
          </a:lstStyle>
          <a:p/>
        </p:txBody>
      </p:sp>
      <p:sp>
        <p:nvSpPr>
          <p:cNvPr id="140" name="Google Shape;140;p19"/>
          <p:cNvSpPr txBox="1"/>
          <p:nvPr>
            <p:ph type="body" idx="8"/>
          </p:nvPr>
        </p:nvSpPr>
        <p:spPr>
          <a:xfrm>
            <a:off x="6704838" y="1059180"/>
            <a:ext cx="1982100" cy="710100"/>
          </a:xfrm>
          <a:prstGeom prst="rect">
            <a:avLst/>
          </a:prstGeom>
          <a:noFill/>
          <a:ln>
            <a:noFill/>
          </a:ln>
        </p:spPr>
        <p:txBody>
          <a:bodyPr spcFirstLastPara="1" wrap="square" lIns="68575" tIns="34275" rIns="68575" bIns="34275" anchor="b" anchorCtr="0">
            <a:noAutofit/>
          </a:bodyPr>
          <a:lstStyle>
            <a:lvl1pPr marL="457200" lvl="0" indent="-228600" algn="l">
              <a:lnSpc>
                <a:spcPct val="100000"/>
              </a:lnSpc>
              <a:spcBef>
                <a:spcPts val="900"/>
              </a:spcBef>
              <a:spcAft>
                <a:spcPts val="0"/>
              </a:spcAft>
              <a:buClr>
                <a:schemeClr val="dk1"/>
              </a:buClr>
              <a:buSzPts val="1700"/>
              <a:buNone/>
              <a:defRPr sz="1700" b="1">
                <a:latin typeface="Libre Franklin Medium"/>
                <a:ea typeface="Libre Franklin Medium"/>
                <a:cs typeface="Libre Franklin Medium"/>
                <a:sym typeface="Libre Franklin Medium"/>
              </a:defRPr>
            </a:lvl1pPr>
            <a:lvl2pPr marL="914400" lvl="1" indent="-228600" algn="l">
              <a:lnSpc>
                <a:spcPct val="150000"/>
              </a:lnSpc>
              <a:spcBef>
                <a:spcPts val="1200"/>
              </a:spcBef>
              <a:spcAft>
                <a:spcPts val="0"/>
              </a:spcAft>
              <a:buClr>
                <a:schemeClr val="dk1"/>
              </a:buClr>
              <a:buSzPts val="1500"/>
              <a:buNone/>
              <a:defRPr sz="1500" b="1"/>
            </a:lvl2pPr>
            <a:lvl3pPr marL="1371600" lvl="2" indent="-228600" algn="l">
              <a:lnSpc>
                <a:spcPct val="150000"/>
              </a:lnSpc>
              <a:spcBef>
                <a:spcPts val="1200"/>
              </a:spcBef>
              <a:spcAft>
                <a:spcPts val="0"/>
              </a:spcAft>
              <a:buClr>
                <a:schemeClr val="dk1"/>
              </a:buClr>
              <a:buSzPts val="1400"/>
              <a:buNone/>
              <a:defRPr sz="1400" b="1"/>
            </a:lvl3pPr>
            <a:lvl4pPr marL="1828800" lvl="3" indent="-228600" algn="l">
              <a:lnSpc>
                <a:spcPct val="150000"/>
              </a:lnSpc>
              <a:spcBef>
                <a:spcPts val="1200"/>
              </a:spcBef>
              <a:spcAft>
                <a:spcPts val="0"/>
              </a:spcAft>
              <a:buClr>
                <a:schemeClr val="dk1"/>
              </a:buClr>
              <a:buSzPts val="1200"/>
              <a:buNone/>
              <a:defRPr sz="1200" b="1"/>
            </a:lvl4pPr>
            <a:lvl5pPr marL="2286000" lvl="4" indent="-228600" algn="l">
              <a:lnSpc>
                <a:spcPct val="150000"/>
              </a:lnSpc>
              <a:spcBef>
                <a:spcPts val="1200"/>
              </a:spcBef>
              <a:spcAft>
                <a:spcPts val="0"/>
              </a:spcAft>
              <a:buClr>
                <a:schemeClr val="dk1"/>
              </a:buClr>
              <a:buSzPts val="1200"/>
              <a:buNone/>
              <a:defRPr sz="1200" b="1"/>
            </a:lvl5pPr>
            <a:lvl6pPr marL="2743200" lvl="5" indent="-228600" algn="l">
              <a:lnSpc>
                <a:spcPct val="90000"/>
              </a:lnSpc>
              <a:spcBef>
                <a:spcPts val="1200"/>
              </a:spcBef>
              <a:spcAft>
                <a:spcPts val="0"/>
              </a:spcAft>
              <a:buClr>
                <a:schemeClr val="dk1"/>
              </a:buClr>
              <a:buSzPts val="1200"/>
              <a:buNone/>
              <a:defRPr sz="1200" b="1"/>
            </a:lvl6pPr>
            <a:lvl7pPr marL="3200400" lvl="6" indent="-228600" algn="l">
              <a:lnSpc>
                <a:spcPct val="90000"/>
              </a:lnSpc>
              <a:spcBef>
                <a:spcPts val="1200"/>
              </a:spcBef>
              <a:spcAft>
                <a:spcPts val="0"/>
              </a:spcAft>
              <a:buClr>
                <a:schemeClr val="dk1"/>
              </a:buClr>
              <a:buSzPts val="1200"/>
              <a:buNone/>
              <a:defRPr sz="1200" b="1"/>
            </a:lvl7pPr>
            <a:lvl8pPr marL="3657600" lvl="7" indent="-228600" algn="l">
              <a:lnSpc>
                <a:spcPct val="90000"/>
              </a:lnSpc>
              <a:spcBef>
                <a:spcPts val="1200"/>
              </a:spcBef>
              <a:spcAft>
                <a:spcPts val="0"/>
              </a:spcAft>
              <a:buClr>
                <a:schemeClr val="dk1"/>
              </a:buClr>
              <a:buSzPts val="1200"/>
              <a:buNone/>
              <a:defRPr sz="1200" b="1"/>
            </a:lvl8pPr>
            <a:lvl9pPr marL="4114800" lvl="8" indent="-228600" algn="l">
              <a:lnSpc>
                <a:spcPct val="90000"/>
              </a:lnSpc>
              <a:spcBef>
                <a:spcPts val="1200"/>
              </a:spcBef>
              <a:spcAft>
                <a:spcPts val="1200"/>
              </a:spcAft>
              <a:buClr>
                <a:schemeClr val="dk1"/>
              </a:buClr>
              <a:buSzPts val="1200"/>
              <a:buNone/>
              <a:defRPr sz="1200" b="1"/>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3-section-2">
  <p:cSld name="CUSTOM_3_2_1_1_1_1_1">
    <p:bg>
      <p:bgPr>
        <a:solidFill>
          <a:schemeClr val="lt1"/>
        </a:solidFill>
        <a:effectLst/>
      </p:bgPr>
    </p:bg>
    <p:spTree>
      <p:nvGrpSpPr>
        <p:cNvPr id="141" name="Shape 141"/>
        <p:cNvGrpSpPr/>
        <p:nvPr/>
      </p:nvGrpSpPr>
      <p:grpSpPr>
        <a:xfrm>
          <a:off x="0" y="0"/>
          <a:ext cx="0" cy="0"/>
          <a:chOff x="0" y="0"/>
          <a:chExt cx="0" cy="0"/>
        </a:xfrm>
      </p:grpSpPr>
      <p:sp>
        <p:nvSpPr>
          <p:cNvPr id="142" name="Google Shape;142;p20"/>
          <p:cNvSpPr txBox="1"/>
          <p:nvPr>
            <p:ph type="body" idx="1"/>
          </p:nvPr>
        </p:nvSpPr>
        <p:spPr>
          <a:xfrm>
            <a:off x="457200" y="2132925"/>
            <a:ext cx="1942500" cy="2439000"/>
          </a:xfrm>
          <a:prstGeom prst="rect">
            <a:avLst/>
          </a:prstGeom>
          <a:noFill/>
          <a:ln>
            <a:noFill/>
          </a:ln>
        </p:spPr>
        <p:txBody>
          <a:bodyPr spcFirstLastPara="1" wrap="square" lIns="91425" tIns="91425" rIns="91425" bIns="91425" anchor="t" anchorCtr="0">
            <a:normAutofit/>
          </a:bodyPr>
          <a:lstStyle>
            <a:lvl1pPr marL="457200" lvl="0" indent="-304800">
              <a:spcBef>
                <a:spcPts val="0"/>
              </a:spcBef>
              <a:spcAft>
                <a:spcPts val="0"/>
              </a:spcAft>
              <a:buClr>
                <a:schemeClr val="dk1"/>
              </a:buClr>
              <a:buSzPts val="1200"/>
              <a:buChar char="•"/>
              <a:defRPr sz="1200">
                <a:solidFill>
                  <a:schemeClr val="dk1"/>
                </a:solidFill>
              </a:defRPr>
            </a:lvl1pPr>
            <a:lvl2pPr marL="914400" lvl="1" indent="-304800">
              <a:spcBef>
                <a:spcPts val="1000"/>
              </a:spcBef>
              <a:spcAft>
                <a:spcPts val="0"/>
              </a:spcAft>
              <a:buClr>
                <a:schemeClr val="dk1"/>
              </a:buClr>
              <a:buSzPts val="1200"/>
              <a:buChar char="○"/>
              <a:defRPr sz="1200">
                <a:solidFill>
                  <a:schemeClr val="dk1"/>
                </a:solidFill>
              </a:defRPr>
            </a:lvl2pPr>
            <a:lvl3pPr marL="1371600" lvl="2" indent="-304800">
              <a:spcBef>
                <a:spcPts val="1000"/>
              </a:spcBef>
              <a:spcAft>
                <a:spcPts val="0"/>
              </a:spcAft>
              <a:buClr>
                <a:schemeClr val="dk1"/>
              </a:buClr>
              <a:buSzPts val="1200"/>
              <a:buChar char="■"/>
              <a:defRPr sz="1200">
                <a:solidFill>
                  <a:schemeClr val="dk1"/>
                </a:solidFill>
              </a:defRPr>
            </a:lvl3pPr>
            <a:lvl4pPr marL="1828800" lvl="3" indent="-304800">
              <a:spcBef>
                <a:spcPts val="1000"/>
              </a:spcBef>
              <a:spcAft>
                <a:spcPts val="0"/>
              </a:spcAft>
              <a:buClr>
                <a:schemeClr val="dk1"/>
              </a:buClr>
              <a:buSzPts val="1200"/>
              <a:buChar char="●"/>
              <a:defRPr sz="1200">
                <a:solidFill>
                  <a:schemeClr val="dk1"/>
                </a:solidFill>
              </a:defRPr>
            </a:lvl4pPr>
            <a:lvl5pPr marL="2286000" lvl="4" indent="-304800">
              <a:spcBef>
                <a:spcPts val="1000"/>
              </a:spcBef>
              <a:spcAft>
                <a:spcPts val="0"/>
              </a:spcAft>
              <a:buClr>
                <a:schemeClr val="dk1"/>
              </a:buClr>
              <a:buSzPts val="1200"/>
              <a:buChar char="○"/>
              <a:defRPr sz="1200">
                <a:solidFill>
                  <a:schemeClr val="dk1"/>
                </a:solidFill>
              </a:defRPr>
            </a:lvl5pPr>
            <a:lvl6pPr marL="2743200" lvl="5" indent="-304800">
              <a:spcBef>
                <a:spcPts val="1000"/>
              </a:spcBef>
              <a:spcAft>
                <a:spcPts val="0"/>
              </a:spcAft>
              <a:buClr>
                <a:schemeClr val="dk1"/>
              </a:buClr>
              <a:buSzPts val="1200"/>
              <a:buChar char="■"/>
              <a:defRPr sz="1200">
                <a:solidFill>
                  <a:schemeClr val="dk1"/>
                </a:solidFill>
              </a:defRPr>
            </a:lvl6pPr>
            <a:lvl7pPr marL="3200400" lvl="6" indent="-304800">
              <a:spcBef>
                <a:spcPts val="1000"/>
              </a:spcBef>
              <a:spcAft>
                <a:spcPts val="0"/>
              </a:spcAft>
              <a:buClr>
                <a:schemeClr val="dk1"/>
              </a:buClr>
              <a:buSzPts val="1200"/>
              <a:buChar char="●"/>
              <a:defRPr sz="1200">
                <a:solidFill>
                  <a:schemeClr val="dk1"/>
                </a:solidFill>
              </a:defRPr>
            </a:lvl7pPr>
            <a:lvl8pPr marL="3657600" lvl="7" indent="-304800">
              <a:spcBef>
                <a:spcPts val="1000"/>
              </a:spcBef>
              <a:spcAft>
                <a:spcPts val="0"/>
              </a:spcAft>
              <a:buClr>
                <a:schemeClr val="dk1"/>
              </a:buClr>
              <a:buSzPts val="1200"/>
              <a:buChar char="○"/>
              <a:defRPr sz="1200">
                <a:solidFill>
                  <a:schemeClr val="dk1"/>
                </a:solidFill>
              </a:defRPr>
            </a:lvl8pPr>
            <a:lvl9pPr marL="4114800" lvl="8" indent="-304800">
              <a:spcBef>
                <a:spcPts val="1000"/>
              </a:spcBef>
              <a:spcAft>
                <a:spcPts val="1000"/>
              </a:spcAft>
              <a:buClr>
                <a:schemeClr val="dk1"/>
              </a:buClr>
              <a:buSzPts val="1200"/>
              <a:buChar char="■"/>
              <a:defRPr sz="1200">
                <a:solidFill>
                  <a:schemeClr val="dk1"/>
                </a:solidFill>
              </a:defRPr>
            </a:lvl9pPr>
          </a:lstStyle>
          <a:p/>
        </p:txBody>
      </p:sp>
      <p:sp>
        <p:nvSpPr>
          <p:cNvPr id="143" name="Google Shape;143;p20"/>
          <p:cNvSpPr txBox="1"/>
          <p:nvPr>
            <p:ph type="subTitle" idx="2"/>
          </p:nvPr>
        </p:nvSpPr>
        <p:spPr>
          <a:xfrm>
            <a:off x="457200" y="1477250"/>
            <a:ext cx="1942500" cy="531300"/>
          </a:xfrm>
          <a:prstGeom prst="rect">
            <a:avLst/>
          </a:prstGeom>
        </p:spPr>
        <p:txBody>
          <a:bodyPr spcFirstLastPara="1" wrap="square" lIns="91425" tIns="0" rIns="91425" bIns="91425" anchor="t" anchorCtr="0">
            <a:noAutofit/>
          </a:bodyPr>
          <a:lstStyle>
            <a:lvl1pPr marL="0" marR="0" lvl="0" indent="0" algn="l">
              <a:lnSpc>
                <a:spcPct val="105000"/>
              </a:lnSpc>
              <a:spcBef>
                <a:spcPts val="0"/>
              </a:spcBef>
              <a:spcAft>
                <a:spcPts val="0"/>
              </a:spcAft>
              <a:buNone/>
              <a:defRPr sz="1600">
                <a:solidFill>
                  <a:schemeClr val="accent1"/>
                </a:solidFill>
                <a:latin typeface="Hanken Grotesk SemiBold"/>
                <a:ea typeface="Hanken Grotesk SemiBold"/>
                <a:cs typeface="Hanken Grotesk SemiBold"/>
                <a:sym typeface="Hanken Grotesk SemiBold"/>
              </a:defRPr>
            </a:lvl1pPr>
            <a:lvl2pPr lvl="1">
              <a:spcBef>
                <a:spcPts val="100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44" name="Google Shape;144;p20"/>
          <p:cNvSpPr txBox="1"/>
          <p:nvPr>
            <p:ph type="title"/>
          </p:nvPr>
        </p:nvSpPr>
        <p:spPr>
          <a:xfrm>
            <a:off x="457200" y="445025"/>
            <a:ext cx="8229600" cy="572700"/>
          </a:xfrm>
          <a:prstGeom prst="rect">
            <a:avLst/>
          </a:prstGeom>
        </p:spPr>
        <p:txBody>
          <a:bodyPr spcFirstLastPara="1" wrap="square" lIns="91425" tIns="91425" rIns="91425" bIns="91425" anchor="ctr" anchorCtr="0">
            <a:normAutofit/>
          </a:bodyPr>
          <a:lstStyle>
            <a:lvl1pPr lvl="0">
              <a:spcBef>
                <a:spcPts val="0"/>
              </a:spcBef>
              <a:spcAft>
                <a:spcPts val="0"/>
              </a:spcAft>
              <a:buSzPts val="2800"/>
              <a:buFont typeface="Hanken Grotesk"/>
              <a:buNone/>
              <a:defRPr b="1">
                <a:latin typeface="Hanken Grotesk"/>
                <a:ea typeface="Hanken Grotesk"/>
                <a:cs typeface="Hanken Grotesk"/>
                <a:sym typeface="Hanken Grotesk"/>
              </a:defRPr>
            </a:lvl1pPr>
            <a:lvl2pPr lvl="1">
              <a:spcBef>
                <a:spcPts val="0"/>
              </a:spcBef>
              <a:spcAft>
                <a:spcPts val="0"/>
              </a:spcAft>
              <a:buSzPts val="2800"/>
              <a:buFont typeface="Hanken Grotesk"/>
              <a:buNone/>
              <a:defRPr b="1">
                <a:latin typeface="Hanken Grotesk"/>
                <a:ea typeface="Hanken Grotesk"/>
                <a:cs typeface="Hanken Grotesk"/>
                <a:sym typeface="Hanken Grotesk"/>
              </a:defRPr>
            </a:lvl2pPr>
            <a:lvl3pPr lvl="2">
              <a:spcBef>
                <a:spcPts val="0"/>
              </a:spcBef>
              <a:spcAft>
                <a:spcPts val="0"/>
              </a:spcAft>
              <a:buSzPts val="2800"/>
              <a:buFont typeface="Hanken Grotesk"/>
              <a:buNone/>
              <a:defRPr b="1">
                <a:latin typeface="Hanken Grotesk"/>
                <a:ea typeface="Hanken Grotesk"/>
                <a:cs typeface="Hanken Grotesk"/>
                <a:sym typeface="Hanken Grotesk"/>
              </a:defRPr>
            </a:lvl3pPr>
            <a:lvl4pPr lvl="3">
              <a:spcBef>
                <a:spcPts val="0"/>
              </a:spcBef>
              <a:spcAft>
                <a:spcPts val="0"/>
              </a:spcAft>
              <a:buSzPts val="2800"/>
              <a:buFont typeface="Hanken Grotesk"/>
              <a:buNone/>
              <a:defRPr b="1">
                <a:latin typeface="Hanken Grotesk"/>
                <a:ea typeface="Hanken Grotesk"/>
                <a:cs typeface="Hanken Grotesk"/>
                <a:sym typeface="Hanken Grotesk"/>
              </a:defRPr>
            </a:lvl4pPr>
            <a:lvl5pPr lvl="4">
              <a:spcBef>
                <a:spcPts val="0"/>
              </a:spcBef>
              <a:spcAft>
                <a:spcPts val="0"/>
              </a:spcAft>
              <a:buSzPts val="2800"/>
              <a:buFont typeface="Hanken Grotesk"/>
              <a:buNone/>
              <a:defRPr b="1">
                <a:latin typeface="Hanken Grotesk"/>
                <a:ea typeface="Hanken Grotesk"/>
                <a:cs typeface="Hanken Grotesk"/>
                <a:sym typeface="Hanken Grotesk"/>
              </a:defRPr>
            </a:lvl5pPr>
            <a:lvl6pPr lvl="5">
              <a:spcBef>
                <a:spcPts val="0"/>
              </a:spcBef>
              <a:spcAft>
                <a:spcPts val="0"/>
              </a:spcAft>
              <a:buSzPts val="2800"/>
              <a:buFont typeface="Hanken Grotesk"/>
              <a:buNone/>
              <a:defRPr b="1">
                <a:latin typeface="Hanken Grotesk"/>
                <a:ea typeface="Hanken Grotesk"/>
                <a:cs typeface="Hanken Grotesk"/>
                <a:sym typeface="Hanken Grotesk"/>
              </a:defRPr>
            </a:lvl6pPr>
            <a:lvl7pPr lvl="6">
              <a:spcBef>
                <a:spcPts val="0"/>
              </a:spcBef>
              <a:spcAft>
                <a:spcPts val="0"/>
              </a:spcAft>
              <a:buSzPts val="2800"/>
              <a:buFont typeface="Hanken Grotesk"/>
              <a:buNone/>
              <a:defRPr b="1">
                <a:latin typeface="Hanken Grotesk"/>
                <a:ea typeface="Hanken Grotesk"/>
                <a:cs typeface="Hanken Grotesk"/>
                <a:sym typeface="Hanken Grotesk"/>
              </a:defRPr>
            </a:lvl7pPr>
            <a:lvl8pPr lvl="7">
              <a:spcBef>
                <a:spcPts val="0"/>
              </a:spcBef>
              <a:spcAft>
                <a:spcPts val="0"/>
              </a:spcAft>
              <a:buSzPts val="2800"/>
              <a:buFont typeface="Hanken Grotesk"/>
              <a:buNone/>
              <a:defRPr b="1">
                <a:latin typeface="Hanken Grotesk"/>
                <a:ea typeface="Hanken Grotesk"/>
                <a:cs typeface="Hanken Grotesk"/>
                <a:sym typeface="Hanken Grotesk"/>
              </a:defRPr>
            </a:lvl8pPr>
            <a:lvl9pPr lvl="8">
              <a:spcBef>
                <a:spcPts val="0"/>
              </a:spcBef>
              <a:spcAft>
                <a:spcPts val="0"/>
              </a:spcAft>
              <a:buSzPts val="2800"/>
              <a:buFont typeface="Hanken Grotesk"/>
              <a:buNone/>
              <a:defRPr b="1">
                <a:latin typeface="Hanken Grotesk"/>
                <a:ea typeface="Hanken Grotesk"/>
                <a:cs typeface="Hanken Grotesk"/>
                <a:sym typeface="Hanken Grotesk"/>
              </a:defRPr>
            </a:lvl9pPr>
          </a:lstStyle>
          <a:p/>
        </p:txBody>
      </p:sp>
      <p:sp>
        <p:nvSpPr>
          <p:cNvPr id="145" name="Google Shape;145;p20"/>
          <p:cNvSpPr txBox="1"/>
          <p:nvPr>
            <p:ph type="body" idx="3"/>
          </p:nvPr>
        </p:nvSpPr>
        <p:spPr>
          <a:xfrm>
            <a:off x="2552930" y="2132925"/>
            <a:ext cx="1942500" cy="2439000"/>
          </a:xfrm>
          <a:prstGeom prst="rect">
            <a:avLst/>
          </a:prstGeom>
          <a:noFill/>
          <a:ln>
            <a:noFill/>
          </a:ln>
        </p:spPr>
        <p:txBody>
          <a:bodyPr spcFirstLastPara="1" wrap="square" lIns="91425" tIns="91425" rIns="91425" bIns="91425" anchor="t" anchorCtr="0">
            <a:normAutofit/>
          </a:bodyPr>
          <a:lstStyle>
            <a:lvl1pPr marL="457200" lvl="0" indent="-304800">
              <a:spcBef>
                <a:spcPts val="0"/>
              </a:spcBef>
              <a:spcAft>
                <a:spcPts val="0"/>
              </a:spcAft>
              <a:buClr>
                <a:schemeClr val="dk1"/>
              </a:buClr>
              <a:buSzPts val="1200"/>
              <a:buChar char="•"/>
              <a:defRPr sz="1200">
                <a:solidFill>
                  <a:schemeClr val="dk1"/>
                </a:solidFill>
              </a:defRPr>
            </a:lvl1pPr>
            <a:lvl2pPr marL="914400" lvl="1" indent="-304800">
              <a:spcBef>
                <a:spcPts val="1000"/>
              </a:spcBef>
              <a:spcAft>
                <a:spcPts val="0"/>
              </a:spcAft>
              <a:buClr>
                <a:schemeClr val="dk1"/>
              </a:buClr>
              <a:buSzPts val="1200"/>
              <a:buChar char="○"/>
              <a:defRPr sz="1200">
                <a:solidFill>
                  <a:schemeClr val="dk1"/>
                </a:solidFill>
              </a:defRPr>
            </a:lvl2pPr>
            <a:lvl3pPr marL="1371600" lvl="2" indent="-304800">
              <a:spcBef>
                <a:spcPts val="1000"/>
              </a:spcBef>
              <a:spcAft>
                <a:spcPts val="0"/>
              </a:spcAft>
              <a:buClr>
                <a:schemeClr val="dk1"/>
              </a:buClr>
              <a:buSzPts val="1200"/>
              <a:buChar char="■"/>
              <a:defRPr sz="1200">
                <a:solidFill>
                  <a:schemeClr val="dk1"/>
                </a:solidFill>
              </a:defRPr>
            </a:lvl3pPr>
            <a:lvl4pPr marL="1828800" lvl="3" indent="-304800">
              <a:spcBef>
                <a:spcPts val="1000"/>
              </a:spcBef>
              <a:spcAft>
                <a:spcPts val="0"/>
              </a:spcAft>
              <a:buClr>
                <a:schemeClr val="dk1"/>
              </a:buClr>
              <a:buSzPts val="1200"/>
              <a:buChar char="●"/>
              <a:defRPr sz="1200">
                <a:solidFill>
                  <a:schemeClr val="dk1"/>
                </a:solidFill>
              </a:defRPr>
            </a:lvl4pPr>
            <a:lvl5pPr marL="2286000" lvl="4" indent="-304800">
              <a:spcBef>
                <a:spcPts val="1000"/>
              </a:spcBef>
              <a:spcAft>
                <a:spcPts val="0"/>
              </a:spcAft>
              <a:buClr>
                <a:schemeClr val="dk1"/>
              </a:buClr>
              <a:buSzPts val="1200"/>
              <a:buChar char="○"/>
              <a:defRPr sz="1200">
                <a:solidFill>
                  <a:schemeClr val="dk1"/>
                </a:solidFill>
              </a:defRPr>
            </a:lvl5pPr>
            <a:lvl6pPr marL="2743200" lvl="5" indent="-304800">
              <a:spcBef>
                <a:spcPts val="1000"/>
              </a:spcBef>
              <a:spcAft>
                <a:spcPts val="0"/>
              </a:spcAft>
              <a:buClr>
                <a:schemeClr val="dk1"/>
              </a:buClr>
              <a:buSzPts val="1200"/>
              <a:buChar char="■"/>
              <a:defRPr sz="1200">
                <a:solidFill>
                  <a:schemeClr val="dk1"/>
                </a:solidFill>
              </a:defRPr>
            </a:lvl6pPr>
            <a:lvl7pPr marL="3200400" lvl="6" indent="-304800">
              <a:spcBef>
                <a:spcPts val="1000"/>
              </a:spcBef>
              <a:spcAft>
                <a:spcPts val="0"/>
              </a:spcAft>
              <a:buClr>
                <a:schemeClr val="dk1"/>
              </a:buClr>
              <a:buSzPts val="1200"/>
              <a:buChar char="●"/>
              <a:defRPr sz="1200">
                <a:solidFill>
                  <a:schemeClr val="dk1"/>
                </a:solidFill>
              </a:defRPr>
            </a:lvl7pPr>
            <a:lvl8pPr marL="3657600" lvl="7" indent="-304800">
              <a:spcBef>
                <a:spcPts val="1000"/>
              </a:spcBef>
              <a:spcAft>
                <a:spcPts val="0"/>
              </a:spcAft>
              <a:buClr>
                <a:schemeClr val="dk1"/>
              </a:buClr>
              <a:buSzPts val="1200"/>
              <a:buChar char="○"/>
              <a:defRPr sz="1200">
                <a:solidFill>
                  <a:schemeClr val="dk1"/>
                </a:solidFill>
              </a:defRPr>
            </a:lvl8pPr>
            <a:lvl9pPr marL="4114800" lvl="8" indent="-304800">
              <a:spcBef>
                <a:spcPts val="1000"/>
              </a:spcBef>
              <a:spcAft>
                <a:spcPts val="1000"/>
              </a:spcAft>
              <a:buClr>
                <a:schemeClr val="dk1"/>
              </a:buClr>
              <a:buSzPts val="1200"/>
              <a:buChar char="■"/>
              <a:defRPr sz="1200">
                <a:solidFill>
                  <a:schemeClr val="dk1"/>
                </a:solidFill>
              </a:defRPr>
            </a:lvl9pPr>
          </a:lstStyle>
          <a:p/>
        </p:txBody>
      </p:sp>
      <p:sp>
        <p:nvSpPr>
          <p:cNvPr id="146" name="Google Shape;146;p20"/>
          <p:cNvSpPr txBox="1"/>
          <p:nvPr>
            <p:ph type="subTitle" idx="4"/>
          </p:nvPr>
        </p:nvSpPr>
        <p:spPr>
          <a:xfrm>
            <a:off x="2552930" y="1477250"/>
            <a:ext cx="1942500" cy="531300"/>
          </a:xfrm>
          <a:prstGeom prst="rect">
            <a:avLst/>
          </a:prstGeom>
        </p:spPr>
        <p:txBody>
          <a:bodyPr spcFirstLastPara="1" wrap="square" lIns="91425" tIns="0" rIns="91425" bIns="91425" anchor="t" anchorCtr="0">
            <a:noAutofit/>
          </a:bodyPr>
          <a:lstStyle>
            <a:lvl1pPr marL="0" marR="0" lvl="0" indent="0" algn="l">
              <a:lnSpc>
                <a:spcPct val="105000"/>
              </a:lnSpc>
              <a:spcBef>
                <a:spcPts val="0"/>
              </a:spcBef>
              <a:spcAft>
                <a:spcPts val="0"/>
              </a:spcAft>
              <a:buNone/>
              <a:defRPr sz="1600">
                <a:solidFill>
                  <a:schemeClr val="accent1"/>
                </a:solidFill>
                <a:latin typeface="Hanken Grotesk SemiBold"/>
                <a:ea typeface="Hanken Grotesk SemiBold"/>
                <a:cs typeface="Hanken Grotesk SemiBold"/>
                <a:sym typeface="Hanken Grotesk SemiBold"/>
              </a:defRPr>
            </a:lvl1pPr>
            <a:lvl2pPr lvl="1">
              <a:spcBef>
                <a:spcPts val="100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47" name="Google Shape;147;p20"/>
          <p:cNvSpPr txBox="1"/>
          <p:nvPr>
            <p:ph type="body" idx="5"/>
          </p:nvPr>
        </p:nvSpPr>
        <p:spPr>
          <a:xfrm>
            <a:off x="4648660" y="2132925"/>
            <a:ext cx="1942500" cy="2439000"/>
          </a:xfrm>
          <a:prstGeom prst="rect">
            <a:avLst/>
          </a:prstGeom>
          <a:noFill/>
          <a:ln>
            <a:noFill/>
          </a:ln>
        </p:spPr>
        <p:txBody>
          <a:bodyPr spcFirstLastPara="1" wrap="square" lIns="91425" tIns="91425" rIns="91425" bIns="91425" anchor="t" anchorCtr="0">
            <a:normAutofit/>
          </a:bodyPr>
          <a:lstStyle>
            <a:lvl1pPr marL="457200" lvl="0" indent="-304800">
              <a:spcBef>
                <a:spcPts val="0"/>
              </a:spcBef>
              <a:spcAft>
                <a:spcPts val="0"/>
              </a:spcAft>
              <a:buClr>
                <a:schemeClr val="dk1"/>
              </a:buClr>
              <a:buSzPts val="1200"/>
              <a:buChar char="•"/>
              <a:defRPr sz="1200">
                <a:solidFill>
                  <a:schemeClr val="dk1"/>
                </a:solidFill>
              </a:defRPr>
            </a:lvl1pPr>
            <a:lvl2pPr marL="914400" lvl="1" indent="-304800">
              <a:spcBef>
                <a:spcPts val="1000"/>
              </a:spcBef>
              <a:spcAft>
                <a:spcPts val="0"/>
              </a:spcAft>
              <a:buClr>
                <a:schemeClr val="dk1"/>
              </a:buClr>
              <a:buSzPts val="1200"/>
              <a:buChar char="○"/>
              <a:defRPr sz="1200">
                <a:solidFill>
                  <a:schemeClr val="dk1"/>
                </a:solidFill>
              </a:defRPr>
            </a:lvl2pPr>
            <a:lvl3pPr marL="1371600" lvl="2" indent="-304800">
              <a:spcBef>
                <a:spcPts val="1000"/>
              </a:spcBef>
              <a:spcAft>
                <a:spcPts val="0"/>
              </a:spcAft>
              <a:buClr>
                <a:schemeClr val="dk1"/>
              </a:buClr>
              <a:buSzPts val="1200"/>
              <a:buChar char="■"/>
              <a:defRPr sz="1200">
                <a:solidFill>
                  <a:schemeClr val="dk1"/>
                </a:solidFill>
              </a:defRPr>
            </a:lvl3pPr>
            <a:lvl4pPr marL="1828800" lvl="3" indent="-304800">
              <a:spcBef>
                <a:spcPts val="1000"/>
              </a:spcBef>
              <a:spcAft>
                <a:spcPts val="0"/>
              </a:spcAft>
              <a:buClr>
                <a:schemeClr val="dk1"/>
              </a:buClr>
              <a:buSzPts val="1200"/>
              <a:buChar char="●"/>
              <a:defRPr sz="1200">
                <a:solidFill>
                  <a:schemeClr val="dk1"/>
                </a:solidFill>
              </a:defRPr>
            </a:lvl4pPr>
            <a:lvl5pPr marL="2286000" lvl="4" indent="-304800">
              <a:spcBef>
                <a:spcPts val="1000"/>
              </a:spcBef>
              <a:spcAft>
                <a:spcPts val="0"/>
              </a:spcAft>
              <a:buClr>
                <a:schemeClr val="dk1"/>
              </a:buClr>
              <a:buSzPts val="1200"/>
              <a:buChar char="○"/>
              <a:defRPr sz="1200">
                <a:solidFill>
                  <a:schemeClr val="dk1"/>
                </a:solidFill>
              </a:defRPr>
            </a:lvl5pPr>
            <a:lvl6pPr marL="2743200" lvl="5" indent="-304800">
              <a:spcBef>
                <a:spcPts val="1000"/>
              </a:spcBef>
              <a:spcAft>
                <a:spcPts val="0"/>
              </a:spcAft>
              <a:buClr>
                <a:schemeClr val="dk1"/>
              </a:buClr>
              <a:buSzPts val="1200"/>
              <a:buChar char="■"/>
              <a:defRPr sz="1200">
                <a:solidFill>
                  <a:schemeClr val="dk1"/>
                </a:solidFill>
              </a:defRPr>
            </a:lvl6pPr>
            <a:lvl7pPr marL="3200400" lvl="6" indent="-304800">
              <a:spcBef>
                <a:spcPts val="1000"/>
              </a:spcBef>
              <a:spcAft>
                <a:spcPts val="0"/>
              </a:spcAft>
              <a:buClr>
                <a:schemeClr val="dk1"/>
              </a:buClr>
              <a:buSzPts val="1200"/>
              <a:buChar char="●"/>
              <a:defRPr sz="1200">
                <a:solidFill>
                  <a:schemeClr val="dk1"/>
                </a:solidFill>
              </a:defRPr>
            </a:lvl7pPr>
            <a:lvl8pPr marL="3657600" lvl="7" indent="-304800">
              <a:spcBef>
                <a:spcPts val="1000"/>
              </a:spcBef>
              <a:spcAft>
                <a:spcPts val="0"/>
              </a:spcAft>
              <a:buClr>
                <a:schemeClr val="dk1"/>
              </a:buClr>
              <a:buSzPts val="1200"/>
              <a:buChar char="○"/>
              <a:defRPr sz="1200">
                <a:solidFill>
                  <a:schemeClr val="dk1"/>
                </a:solidFill>
              </a:defRPr>
            </a:lvl8pPr>
            <a:lvl9pPr marL="4114800" lvl="8" indent="-304800">
              <a:spcBef>
                <a:spcPts val="1000"/>
              </a:spcBef>
              <a:spcAft>
                <a:spcPts val="1000"/>
              </a:spcAft>
              <a:buClr>
                <a:schemeClr val="dk1"/>
              </a:buClr>
              <a:buSzPts val="1200"/>
              <a:buChar char="■"/>
              <a:defRPr sz="1200">
                <a:solidFill>
                  <a:schemeClr val="dk1"/>
                </a:solidFill>
              </a:defRPr>
            </a:lvl9pPr>
          </a:lstStyle>
          <a:p/>
        </p:txBody>
      </p:sp>
      <p:sp>
        <p:nvSpPr>
          <p:cNvPr id="148" name="Google Shape;148;p20"/>
          <p:cNvSpPr txBox="1"/>
          <p:nvPr>
            <p:ph type="subTitle" idx="6"/>
          </p:nvPr>
        </p:nvSpPr>
        <p:spPr>
          <a:xfrm>
            <a:off x="4648660" y="1477250"/>
            <a:ext cx="1942500" cy="531300"/>
          </a:xfrm>
          <a:prstGeom prst="rect">
            <a:avLst/>
          </a:prstGeom>
        </p:spPr>
        <p:txBody>
          <a:bodyPr spcFirstLastPara="1" wrap="square" lIns="91425" tIns="0" rIns="91425" bIns="91425" anchor="t" anchorCtr="0">
            <a:noAutofit/>
          </a:bodyPr>
          <a:lstStyle>
            <a:lvl1pPr marL="0" marR="0" lvl="0" indent="0" algn="l">
              <a:lnSpc>
                <a:spcPct val="105000"/>
              </a:lnSpc>
              <a:spcBef>
                <a:spcPts val="0"/>
              </a:spcBef>
              <a:spcAft>
                <a:spcPts val="0"/>
              </a:spcAft>
              <a:buNone/>
              <a:defRPr sz="1600">
                <a:solidFill>
                  <a:schemeClr val="accent1"/>
                </a:solidFill>
                <a:latin typeface="Hanken Grotesk SemiBold"/>
                <a:ea typeface="Hanken Grotesk SemiBold"/>
                <a:cs typeface="Hanken Grotesk SemiBold"/>
                <a:sym typeface="Hanken Grotesk SemiBold"/>
              </a:defRPr>
            </a:lvl1pPr>
            <a:lvl2pPr lvl="1">
              <a:spcBef>
                <a:spcPts val="100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49" name="Google Shape;149;p20"/>
          <p:cNvSpPr txBox="1"/>
          <p:nvPr>
            <p:ph type="body" idx="7"/>
          </p:nvPr>
        </p:nvSpPr>
        <p:spPr>
          <a:xfrm>
            <a:off x="6744392" y="2132925"/>
            <a:ext cx="1942500" cy="2439000"/>
          </a:xfrm>
          <a:prstGeom prst="rect">
            <a:avLst/>
          </a:prstGeom>
          <a:noFill/>
          <a:ln>
            <a:noFill/>
          </a:ln>
        </p:spPr>
        <p:txBody>
          <a:bodyPr spcFirstLastPara="1" wrap="square" lIns="91425" tIns="91425" rIns="91425" bIns="91425" anchor="t" anchorCtr="0">
            <a:normAutofit/>
          </a:bodyPr>
          <a:lstStyle>
            <a:lvl1pPr marL="457200" lvl="0" indent="-304800">
              <a:spcBef>
                <a:spcPts val="0"/>
              </a:spcBef>
              <a:spcAft>
                <a:spcPts val="0"/>
              </a:spcAft>
              <a:buClr>
                <a:schemeClr val="dk1"/>
              </a:buClr>
              <a:buSzPts val="1200"/>
              <a:buChar char="•"/>
              <a:defRPr sz="1200">
                <a:solidFill>
                  <a:schemeClr val="dk1"/>
                </a:solidFill>
              </a:defRPr>
            </a:lvl1pPr>
            <a:lvl2pPr marL="914400" lvl="1" indent="-304800">
              <a:spcBef>
                <a:spcPts val="1000"/>
              </a:spcBef>
              <a:spcAft>
                <a:spcPts val="0"/>
              </a:spcAft>
              <a:buClr>
                <a:schemeClr val="dk1"/>
              </a:buClr>
              <a:buSzPts val="1200"/>
              <a:buChar char="○"/>
              <a:defRPr sz="1200">
                <a:solidFill>
                  <a:schemeClr val="dk1"/>
                </a:solidFill>
              </a:defRPr>
            </a:lvl2pPr>
            <a:lvl3pPr marL="1371600" lvl="2" indent="-304800">
              <a:spcBef>
                <a:spcPts val="1000"/>
              </a:spcBef>
              <a:spcAft>
                <a:spcPts val="0"/>
              </a:spcAft>
              <a:buClr>
                <a:schemeClr val="dk1"/>
              </a:buClr>
              <a:buSzPts val="1200"/>
              <a:buChar char="■"/>
              <a:defRPr sz="1200">
                <a:solidFill>
                  <a:schemeClr val="dk1"/>
                </a:solidFill>
              </a:defRPr>
            </a:lvl3pPr>
            <a:lvl4pPr marL="1828800" lvl="3" indent="-304800">
              <a:spcBef>
                <a:spcPts val="1000"/>
              </a:spcBef>
              <a:spcAft>
                <a:spcPts val="0"/>
              </a:spcAft>
              <a:buClr>
                <a:schemeClr val="dk1"/>
              </a:buClr>
              <a:buSzPts val="1200"/>
              <a:buChar char="●"/>
              <a:defRPr sz="1200">
                <a:solidFill>
                  <a:schemeClr val="dk1"/>
                </a:solidFill>
              </a:defRPr>
            </a:lvl4pPr>
            <a:lvl5pPr marL="2286000" lvl="4" indent="-304800">
              <a:spcBef>
                <a:spcPts val="1000"/>
              </a:spcBef>
              <a:spcAft>
                <a:spcPts val="0"/>
              </a:spcAft>
              <a:buClr>
                <a:schemeClr val="dk1"/>
              </a:buClr>
              <a:buSzPts val="1200"/>
              <a:buChar char="○"/>
              <a:defRPr sz="1200">
                <a:solidFill>
                  <a:schemeClr val="dk1"/>
                </a:solidFill>
              </a:defRPr>
            </a:lvl5pPr>
            <a:lvl6pPr marL="2743200" lvl="5" indent="-304800">
              <a:spcBef>
                <a:spcPts val="1000"/>
              </a:spcBef>
              <a:spcAft>
                <a:spcPts val="0"/>
              </a:spcAft>
              <a:buClr>
                <a:schemeClr val="dk1"/>
              </a:buClr>
              <a:buSzPts val="1200"/>
              <a:buChar char="■"/>
              <a:defRPr sz="1200">
                <a:solidFill>
                  <a:schemeClr val="dk1"/>
                </a:solidFill>
              </a:defRPr>
            </a:lvl6pPr>
            <a:lvl7pPr marL="3200400" lvl="6" indent="-304800">
              <a:spcBef>
                <a:spcPts val="1000"/>
              </a:spcBef>
              <a:spcAft>
                <a:spcPts val="0"/>
              </a:spcAft>
              <a:buClr>
                <a:schemeClr val="dk1"/>
              </a:buClr>
              <a:buSzPts val="1200"/>
              <a:buChar char="●"/>
              <a:defRPr sz="1200">
                <a:solidFill>
                  <a:schemeClr val="dk1"/>
                </a:solidFill>
              </a:defRPr>
            </a:lvl7pPr>
            <a:lvl8pPr marL="3657600" lvl="7" indent="-304800">
              <a:spcBef>
                <a:spcPts val="1000"/>
              </a:spcBef>
              <a:spcAft>
                <a:spcPts val="0"/>
              </a:spcAft>
              <a:buClr>
                <a:schemeClr val="dk1"/>
              </a:buClr>
              <a:buSzPts val="1200"/>
              <a:buChar char="○"/>
              <a:defRPr sz="1200">
                <a:solidFill>
                  <a:schemeClr val="dk1"/>
                </a:solidFill>
              </a:defRPr>
            </a:lvl8pPr>
            <a:lvl9pPr marL="4114800" lvl="8" indent="-304800">
              <a:spcBef>
                <a:spcPts val="1000"/>
              </a:spcBef>
              <a:spcAft>
                <a:spcPts val="1000"/>
              </a:spcAft>
              <a:buClr>
                <a:schemeClr val="dk1"/>
              </a:buClr>
              <a:buSzPts val="1200"/>
              <a:buChar char="■"/>
              <a:defRPr sz="1200">
                <a:solidFill>
                  <a:schemeClr val="dk1"/>
                </a:solidFill>
              </a:defRPr>
            </a:lvl9pPr>
          </a:lstStyle>
          <a:p/>
        </p:txBody>
      </p:sp>
      <p:sp>
        <p:nvSpPr>
          <p:cNvPr id="150" name="Google Shape;150;p20"/>
          <p:cNvSpPr txBox="1"/>
          <p:nvPr>
            <p:ph type="subTitle" idx="8"/>
          </p:nvPr>
        </p:nvSpPr>
        <p:spPr>
          <a:xfrm>
            <a:off x="6744392" y="1477250"/>
            <a:ext cx="1942500" cy="531300"/>
          </a:xfrm>
          <a:prstGeom prst="rect">
            <a:avLst/>
          </a:prstGeom>
        </p:spPr>
        <p:txBody>
          <a:bodyPr spcFirstLastPara="1" wrap="square" lIns="91425" tIns="0" rIns="91425" bIns="91425" anchor="t" anchorCtr="0">
            <a:noAutofit/>
          </a:bodyPr>
          <a:lstStyle>
            <a:lvl1pPr marL="0" marR="0" lvl="0" indent="0" algn="l">
              <a:lnSpc>
                <a:spcPct val="105000"/>
              </a:lnSpc>
              <a:spcBef>
                <a:spcPts val="0"/>
              </a:spcBef>
              <a:spcAft>
                <a:spcPts val="0"/>
              </a:spcAft>
              <a:buNone/>
              <a:defRPr sz="1600">
                <a:solidFill>
                  <a:schemeClr val="accent1"/>
                </a:solidFill>
                <a:latin typeface="Hanken Grotesk SemiBold"/>
                <a:ea typeface="Hanken Grotesk SemiBold"/>
                <a:cs typeface="Hanken Grotesk SemiBold"/>
                <a:sym typeface="Hanken Grotesk SemiBold"/>
              </a:defRPr>
            </a:lvl1pPr>
            <a:lvl2pPr lvl="1">
              <a:spcBef>
                <a:spcPts val="100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a:xfrm>
            <a:off x="628650" y="4767263"/>
            <a:ext cx="2057400" cy="273844"/>
          </a:xfrm>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a:xfrm>
            <a:off x="3028950" y="4767263"/>
            <a:ext cx="3086100" cy="273844"/>
          </a:xfrm>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1" Type="http://schemas.openxmlformats.org/officeDocument/2006/relationships/theme" Target="../theme/theme1.xml"/><Relationship Id="rId20" Type="http://schemas.openxmlformats.org/officeDocument/2006/relationships/slideLayout" Target="../slideLayouts/slideLayout20.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9pPr>
          </a:lstStyle>
          <a:p/>
        </p:txBody>
      </p:sp>
      <p:sp>
        <p:nvSpPr>
          <p:cNvPr id="7" name="Google Shape;7;p1"/>
          <p:cNvSpPr txBox="1"/>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1115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marL="914400" lvl="1"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marL="1371600" lvl="2"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marL="1828800" lvl="3"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marL="2286000" lvl="4"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marL="2743200" lvl="5"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marL="3200400" lvl="6"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marL="3657600" lvl="7"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marL="4114800" lvl="8"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GB"/>
            </a:fld>
            <a:endParaRPr lang="en-GB"/>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2.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5" Type="http://schemas.openxmlformats.org/officeDocument/2006/relationships/notesSlide" Target="../notesSlides/notesSlide2.xml"/><Relationship Id="rId4" Type="http://schemas.openxmlformats.org/officeDocument/2006/relationships/slideLayout" Target="../slideLayouts/slideLayout18.xml"/><Relationship Id="rId3" Type="http://schemas.openxmlformats.org/officeDocument/2006/relationships/image" Target="../media/image3.jpeg"/><Relationship Id="rId2" Type="http://schemas.openxmlformats.org/officeDocument/2006/relationships/image" Target="../media/image1.png"/><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13.xml"/><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slideLayout" Target="../slideLayouts/slideLayout14.xml"/><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image" Target="../media/image5.pn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15.xml"/><Relationship Id="rId2" Type="http://schemas.openxmlformats.org/officeDocument/2006/relationships/image" Target="../media/image1.png"/><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5" Type="http://schemas.openxmlformats.org/officeDocument/2006/relationships/notesSlide" Target="../notesSlides/notesSlide6.xml"/><Relationship Id="rId4" Type="http://schemas.openxmlformats.org/officeDocument/2006/relationships/slideLayout" Target="../slideLayouts/slideLayout16.xml"/><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image" Target="../media/image5.png"/></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17.xml"/><Relationship Id="rId2" Type="http://schemas.openxmlformats.org/officeDocument/2006/relationships/image" Target="../media/image1.png"/><Relationship Id="rId1" Type="http://schemas.openxmlformats.org/officeDocument/2006/relationships/image" Target="../media/image2.png"/></Relationships>
</file>

<file path=ppt/slides/_rels/slide8.xml.rels><?xml version="1.0" encoding="UTF-8" standalone="yes"?>
<Relationships xmlns="http://schemas.openxmlformats.org/package/2006/relationships"><Relationship Id="rId5" Type="http://schemas.openxmlformats.org/officeDocument/2006/relationships/notesSlide" Target="../notesSlides/notesSlide8.xml"/><Relationship Id="rId4" Type="http://schemas.openxmlformats.org/officeDocument/2006/relationships/slideLayout" Target="../slideLayouts/slideLayout18.xml"/><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image" Target="../media/image5.png"/></Relationships>
</file>

<file path=ppt/slides/_rels/slide9.xml.rels><?xml version="1.0" encoding="UTF-8" standalone="yes"?>
<Relationships xmlns="http://schemas.openxmlformats.org/package/2006/relationships"><Relationship Id="rId8" Type="http://schemas.openxmlformats.org/officeDocument/2006/relationships/notesSlide" Target="../notesSlides/notesSlide9.xml"/><Relationship Id="rId7" Type="http://schemas.openxmlformats.org/officeDocument/2006/relationships/slideLayout" Target="../slideLayouts/slideLayout19.xml"/><Relationship Id="rId6" Type="http://schemas.openxmlformats.org/officeDocument/2006/relationships/image" Target="../media/image2.png"/><Relationship Id="rId5" Type="http://schemas.openxmlformats.org/officeDocument/2006/relationships/image" Target="../media/image5.png"/><Relationship Id="rId4" Type="http://schemas.openxmlformats.org/officeDocument/2006/relationships/image" Target="../media/image9.png"/><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0.xml"/><Relationship Id="rId2" Type="http://schemas.openxmlformats.org/officeDocument/2006/relationships/image" Target="../media/image1.png"/><Relationship Id="rId1" Type="http://schemas.openxmlformats.org/officeDocument/2006/relationships/image" Target="../media/image10.jpe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54" name="Shape 154"/>
        <p:cNvGrpSpPr/>
        <p:nvPr/>
      </p:nvGrpSpPr>
      <p:grpSpPr>
        <a:xfrm>
          <a:off x="0" y="0"/>
          <a:ext cx="0" cy="0"/>
          <a:chOff x="0" y="0"/>
          <a:chExt cx="0" cy="0"/>
        </a:xfrm>
      </p:grpSpPr>
      <p:sp>
        <p:nvSpPr>
          <p:cNvPr id="155" name="Google Shape;155;p21" descr="presentation_title"/>
          <p:cNvSpPr txBox="1"/>
          <p:nvPr>
            <p:ph type="ctrTitle"/>
          </p:nvPr>
        </p:nvSpPr>
        <p:spPr>
          <a:xfrm>
            <a:off x="1100550" y="1563750"/>
            <a:ext cx="5715000" cy="2016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GB" sz="4200"/>
              <a:t>Understanding Language Acquisition</a:t>
            </a:r>
            <a:endParaRPr sz="4200"/>
          </a:p>
        </p:txBody>
      </p:sp>
      <p:pic>
        <p:nvPicPr>
          <p:cNvPr id="7" name="Picture 6" descr="pixelcut-export (1)"/>
          <p:cNvPicPr>
            <a:picLocks noChangeAspect="1"/>
          </p:cNvPicPr>
          <p:nvPr/>
        </p:nvPicPr>
        <p:blipFill>
          <a:blip r:embed="rId1"/>
          <a:srcRect t="22967" b="48563"/>
          <a:stretch>
            <a:fillRect/>
          </a:stretch>
        </p:blipFill>
        <p:spPr>
          <a:xfrm>
            <a:off x="4837430" y="36195"/>
            <a:ext cx="4306570" cy="122682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19" name="Shape 119"/>
        <p:cNvGrpSpPr/>
        <p:nvPr/>
      </p:nvGrpSpPr>
      <p:grpSpPr>
        <a:xfrm>
          <a:off x="0" y="0"/>
          <a:ext cx="0" cy="0"/>
          <a:chOff x="0" y="0"/>
          <a:chExt cx="0" cy="0"/>
        </a:xfrm>
      </p:grpSpPr>
      <p:pic>
        <p:nvPicPr>
          <p:cNvPr id="120" name="Google Shape;120;p21" descr="logo"/>
          <p:cNvPicPr preferRelativeResize="0"/>
          <p:nvPr/>
        </p:nvPicPr>
        <p:blipFill>
          <a:blip r:embed="rId1"/>
          <a:stretch>
            <a:fillRect/>
          </a:stretch>
        </p:blipFill>
        <p:spPr>
          <a:xfrm>
            <a:off x="488050" y="4799275"/>
            <a:ext cx="1371600" cy="146304"/>
          </a:xfrm>
          <a:prstGeom prst="rect">
            <a:avLst/>
          </a:prstGeom>
          <a:noFill/>
          <a:ln>
            <a:noFill/>
          </a:ln>
        </p:spPr>
      </p:pic>
      <p:sp>
        <p:nvSpPr>
          <p:cNvPr id="121" name="Google Shape;121;p21"/>
          <p:cNvSpPr/>
          <p:nvPr/>
        </p:nvSpPr>
        <p:spPr>
          <a:xfrm>
            <a:off x="4567750" y="0"/>
            <a:ext cx="4576500" cy="51435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Hanken Grotesk"/>
              <a:ea typeface="Hanken Grotesk"/>
              <a:cs typeface="Hanken Grotesk"/>
              <a:sym typeface="Hanken Grotesk"/>
            </a:endParaRPr>
          </a:p>
        </p:txBody>
      </p:sp>
      <p:sp>
        <p:nvSpPr>
          <p:cNvPr id="122" name="Google Shape;122;p21" descr="detail_0"/>
          <p:cNvSpPr txBox="1"/>
          <p:nvPr/>
        </p:nvSpPr>
        <p:spPr>
          <a:xfrm>
            <a:off x="4923175" y="347475"/>
            <a:ext cx="3808800" cy="4453200"/>
          </a:xfrm>
          <a:prstGeom prst="rect">
            <a:avLst/>
          </a:prstGeom>
          <a:noFill/>
          <a:ln>
            <a:noFill/>
          </a:ln>
        </p:spPr>
        <p:txBody>
          <a:bodyPr spcFirstLastPara="1" wrap="square" lIns="91425" tIns="91425" rIns="91425" bIns="91425" anchor="ctr" anchorCtr="0">
            <a:noAutofit/>
          </a:bodyPr>
          <a:lstStyle/>
          <a:p>
            <a:pPr marL="0" indent="0" algn="just" defTabSz="266700">
              <a:spcAft>
                <a:spcPct val="0"/>
              </a:spcAft>
            </a:pPr>
            <a:r>
              <a:rPr sz="1200" b="1">
                <a:solidFill>
                  <a:schemeClr val="tx1"/>
                </a:solidFill>
                <a:latin typeface="Heiti SC Medium" panose="02000000000000000000" charset="-122"/>
                <a:ea typeface="Heiti SC Medium" panose="02000000000000000000" charset="-122"/>
                <a:sym typeface="+mn-ea"/>
              </a:rPr>
              <a:t>MySkill - Empowering womanhood,  is program with a vision to give a platform to all the women for diversifying their existing skills to meet today's challenges. MySkill aims at building actual competencies to achieve their highest desired level of independence and inclusion in their communities.</a:t>
            </a:r>
            <a:endParaRPr sz="1200" b="1" i="0">
              <a:solidFill>
                <a:schemeClr val="tx1"/>
              </a:solidFill>
              <a:latin typeface="Heiti SC Medium" panose="02000000000000000000" charset="-122"/>
              <a:ea typeface="Heiti SC Medium" panose="02000000000000000000" charset="-122"/>
            </a:endParaRPr>
          </a:p>
          <a:p>
            <a:pPr marL="0" indent="0" algn="just" defTabSz="266700">
              <a:spcAft>
                <a:spcPct val="0"/>
              </a:spcAft>
            </a:pPr>
            <a:r>
              <a:rPr sz="1200" b="1">
                <a:solidFill>
                  <a:schemeClr val="tx1"/>
                </a:solidFill>
                <a:latin typeface="Heiti SC Medium" panose="02000000000000000000" charset="-122"/>
                <a:ea typeface="Heiti SC Medium" panose="02000000000000000000" charset="-122"/>
                <a:sym typeface="+mn-ea"/>
              </a:rPr>
              <a:t> </a:t>
            </a:r>
            <a:endParaRPr sz="1200" b="1" i="0">
              <a:solidFill>
                <a:schemeClr val="tx1"/>
              </a:solidFill>
              <a:latin typeface="Heiti SC Medium" panose="02000000000000000000" charset="-122"/>
              <a:ea typeface="Heiti SC Medium" panose="02000000000000000000" charset="-122"/>
            </a:endParaRPr>
          </a:p>
          <a:p>
            <a:pPr marL="0" indent="0" algn="just" defTabSz="266700">
              <a:spcAft>
                <a:spcPct val="0"/>
              </a:spcAft>
            </a:pPr>
            <a:r>
              <a:rPr sz="1200" b="1">
                <a:solidFill>
                  <a:schemeClr val="tx1"/>
                </a:solidFill>
                <a:latin typeface="Heiti SC Medium" panose="02000000000000000000" charset="-122"/>
                <a:ea typeface="Heiti SC Medium" panose="02000000000000000000" charset="-122"/>
                <a:sym typeface="+mn-ea"/>
              </a:rPr>
              <a:t>MySkill has partnered with institutes who have a proven track record of training and empowering women through various educational and experiential learning in the past. </a:t>
            </a:r>
            <a:endParaRPr sz="1200" b="1" i="0">
              <a:solidFill>
                <a:schemeClr val="tx1"/>
              </a:solidFill>
              <a:latin typeface="Heiti SC Medium" panose="02000000000000000000" charset="-122"/>
              <a:ea typeface="Heiti SC Medium" panose="02000000000000000000" charset="-122"/>
            </a:endParaRPr>
          </a:p>
          <a:p>
            <a:pPr marL="0" indent="0" defTabSz="266700">
              <a:spcAft>
                <a:spcPct val="0"/>
              </a:spcAft>
            </a:pPr>
            <a:endParaRPr sz="1200" b="1" i="0">
              <a:solidFill>
                <a:schemeClr val="tx1"/>
              </a:solidFill>
              <a:latin typeface="Calibri"/>
              <a:ea typeface="Arial" panose="020B0604020202090204"/>
            </a:endParaRPr>
          </a:p>
          <a:p>
            <a:pPr marL="0" indent="0" algn="just" defTabSz="266700">
              <a:spcAft>
                <a:spcPct val="0"/>
              </a:spcAft>
            </a:pPr>
            <a:r>
              <a:rPr sz="1200" b="1">
                <a:solidFill>
                  <a:schemeClr val="tx1"/>
                </a:solidFill>
                <a:latin typeface="Heiti SC Medium" panose="02000000000000000000" charset="-122"/>
                <a:ea typeface="Heiti SC Medium" panose="02000000000000000000" charset="-122"/>
                <a:sym typeface="+mn-ea"/>
              </a:rPr>
              <a:t>MySkill offers a platform for all aspiring women who want to have a greater expansion in professional and personal growth which in turn  contribute to structural transformation and economic growth by enhancing employability.</a:t>
            </a:r>
            <a:endParaRPr sz="1200" b="1" i="0">
              <a:solidFill>
                <a:schemeClr val="tx1"/>
              </a:solidFill>
              <a:latin typeface="Heiti SC Medium" panose="02000000000000000000" charset="-122"/>
              <a:ea typeface="Heiti SC Medium" panose="02000000000000000000" charset="-122"/>
            </a:endParaRPr>
          </a:p>
          <a:p>
            <a:pPr marL="0" indent="0" defTabSz="266700">
              <a:spcAft>
                <a:spcPct val="0"/>
              </a:spcAft>
            </a:pPr>
            <a:r>
              <a:rPr sz="1200" b="1">
                <a:solidFill>
                  <a:schemeClr val="tx1"/>
                </a:solidFill>
                <a:latin typeface="Calibri"/>
                <a:sym typeface="+mn-ea"/>
              </a:rPr>
              <a:t> </a:t>
            </a:r>
            <a:endParaRPr sz="1200" b="1" i="0">
              <a:solidFill>
                <a:schemeClr val="tx1"/>
              </a:solidFill>
              <a:latin typeface="Calibri"/>
              <a:ea typeface="Arial" panose="020B0604020202090204"/>
            </a:endParaRPr>
          </a:p>
          <a:p>
            <a:pPr marL="0" lvl="0" indent="0" algn="l" rtl="0">
              <a:lnSpc>
                <a:spcPct val="150000"/>
              </a:lnSpc>
              <a:spcBef>
                <a:spcPts val="0"/>
              </a:spcBef>
              <a:spcAft>
                <a:spcPts val="0"/>
              </a:spcAft>
              <a:buNone/>
            </a:pPr>
            <a:endParaRPr sz="1200" b="1" i="0">
              <a:solidFill>
                <a:schemeClr val="tx1"/>
              </a:solidFill>
              <a:latin typeface="Calibri"/>
              <a:ea typeface="Arial" panose="020B0604020202090204"/>
              <a:cs typeface="Hanken Grotesk"/>
              <a:sym typeface="Hanken Grotesk"/>
            </a:endParaRPr>
          </a:p>
        </p:txBody>
      </p:sp>
      <p:pic>
        <p:nvPicPr>
          <p:cNvPr id="7" name="Picture 6" descr="pixelcut-export (1)"/>
          <p:cNvPicPr>
            <a:picLocks noChangeAspect="1"/>
          </p:cNvPicPr>
          <p:nvPr/>
        </p:nvPicPr>
        <p:blipFill>
          <a:blip r:embed="rId2"/>
          <a:srcRect t="22967" b="48563"/>
          <a:stretch>
            <a:fillRect/>
          </a:stretch>
        </p:blipFill>
        <p:spPr>
          <a:xfrm>
            <a:off x="0" y="4364990"/>
            <a:ext cx="2733040" cy="778510"/>
          </a:xfrm>
          <a:prstGeom prst="rect">
            <a:avLst/>
          </a:prstGeom>
        </p:spPr>
      </p:pic>
      <p:pic>
        <p:nvPicPr>
          <p:cNvPr id="2" name="Picture 1" descr="empowering"/>
          <p:cNvPicPr>
            <a:picLocks noChangeAspect="1"/>
          </p:cNvPicPr>
          <p:nvPr/>
        </p:nvPicPr>
        <p:blipFill>
          <a:blip r:embed="rId3"/>
          <a:srcRect t="4666" b="4531"/>
          <a:stretch>
            <a:fillRect/>
          </a:stretch>
        </p:blipFill>
        <p:spPr>
          <a:xfrm>
            <a:off x="224155" y="532765"/>
            <a:ext cx="3892550" cy="3534410"/>
          </a:xfrm>
          <a:prstGeom prst="rect">
            <a:avLst/>
          </a:prstGeom>
        </p:spPr>
      </p:pic>
      <p:sp>
        <p:nvSpPr>
          <p:cNvPr id="4" name="Text Box 3"/>
          <p:cNvSpPr txBox="1"/>
          <p:nvPr/>
        </p:nvSpPr>
        <p:spPr>
          <a:xfrm>
            <a:off x="4923155" y="97790"/>
            <a:ext cx="5490210" cy="460375"/>
          </a:xfrm>
          <a:prstGeom prst="rect">
            <a:avLst/>
          </a:prstGeom>
          <a:noFill/>
        </p:spPr>
        <p:txBody>
          <a:bodyPr wrap="square" rtlCol="0">
            <a:spAutoFit/>
          </a:bodyPr>
          <a:p>
            <a:r>
              <a:rPr lang="en-US" sz="2400" b="1">
                <a:solidFill>
                  <a:schemeClr val="tx1"/>
                </a:solidFill>
                <a:latin typeface="Heiti SC Medium" panose="02000000000000000000" charset="-122"/>
                <a:ea typeface="Heiti SC Medium" panose="02000000000000000000" charset="-122"/>
              </a:rPr>
              <a:t>Empowering Mankind</a:t>
            </a:r>
            <a:endParaRPr lang="en-US" sz="2400" b="1">
              <a:solidFill>
                <a:schemeClr val="tx1"/>
              </a:solidFill>
              <a:latin typeface="Heiti SC Medium" panose="02000000000000000000" charset="-122"/>
              <a:ea typeface="Heiti SC Medium" panose="02000000000000000000"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60" name="Shape 160"/>
        <p:cNvGrpSpPr/>
        <p:nvPr/>
      </p:nvGrpSpPr>
      <p:grpSpPr>
        <a:xfrm>
          <a:off x="0" y="0"/>
          <a:ext cx="0" cy="0"/>
          <a:chOff x="0" y="0"/>
          <a:chExt cx="0" cy="0"/>
        </a:xfrm>
      </p:grpSpPr>
      <p:sp>
        <p:nvSpPr>
          <p:cNvPr id="161" name="Google Shape;161;p22" descr="agenda_0"/>
          <p:cNvSpPr txBox="1"/>
          <p:nvPr>
            <p:ph type="body" idx="1"/>
          </p:nvPr>
        </p:nvSpPr>
        <p:spPr>
          <a:xfrm>
            <a:off x="414300" y="1017725"/>
            <a:ext cx="4069200" cy="3551400"/>
          </a:xfrm>
          <a:prstGeom prst="rect">
            <a:avLst/>
          </a:prstGeom>
        </p:spPr>
        <p:txBody>
          <a:bodyPr spcFirstLastPara="1" wrap="square" lIns="91425" tIns="91425" rIns="91425" bIns="91425" anchor="t" anchorCtr="0">
            <a:noAutofit/>
          </a:bodyPr>
          <a:lstStyle/>
          <a:p>
            <a:pPr marL="285750" lvl="0" indent="-254000" algn="l" rtl="0">
              <a:lnSpc>
                <a:spcPct val="100000"/>
              </a:lnSpc>
              <a:spcBef>
                <a:spcPts val="0"/>
              </a:spcBef>
              <a:spcAft>
                <a:spcPts val="0"/>
              </a:spcAft>
              <a:buClr>
                <a:schemeClr val="accent1"/>
              </a:buClr>
              <a:buSzPts val="1300"/>
              <a:buFont typeface="Hanken Grotesk"/>
              <a:buChar char="•"/>
            </a:pPr>
            <a:r>
              <a:rPr lang="en-GB" sz="1600" b="1">
                <a:ln/>
                <a:solidFill>
                  <a:schemeClr val="tx1"/>
                </a:solidFill>
                <a:effectLst>
                  <a:outerShdw blurRad="38100" dist="19050" dir="2700000" algn="tl" rotWithShape="0">
                    <a:schemeClr val="dk1">
                      <a:alpha val="40000"/>
                      <a:alpha val="40000"/>
                    </a:schemeClr>
                  </a:outerShdw>
                </a:effectLst>
              </a:rPr>
              <a:t>Developmental Stages of Language Acquisition</a:t>
            </a:r>
            <a:endParaRPr lang="en-GB" sz="1600" b="1">
              <a:ln/>
              <a:solidFill>
                <a:schemeClr val="tx1"/>
              </a:solidFill>
              <a:effectLst>
                <a:outerShdw blurRad="38100" dist="19050" dir="2700000" algn="tl" rotWithShape="0">
                  <a:schemeClr val="dk1">
                    <a:alpha val="40000"/>
                    <a:alpha val="40000"/>
                  </a:schemeClr>
                </a:outerShdw>
              </a:effectLst>
            </a:endParaRPr>
          </a:p>
          <a:p>
            <a:pPr marL="285750" lvl="0" indent="-254000" algn="l" rtl="0">
              <a:lnSpc>
                <a:spcPct val="100000"/>
              </a:lnSpc>
              <a:spcBef>
                <a:spcPts val="800"/>
              </a:spcBef>
              <a:spcAft>
                <a:spcPts val="0"/>
              </a:spcAft>
              <a:buClr>
                <a:schemeClr val="accent1"/>
              </a:buClr>
              <a:buSzPts val="1300"/>
              <a:buFont typeface="Hanken Grotesk"/>
              <a:buChar char="•"/>
            </a:pPr>
            <a:r>
              <a:rPr lang="en-GB" sz="1600" b="1">
                <a:ln/>
                <a:solidFill>
                  <a:schemeClr val="tx1"/>
                </a:solidFill>
                <a:effectLst>
                  <a:outerShdw blurRad="38100" dist="19050" dir="2700000" algn="tl" rotWithShape="0">
                    <a:schemeClr val="dk1">
                      <a:alpha val="40000"/>
                      <a:alpha val="40000"/>
                    </a:schemeClr>
                  </a:outerShdw>
                </a:effectLst>
              </a:rPr>
              <a:t>Foundational Concepts in Language Learning</a:t>
            </a:r>
            <a:endParaRPr lang="en-GB" sz="1600" b="1">
              <a:ln/>
              <a:solidFill>
                <a:schemeClr val="tx1"/>
              </a:solidFill>
              <a:effectLst>
                <a:outerShdw blurRad="38100" dist="19050" dir="2700000" algn="tl" rotWithShape="0">
                  <a:schemeClr val="dk1">
                    <a:alpha val="40000"/>
                    <a:alpha val="40000"/>
                  </a:schemeClr>
                </a:outerShdw>
              </a:effectLst>
            </a:endParaRPr>
          </a:p>
          <a:p>
            <a:pPr marL="285750" lvl="0" indent="-254000" algn="l" rtl="0">
              <a:lnSpc>
                <a:spcPct val="100000"/>
              </a:lnSpc>
              <a:spcBef>
                <a:spcPts val="800"/>
              </a:spcBef>
              <a:spcAft>
                <a:spcPts val="0"/>
              </a:spcAft>
              <a:buClr>
                <a:schemeClr val="accent1"/>
              </a:buClr>
              <a:buSzPts val="1300"/>
              <a:buFont typeface="Hanken Grotesk"/>
              <a:buChar char="•"/>
            </a:pPr>
            <a:r>
              <a:rPr lang="en-GB" sz="1600" b="1">
                <a:ln/>
                <a:solidFill>
                  <a:schemeClr val="tx1"/>
                </a:solidFill>
                <a:effectLst>
                  <a:outerShdw blurRad="38100" dist="19050" dir="2700000" algn="tl" rotWithShape="0">
                    <a:schemeClr val="dk1">
                      <a:alpha val="40000"/>
                      <a:alpha val="40000"/>
                    </a:schemeClr>
                  </a:outerShdw>
                </a:effectLst>
              </a:rPr>
              <a:t>Learning Styles in Language Acquisition</a:t>
            </a:r>
            <a:endParaRPr lang="en-GB" sz="1600" b="1">
              <a:ln/>
              <a:solidFill>
                <a:schemeClr val="tx1"/>
              </a:solidFill>
              <a:effectLst>
                <a:outerShdw blurRad="38100" dist="19050" dir="2700000" algn="tl" rotWithShape="0">
                  <a:schemeClr val="dk1">
                    <a:alpha val="40000"/>
                    <a:alpha val="40000"/>
                  </a:schemeClr>
                </a:outerShdw>
              </a:effectLst>
            </a:endParaRPr>
          </a:p>
          <a:p>
            <a:pPr marL="285750" lvl="0" indent="-254000" algn="l" rtl="0">
              <a:lnSpc>
                <a:spcPct val="100000"/>
              </a:lnSpc>
              <a:spcBef>
                <a:spcPts val="800"/>
              </a:spcBef>
              <a:spcAft>
                <a:spcPts val="0"/>
              </a:spcAft>
              <a:buClr>
                <a:schemeClr val="accent1"/>
              </a:buClr>
              <a:buSzPts val="1300"/>
              <a:buFont typeface="Hanken Grotesk"/>
              <a:buChar char="•"/>
            </a:pPr>
            <a:r>
              <a:rPr lang="en-GB" sz="1600" b="1">
                <a:ln/>
                <a:solidFill>
                  <a:schemeClr val="tx1"/>
                </a:solidFill>
                <a:effectLst>
                  <a:outerShdw blurRad="38100" dist="19050" dir="2700000" algn="tl" rotWithShape="0">
                    <a:schemeClr val="dk1">
                      <a:alpha val="40000"/>
                      <a:alpha val="40000"/>
                    </a:schemeClr>
                  </a:outerShdw>
                </a:effectLst>
              </a:rPr>
              <a:t>Supporting Language Development</a:t>
            </a:r>
            <a:endParaRPr lang="en-GB" sz="1600" b="1">
              <a:ln/>
              <a:solidFill>
                <a:schemeClr val="tx1"/>
              </a:solidFill>
              <a:effectLst>
                <a:outerShdw blurRad="38100" dist="19050" dir="2700000" algn="tl" rotWithShape="0">
                  <a:schemeClr val="dk1">
                    <a:alpha val="40000"/>
                    <a:alpha val="40000"/>
                  </a:schemeClr>
                </a:outerShdw>
              </a:effectLst>
            </a:endParaRPr>
          </a:p>
          <a:p>
            <a:pPr marL="285750" lvl="0" indent="-254000" algn="l" rtl="0">
              <a:lnSpc>
                <a:spcPct val="100000"/>
              </a:lnSpc>
              <a:spcBef>
                <a:spcPts val="800"/>
              </a:spcBef>
              <a:spcAft>
                <a:spcPts val="0"/>
              </a:spcAft>
              <a:buClr>
                <a:schemeClr val="accent1"/>
              </a:buClr>
              <a:buSzPts val="1300"/>
              <a:buFont typeface="Hanken Grotesk"/>
              <a:buChar char="•"/>
            </a:pPr>
            <a:r>
              <a:rPr lang="en-GB" sz="1600" b="1">
                <a:ln/>
                <a:solidFill>
                  <a:schemeClr val="tx1"/>
                </a:solidFill>
                <a:effectLst>
                  <a:outerShdw blurRad="38100" dist="19050" dir="2700000" algn="tl" rotWithShape="0">
                    <a:schemeClr val="dk1">
                      <a:alpha val="40000"/>
                      <a:alpha val="40000"/>
                    </a:schemeClr>
                  </a:outerShdw>
                </a:effectLst>
              </a:rPr>
              <a:t>Conclusion on Language Acquisition</a:t>
            </a:r>
            <a:endParaRPr lang="en-GB" sz="1600" b="1">
              <a:ln/>
              <a:solidFill>
                <a:schemeClr val="tx1"/>
              </a:solidFill>
              <a:effectLst>
                <a:outerShdw blurRad="38100" dist="19050" dir="2700000" algn="tl" rotWithShape="0">
                  <a:schemeClr val="dk1">
                    <a:alpha val="40000"/>
                    <a:alpha val="40000"/>
                  </a:schemeClr>
                </a:outerShdw>
              </a:effectLst>
            </a:endParaRPr>
          </a:p>
          <a:p>
            <a:pPr marL="285750" lvl="0" indent="-254000" algn="l" rtl="0">
              <a:lnSpc>
                <a:spcPct val="100000"/>
              </a:lnSpc>
              <a:spcBef>
                <a:spcPts val="800"/>
              </a:spcBef>
              <a:spcAft>
                <a:spcPts val="800"/>
              </a:spcAft>
              <a:buClr>
                <a:schemeClr val="accent1"/>
              </a:buClr>
              <a:buSzPts val="1300"/>
              <a:buFont typeface="Hanken Grotesk"/>
              <a:buChar char="•"/>
            </a:pPr>
            <a:r>
              <a:rPr lang="en-GB" sz="1600" b="1">
                <a:ln/>
                <a:solidFill>
                  <a:schemeClr val="tx1"/>
                </a:solidFill>
                <a:effectLst>
                  <a:outerShdw blurRad="38100" dist="19050" dir="2700000" algn="tl" rotWithShape="0">
                    <a:schemeClr val="dk1">
                      <a:alpha val="40000"/>
                      <a:alpha val="40000"/>
                    </a:schemeClr>
                  </a:outerShdw>
                </a:effectLst>
              </a:rPr>
              <a:t>Engaging Activities for Language Learning</a:t>
            </a:r>
            <a:endParaRPr lang="en-GB" sz="1600" b="1">
              <a:ln/>
              <a:solidFill>
                <a:schemeClr val="tx1"/>
              </a:solidFill>
              <a:effectLst>
                <a:outerShdw blurRad="38100" dist="19050" dir="2700000" algn="tl" rotWithShape="0">
                  <a:schemeClr val="dk1">
                    <a:alpha val="40000"/>
                    <a:alpha val="40000"/>
                  </a:schemeClr>
                </a:outerShdw>
              </a:effectLst>
            </a:endParaRPr>
          </a:p>
        </p:txBody>
      </p:sp>
      <p:sp>
        <p:nvSpPr>
          <p:cNvPr id="162" name="Google Shape;162;p22" descr="title_static"/>
          <p:cNvSpPr txBox="1"/>
          <p:nvPr>
            <p:ph type="title"/>
          </p:nvPr>
        </p:nvSpPr>
        <p:spPr>
          <a:xfrm>
            <a:off x="414300" y="342900"/>
            <a:ext cx="8315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SzPts val="990"/>
              <a:buNone/>
            </a:pPr>
            <a:r>
              <a:rPr lang="en-GB" sz="2220"/>
              <a:t>Agenda</a:t>
            </a:r>
            <a:endParaRPr sz="2220"/>
          </a:p>
        </p:txBody>
      </p:sp>
      <p:pic>
        <p:nvPicPr>
          <p:cNvPr id="163" name="Google Shape;163;p22" descr="logo"/>
          <p:cNvPicPr preferRelativeResize="0"/>
          <p:nvPr/>
        </p:nvPicPr>
        <p:blipFill>
          <a:blip r:embed="rId1"/>
          <a:stretch>
            <a:fillRect/>
          </a:stretch>
        </p:blipFill>
        <p:spPr>
          <a:xfrm>
            <a:off x="488050" y="4799275"/>
            <a:ext cx="1371600" cy="146304"/>
          </a:xfrm>
          <a:prstGeom prst="rect">
            <a:avLst/>
          </a:prstGeom>
          <a:noFill/>
          <a:ln>
            <a:noFill/>
          </a:ln>
        </p:spPr>
      </p:pic>
      <p:pic>
        <p:nvPicPr>
          <p:cNvPr id="1" name="Picture 0" descr="lang"/>
          <p:cNvPicPr>
            <a:picLocks noChangeAspect="1"/>
          </p:cNvPicPr>
          <p:nvPr/>
        </p:nvPicPr>
        <p:blipFill>
          <a:blip r:embed="rId2"/>
          <a:stretch>
            <a:fillRect/>
          </a:stretch>
        </p:blipFill>
        <p:spPr>
          <a:xfrm>
            <a:off x="5051425" y="784225"/>
            <a:ext cx="3768090" cy="3016885"/>
          </a:xfrm>
          <a:prstGeom prst="rect">
            <a:avLst/>
          </a:prstGeom>
        </p:spPr>
      </p:pic>
      <p:pic>
        <p:nvPicPr>
          <p:cNvPr id="7" name="Picture 6" descr="pixelcut-export (1)"/>
          <p:cNvPicPr>
            <a:picLocks noChangeAspect="1"/>
          </p:cNvPicPr>
          <p:nvPr/>
        </p:nvPicPr>
        <p:blipFill>
          <a:blip r:embed="rId3"/>
          <a:srcRect t="22967" b="48563"/>
          <a:stretch>
            <a:fillRect/>
          </a:stretch>
        </p:blipFill>
        <p:spPr>
          <a:xfrm>
            <a:off x="0" y="4364990"/>
            <a:ext cx="2733040" cy="77851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67" name="Shape 167"/>
        <p:cNvGrpSpPr/>
        <p:nvPr/>
      </p:nvGrpSpPr>
      <p:grpSpPr>
        <a:xfrm>
          <a:off x="0" y="0"/>
          <a:ext cx="0" cy="0"/>
          <a:chOff x="0" y="0"/>
          <a:chExt cx="0" cy="0"/>
        </a:xfrm>
      </p:grpSpPr>
      <p:sp>
        <p:nvSpPr>
          <p:cNvPr id="168" name="Google Shape;168;p23" descr="title"/>
          <p:cNvSpPr txBox="1"/>
          <p:nvPr/>
        </p:nvSpPr>
        <p:spPr>
          <a:xfrm>
            <a:off x="411950" y="347475"/>
            <a:ext cx="8320200" cy="572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GB" sz="2200" b="1">
                <a:solidFill>
                  <a:schemeClr val="dk1"/>
                </a:solidFill>
                <a:latin typeface="Hanken Grotesk"/>
                <a:ea typeface="Hanken Grotesk"/>
                <a:cs typeface="Hanken Grotesk"/>
                <a:sym typeface="Hanken Grotesk"/>
              </a:rPr>
              <a:t>Developmental Stages of Language Acquisition</a:t>
            </a:r>
            <a:endParaRPr sz="2200" b="1">
              <a:solidFill>
                <a:schemeClr val="dk1"/>
              </a:solidFill>
              <a:latin typeface="Hanken Grotesk"/>
              <a:ea typeface="Hanken Grotesk"/>
              <a:cs typeface="Hanken Grotesk"/>
              <a:sym typeface="Hanken Grotesk"/>
            </a:endParaRPr>
          </a:p>
        </p:txBody>
      </p:sp>
      <p:sp>
        <p:nvSpPr>
          <p:cNvPr id="169" name="Google Shape;169;p23" descr="detail_0"/>
          <p:cNvSpPr txBox="1"/>
          <p:nvPr>
            <p:ph type="body" idx="1"/>
          </p:nvPr>
        </p:nvSpPr>
        <p:spPr>
          <a:xfrm>
            <a:off x="412025" y="1669750"/>
            <a:ext cx="4002300" cy="1139700"/>
          </a:xfrm>
          <a:prstGeom prst="rect">
            <a:avLst/>
          </a:prstGeom>
        </p:spPr>
        <p:txBody>
          <a:bodyPr spcFirstLastPara="1" wrap="square" lIns="91425" tIns="91425" rIns="91425" bIns="91425" anchor="t" anchorCtr="0">
            <a:noAutofit/>
          </a:bodyPr>
          <a:lstStyle/>
          <a:p>
            <a:pPr marL="0" lvl="0" indent="0" algn="l" rtl="0">
              <a:lnSpc>
                <a:spcPct val="150000"/>
              </a:lnSpc>
              <a:spcBef>
                <a:spcPts val="0"/>
              </a:spcBef>
              <a:spcAft>
                <a:spcPts val="1000"/>
              </a:spcAft>
              <a:buNone/>
            </a:pPr>
            <a:r>
              <a:rPr lang="en-GB" sz="1000">
                <a:solidFill>
                  <a:schemeClr val="bg2"/>
                </a:solidFill>
              </a:rPr>
              <a:t>Babies engage in cooing and babbling. They begin to recognize sounds and rhythms of their native language. Encourage rich verbal interactions, reading aloud, and singing to infants.</a:t>
            </a:r>
            <a:endParaRPr lang="en-GB" sz="1000">
              <a:solidFill>
                <a:schemeClr val="bg2"/>
              </a:solidFill>
            </a:endParaRPr>
          </a:p>
        </p:txBody>
      </p:sp>
      <p:sp>
        <p:nvSpPr>
          <p:cNvPr id="170" name="Google Shape;170;p23" descr="detail_1"/>
          <p:cNvSpPr txBox="1"/>
          <p:nvPr>
            <p:ph type="body" idx="3"/>
          </p:nvPr>
        </p:nvSpPr>
        <p:spPr>
          <a:xfrm>
            <a:off x="4729854" y="1669750"/>
            <a:ext cx="4002300" cy="1139700"/>
          </a:xfrm>
          <a:prstGeom prst="rect">
            <a:avLst/>
          </a:prstGeom>
        </p:spPr>
        <p:txBody>
          <a:bodyPr spcFirstLastPara="1" wrap="square" lIns="91425" tIns="91425" rIns="91425" bIns="91425" anchor="t" anchorCtr="0">
            <a:noAutofit/>
          </a:bodyPr>
          <a:lstStyle/>
          <a:p>
            <a:pPr marL="0" lvl="0" indent="0" algn="l" rtl="0">
              <a:lnSpc>
                <a:spcPct val="150000"/>
              </a:lnSpc>
              <a:spcBef>
                <a:spcPts val="0"/>
              </a:spcBef>
              <a:spcAft>
                <a:spcPts val="1000"/>
              </a:spcAft>
              <a:buNone/>
            </a:pPr>
            <a:r>
              <a:rPr lang="en-GB" sz="1000">
                <a:solidFill>
                  <a:schemeClr val="bg2"/>
                </a:solidFill>
              </a:rPr>
              <a:t>Children use single words (e.g., 'milk,' 'up') to convey meanings. They start to understand basic vocabulary. Use visuals and gestures to support comprehension; reinforce new vocabulary through repetition.</a:t>
            </a:r>
            <a:endParaRPr lang="en-GB" sz="1000">
              <a:solidFill>
                <a:schemeClr val="bg2"/>
              </a:solidFill>
            </a:endParaRPr>
          </a:p>
        </p:txBody>
      </p:sp>
      <p:sp>
        <p:nvSpPr>
          <p:cNvPr id="171" name="Google Shape;171;p23" descr="detail_2"/>
          <p:cNvSpPr txBox="1"/>
          <p:nvPr>
            <p:ph type="body" idx="5"/>
          </p:nvPr>
        </p:nvSpPr>
        <p:spPr>
          <a:xfrm>
            <a:off x="411950" y="3241425"/>
            <a:ext cx="4002300" cy="1139700"/>
          </a:xfrm>
          <a:prstGeom prst="rect">
            <a:avLst/>
          </a:prstGeom>
        </p:spPr>
        <p:txBody>
          <a:bodyPr spcFirstLastPara="1" wrap="square" lIns="91425" tIns="91425" rIns="91425" bIns="91425" anchor="t" anchorCtr="0">
            <a:noAutofit/>
          </a:bodyPr>
          <a:lstStyle/>
          <a:p>
            <a:pPr marL="0" lvl="0" indent="0" algn="l" rtl="0">
              <a:lnSpc>
                <a:spcPct val="150000"/>
              </a:lnSpc>
              <a:spcBef>
                <a:spcPts val="0"/>
              </a:spcBef>
              <a:spcAft>
                <a:spcPts val="1000"/>
              </a:spcAft>
              <a:buNone/>
            </a:pPr>
            <a:r>
              <a:rPr lang="en-GB" sz="1000">
                <a:solidFill>
                  <a:schemeClr val="bg2"/>
                </a:solidFill>
              </a:rPr>
              <a:t>Children begin combining two words (e.g., 'more juice,' 'mommy go') to form simple sentences. Encourage simple sentence construction; model language use in context.</a:t>
            </a:r>
            <a:endParaRPr lang="en-GB" sz="1000">
              <a:solidFill>
                <a:schemeClr val="bg2"/>
              </a:solidFill>
              <a:latin typeface="Hanken Grotesk"/>
              <a:ea typeface="Hanken Grotesk"/>
              <a:cs typeface="Hanken Grotesk"/>
              <a:sym typeface="Hanken Grotesk"/>
            </a:endParaRPr>
          </a:p>
        </p:txBody>
      </p:sp>
      <p:sp>
        <p:nvSpPr>
          <p:cNvPr id="172" name="Google Shape;172;p23" descr="header_0"/>
          <p:cNvSpPr txBox="1"/>
          <p:nvPr>
            <p:ph type="subTitle" idx="2"/>
          </p:nvPr>
        </p:nvSpPr>
        <p:spPr>
          <a:xfrm>
            <a:off x="412013" y="1329275"/>
            <a:ext cx="4002300" cy="340500"/>
          </a:xfrm>
          <a:prstGeom prst="rect">
            <a:avLst/>
          </a:prstGeom>
        </p:spPr>
        <p:txBody>
          <a:bodyPr spcFirstLastPara="1" wrap="square" lIns="91425" tIns="91425" rIns="91425" bIns="91425" anchor="t" anchorCtr="0">
            <a:noAutofit/>
          </a:bodyPr>
          <a:lstStyle/>
          <a:p>
            <a:pPr marL="0" lvl="0" indent="0" algn="l" rtl="0">
              <a:lnSpc>
                <a:spcPct val="100000"/>
              </a:lnSpc>
              <a:spcBef>
                <a:spcPts val="0"/>
              </a:spcBef>
              <a:spcAft>
                <a:spcPts val="1000"/>
              </a:spcAft>
              <a:buNone/>
            </a:pPr>
            <a:r>
              <a:rPr lang="en-GB" sz="1200"/>
              <a:t>Prelinguistic Stage (0 - 12 months)</a:t>
            </a:r>
            <a:endParaRPr sz="1200"/>
          </a:p>
        </p:txBody>
      </p:sp>
      <p:sp>
        <p:nvSpPr>
          <p:cNvPr id="173" name="Google Shape;173;p23" descr="header_1"/>
          <p:cNvSpPr txBox="1"/>
          <p:nvPr>
            <p:ph type="subTitle" idx="4"/>
          </p:nvPr>
        </p:nvSpPr>
        <p:spPr>
          <a:xfrm>
            <a:off x="4729844" y="1329275"/>
            <a:ext cx="4002300" cy="340500"/>
          </a:xfrm>
          <a:prstGeom prst="rect">
            <a:avLst/>
          </a:prstGeom>
        </p:spPr>
        <p:txBody>
          <a:bodyPr spcFirstLastPara="1" wrap="square" lIns="91425" tIns="91425" rIns="91425" bIns="91425" anchor="t" anchorCtr="0">
            <a:noAutofit/>
          </a:bodyPr>
          <a:lstStyle/>
          <a:p>
            <a:pPr marL="0" lvl="0" indent="0" algn="l" rtl="0">
              <a:lnSpc>
                <a:spcPct val="100000"/>
              </a:lnSpc>
              <a:spcBef>
                <a:spcPts val="0"/>
              </a:spcBef>
              <a:spcAft>
                <a:spcPts val="1000"/>
              </a:spcAft>
              <a:buClr>
                <a:schemeClr val="dk1"/>
              </a:buClr>
              <a:buSzPts val="1100"/>
              <a:buFont typeface="Arial" panose="020B0604020202090204"/>
              <a:buNone/>
            </a:pPr>
            <a:r>
              <a:rPr lang="en-GB" sz="1200"/>
              <a:t>One-word Stage (12 - 18 months)</a:t>
            </a:r>
            <a:endParaRPr sz="1200"/>
          </a:p>
        </p:txBody>
      </p:sp>
      <p:sp>
        <p:nvSpPr>
          <p:cNvPr id="174" name="Google Shape;174;p23" descr="header_2"/>
          <p:cNvSpPr txBox="1"/>
          <p:nvPr>
            <p:ph type="subTitle" idx="6"/>
          </p:nvPr>
        </p:nvSpPr>
        <p:spPr>
          <a:xfrm>
            <a:off x="411950" y="2900952"/>
            <a:ext cx="4002300" cy="340500"/>
          </a:xfrm>
          <a:prstGeom prst="rect">
            <a:avLst/>
          </a:prstGeom>
        </p:spPr>
        <p:txBody>
          <a:bodyPr spcFirstLastPara="1" wrap="square" lIns="91425" tIns="91425" rIns="91425" bIns="91425" anchor="t" anchorCtr="0">
            <a:noAutofit/>
          </a:bodyPr>
          <a:lstStyle/>
          <a:p>
            <a:pPr marL="0" lvl="0" indent="0" algn="l" rtl="0">
              <a:lnSpc>
                <a:spcPct val="100000"/>
              </a:lnSpc>
              <a:spcBef>
                <a:spcPts val="0"/>
              </a:spcBef>
              <a:spcAft>
                <a:spcPts val="1000"/>
              </a:spcAft>
              <a:buNone/>
            </a:pPr>
            <a:r>
              <a:rPr lang="en-GB" sz="1200"/>
              <a:t>Two-word Stage (18 - 24 months)</a:t>
            </a:r>
            <a:endParaRPr sz="1200"/>
          </a:p>
        </p:txBody>
      </p:sp>
      <p:sp>
        <p:nvSpPr>
          <p:cNvPr id="175" name="Google Shape;175;p23" descr="detail_3"/>
          <p:cNvSpPr txBox="1"/>
          <p:nvPr>
            <p:ph type="body" idx="7"/>
          </p:nvPr>
        </p:nvSpPr>
        <p:spPr>
          <a:xfrm>
            <a:off x="4729779" y="3241425"/>
            <a:ext cx="4002300" cy="1139700"/>
          </a:xfrm>
          <a:prstGeom prst="rect">
            <a:avLst/>
          </a:prstGeom>
        </p:spPr>
        <p:txBody>
          <a:bodyPr spcFirstLastPara="1" wrap="square" lIns="91425" tIns="91425" rIns="91425" bIns="91425" anchor="t" anchorCtr="0">
            <a:noAutofit/>
          </a:bodyPr>
          <a:lstStyle/>
          <a:p>
            <a:pPr marL="0" marR="0" lvl="0" indent="0" algn="l" rtl="0">
              <a:lnSpc>
                <a:spcPct val="150000"/>
              </a:lnSpc>
              <a:spcBef>
                <a:spcPts val="0"/>
              </a:spcBef>
              <a:spcAft>
                <a:spcPts val="1000"/>
              </a:spcAft>
              <a:buNone/>
            </a:pPr>
            <a:r>
              <a:rPr lang="en-GB" sz="1000">
                <a:solidFill>
                  <a:schemeClr val="bg2"/>
                </a:solidFill>
              </a:rPr>
              <a:t>Vocabulary expands, and children start using three or more words to form sentences. They begin to grasp basic grammar. Introduce simple stories and interactive activities that promote longer responses.</a:t>
            </a:r>
            <a:endParaRPr lang="en-GB" sz="1000">
              <a:solidFill>
                <a:schemeClr val="bg2"/>
              </a:solidFill>
              <a:latin typeface="Hanken Grotesk"/>
              <a:ea typeface="Hanken Grotesk"/>
              <a:cs typeface="Hanken Grotesk"/>
              <a:sym typeface="Hanken Grotesk"/>
            </a:endParaRPr>
          </a:p>
        </p:txBody>
      </p:sp>
      <p:sp>
        <p:nvSpPr>
          <p:cNvPr id="176" name="Google Shape;176;p23" descr="header_3"/>
          <p:cNvSpPr txBox="1"/>
          <p:nvPr>
            <p:ph type="subTitle" idx="8"/>
          </p:nvPr>
        </p:nvSpPr>
        <p:spPr>
          <a:xfrm>
            <a:off x="4729781" y="2900952"/>
            <a:ext cx="4002300" cy="340500"/>
          </a:xfrm>
          <a:prstGeom prst="rect">
            <a:avLst/>
          </a:prstGeom>
        </p:spPr>
        <p:txBody>
          <a:bodyPr spcFirstLastPara="1" wrap="square" lIns="91425" tIns="91425" rIns="91425" bIns="91425" anchor="t" anchorCtr="0">
            <a:noAutofit/>
          </a:bodyPr>
          <a:lstStyle/>
          <a:p>
            <a:pPr marL="0" lvl="0" indent="0" algn="l" rtl="0">
              <a:spcBef>
                <a:spcPts val="0"/>
              </a:spcBef>
              <a:spcAft>
                <a:spcPts val="1000"/>
              </a:spcAft>
              <a:buNone/>
            </a:pPr>
            <a:r>
              <a:rPr lang="en-GB" sz="1200"/>
              <a:t>Early Multiword Stage (2 - 3 years)</a:t>
            </a:r>
            <a:endParaRPr sz="1200"/>
          </a:p>
        </p:txBody>
      </p:sp>
      <p:grpSp>
        <p:nvGrpSpPr>
          <p:cNvPr id="177" name="Google Shape;177;p23"/>
          <p:cNvGrpSpPr/>
          <p:nvPr/>
        </p:nvGrpSpPr>
        <p:grpSpPr>
          <a:xfrm>
            <a:off x="6952825" y="132250"/>
            <a:ext cx="2057400" cy="1033200"/>
            <a:chOff x="6922975" y="1548525"/>
            <a:chExt cx="2057400" cy="1033200"/>
          </a:xfrm>
        </p:grpSpPr>
        <p:grpSp>
          <p:nvGrpSpPr>
            <p:cNvPr id="178" name="Google Shape;178;p23"/>
            <p:cNvGrpSpPr/>
            <p:nvPr/>
          </p:nvGrpSpPr>
          <p:grpSpPr>
            <a:xfrm>
              <a:off x="6922975" y="1548525"/>
              <a:ext cx="2057400" cy="1033200"/>
              <a:chOff x="6172200" y="152400"/>
              <a:chExt cx="2057400" cy="1033200"/>
            </a:xfrm>
          </p:grpSpPr>
          <p:sp>
            <p:nvSpPr>
              <p:cNvPr id="179" name="Google Shape;179;p23"/>
              <p:cNvSpPr/>
              <p:nvPr/>
            </p:nvSpPr>
            <p:spPr>
              <a:xfrm>
                <a:off x="6172200" y="152400"/>
                <a:ext cx="2057400" cy="1033200"/>
              </a:xfrm>
              <a:prstGeom prst="roundRect">
                <a:avLst>
                  <a:gd name="adj" fmla="val 8292"/>
                </a:avLst>
              </a:prstGeom>
              <a:solidFill>
                <a:srgbClr val="FFD90F"/>
              </a:solidFill>
              <a:ln w="9525" cap="flat" cmpd="sng">
                <a:solidFill>
                  <a:srgbClr val="000000"/>
                </a:solidFill>
                <a:prstDash val="solid"/>
                <a:round/>
                <a:headEnd type="none" w="sm" len="sm"/>
                <a:tailEnd type="none" w="sm" len="sm"/>
              </a:ln>
              <a:effectLst>
                <a:outerShdw blurRad="14288" dist="57150" dir="2760000" algn="bl" rotWithShape="0">
                  <a:srgbClr val="000000">
                    <a:alpha val="19000"/>
                  </a:srgbClr>
                </a:outerShdw>
              </a:effectLst>
            </p:spPr>
            <p:txBody>
              <a:bodyPr spcFirstLastPara="1" wrap="square" lIns="0" tIns="457200" rIns="91425" bIns="91425" anchor="t" anchorCtr="0">
                <a:noAutofit/>
              </a:bodyPr>
              <a:lstStyle/>
              <a:p>
                <a:pPr marL="0" lvl="0" indent="0" algn="l" rtl="0">
                  <a:spcBef>
                    <a:spcPts val="0"/>
                  </a:spcBef>
                  <a:spcAft>
                    <a:spcPts val="0"/>
                  </a:spcAft>
                  <a:buClr>
                    <a:srgbClr val="000000"/>
                  </a:buClr>
                  <a:buSzPts val="1100"/>
                  <a:buFont typeface="Arial" panose="020B0604020202090204"/>
                  <a:buNone/>
                </a:pPr>
                <a:endParaRPr sz="900">
                  <a:latin typeface="Inter" panose="02000503000000020004"/>
                  <a:ea typeface="Inter" panose="02000503000000020004"/>
                  <a:cs typeface="Inter" panose="02000503000000020004"/>
                  <a:sym typeface="Inter" panose="02000503000000020004"/>
                </a:endParaRPr>
              </a:p>
            </p:txBody>
          </p:sp>
          <p:sp>
            <p:nvSpPr>
              <p:cNvPr id="180" name="Google Shape;180;p23"/>
              <p:cNvSpPr txBox="1"/>
              <p:nvPr/>
            </p:nvSpPr>
            <p:spPr>
              <a:xfrm>
                <a:off x="6467625" y="224325"/>
                <a:ext cx="1571400" cy="228600"/>
              </a:xfrm>
              <a:prstGeom prst="rect">
                <a:avLst/>
              </a:prstGeom>
              <a:noFill/>
              <a:ln>
                <a:noFill/>
              </a:ln>
            </p:spPr>
            <p:txBody>
              <a:bodyPr spcFirstLastPara="1" wrap="square" lIns="0" tIns="0" rIns="91425" bIns="0" anchor="ctr" anchorCtr="0">
                <a:noAutofit/>
              </a:bodyPr>
              <a:lstStyle/>
              <a:p>
                <a:pPr marL="0" lvl="0" indent="0" algn="l" rtl="0">
                  <a:spcBef>
                    <a:spcPts val="0"/>
                  </a:spcBef>
                  <a:spcAft>
                    <a:spcPts val="0"/>
                  </a:spcAft>
                  <a:buNone/>
                </a:pPr>
                <a:r>
                  <a:rPr lang="en-GB" sz="900" b="1">
                    <a:latin typeface="Inter" panose="02000503000000020004"/>
                    <a:ea typeface="Inter" panose="02000503000000020004"/>
                    <a:cs typeface="Inter" panose="02000503000000020004"/>
                    <a:sym typeface="Inter" panose="02000503000000020004"/>
                  </a:rPr>
                  <a:t>Plus tip:</a:t>
                </a:r>
                <a:endParaRPr sz="900" b="1">
                  <a:latin typeface="Inter" panose="02000503000000020004"/>
                  <a:ea typeface="Inter" panose="02000503000000020004"/>
                  <a:cs typeface="Inter" panose="02000503000000020004"/>
                  <a:sym typeface="Inter" panose="02000503000000020004"/>
                </a:endParaRPr>
              </a:p>
            </p:txBody>
          </p:sp>
        </p:grpSp>
        <p:sp>
          <p:nvSpPr>
            <p:cNvPr id="181" name="Google Shape;181;p23" descr="plus_tip"/>
            <p:cNvSpPr txBox="1"/>
            <p:nvPr/>
          </p:nvSpPr>
          <p:spPr>
            <a:xfrm>
              <a:off x="6922975" y="1784025"/>
              <a:ext cx="2057400" cy="79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800">
                  <a:latin typeface="Inter" panose="02000503000000020004"/>
                  <a:ea typeface="Inter" panose="02000503000000020004"/>
                  <a:cs typeface="Inter" panose="02000503000000020004"/>
                  <a:sym typeface="Inter" panose="02000503000000020004"/>
                </a:rPr>
                <a:t>Consider adding examples of activities that align with each developmental stage to further illustrate teaching implications.</a:t>
              </a:r>
              <a:endParaRPr sz="800">
                <a:latin typeface="Inter" panose="02000503000000020004"/>
                <a:ea typeface="Inter" panose="02000503000000020004"/>
                <a:cs typeface="Inter" panose="02000503000000020004"/>
                <a:sym typeface="Inter" panose="02000503000000020004"/>
              </a:endParaRPr>
            </a:p>
          </p:txBody>
        </p:sp>
        <p:pic>
          <p:nvPicPr>
            <p:cNvPr id="182" name="Google Shape;182;p23"/>
            <p:cNvPicPr preferRelativeResize="0"/>
            <p:nvPr/>
          </p:nvPicPr>
          <p:blipFill>
            <a:blip r:embed="rId1"/>
            <a:stretch>
              <a:fillRect/>
            </a:stretch>
          </p:blipFill>
          <p:spPr>
            <a:xfrm>
              <a:off x="7016628" y="1652466"/>
              <a:ext cx="164591" cy="164591"/>
            </a:xfrm>
            <a:prstGeom prst="rect">
              <a:avLst/>
            </a:prstGeom>
            <a:noFill/>
            <a:ln>
              <a:noFill/>
            </a:ln>
          </p:spPr>
        </p:pic>
      </p:grpSp>
      <p:pic>
        <p:nvPicPr>
          <p:cNvPr id="183" name="Google Shape;183;p23" descr="logo"/>
          <p:cNvPicPr preferRelativeResize="0"/>
          <p:nvPr/>
        </p:nvPicPr>
        <p:blipFill>
          <a:blip r:embed="rId2"/>
          <a:stretch>
            <a:fillRect/>
          </a:stretch>
        </p:blipFill>
        <p:spPr>
          <a:xfrm>
            <a:off x="488050" y="4799275"/>
            <a:ext cx="1371600" cy="146304"/>
          </a:xfrm>
          <a:prstGeom prst="rect">
            <a:avLst/>
          </a:prstGeom>
          <a:noFill/>
          <a:ln>
            <a:noFill/>
          </a:ln>
        </p:spPr>
      </p:pic>
      <p:pic>
        <p:nvPicPr>
          <p:cNvPr id="7" name="Picture 6" descr="pixelcut-export (1)"/>
          <p:cNvPicPr>
            <a:picLocks noChangeAspect="1"/>
          </p:cNvPicPr>
          <p:nvPr/>
        </p:nvPicPr>
        <p:blipFill>
          <a:blip r:embed="rId3"/>
          <a:srcRect t="22967" b="48563"/>
          <a:stretch>
            <a:fillRect/>
          </a:stretch>
        </p:blipFill>
        <p:spPr>
          <a:xfrm>
            <a:off x="0" y="4364990"/>
            <a:ext cx="2733040" cy="77851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87" name="Shape 187"/>
        <p:cNvGrpSpPr/>
        <p:nvPr/>
      </p:nvGrpSpPr>
      <p:grpSpPr>
        <a:xfrm>
          <a:off x="0" y="0"/>
          <a:ext cx="0" cy="0"/>
          <a:chOff x="0" y="0"/>
          <a:chExt cx="0" cy="0"/>
        </a:xfrm>
      </p:grpSpPr>
      <p:sp>
        <p:nvSpPr>
          <p:cNvPr id="188" name="Google Shape;188;p24" descr="title"/>
          <p:cNvSpPr txBox="1"/>
          <p:nvPr>
            <p:ph type="title"/>
          </p:nvPr>
        </p:nvSpPr>
        <p:spPr>
          <a:xfrm>
            <a:off x="411950" y="342900"/>
            <a:ext cx="83202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GB">
                <a:ln/>
                <a:solidFill>
                  <a:schemeClr val="tx1"/>
                </a:solidFill>
                <a:effectLst>
                  <a:outerShdw blurRad="38100" dist="19050" dir="2700000" algn="tl" rotWithShape="0">
                    <a:schemeClr val="dk1">
                      <a:alpha val="40000"/>
                      <a:alpha val="40000"/>
                    </a:schemeClr>
                  </a:outerShdw>
                </a:effectLst>
              </a:rPr>
              <a:t>Foundational Concepts in Language Learning</a:t>
            </a:r>
            <a:endParaRPr lang="en-GB">
              <a:ln/>
              <a:solidFill>
                <a:schemeClr val="tx1"/>
              </a:solidFill>
              <a:effectLst>
                <a:outerShdw blurRad="38100" dist="19050" dir="2700000" algn="tl" rotWithShape="0">
                  <a:schemeClr val="dk1">
                    <a:alpha val="40000"/>
                    <a:alpha val="40000"/>
                  </a:schemeClr>
                </a:outerShdw>
              </a:effectLst>
            </a:endParaRPr>
          </a:p>
        </p:txBody>
      </p:sp>
      <p:sp>
        <p:nvSpPr>
          <p:cNvPr id="189" name="Google Shape;189;p24" descr="header_0"/>
          <p:cNvSpPr txBox="1"/>
          <p:nvPr>
            <p:ph type="subTitle" idx="3"/>
          </p:nvPr>
        </p:nvSpPr>
        <p:spPr>
          <a:xfrm>
            <a:off x="411850" y="1367126"/>
            <a:ext cx="2098200" cy="15261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GB" sz="1200"/>
              <a:t>Language Acquisition</a:t>
            </a:r>
            <a:endParaRPr sz="1200">
              <a:solidFill>
                <a:schemeClr val="dk1"/>
              </a:solidFill>
            </a:endParaRPr>
          </a:p>
        </p:txBody>
      </p:sp>
      <p:sp>
        <p:nvSpPr>
          <p:cNvPr id="190" name="Google Shape;190;p24" descr="detail_0"/>
          <p:cNvSpPr txBox="1"/>
          <p:nvPr>
            <p:ph type="body" idx="1"/>
          </p:nvPr>
        </p:nvSpPr>
        <p:spPr>
          <a:xfrm>
            <a:off x="2510050" y="1367126"/>
            <a:ext cx="6222000" cy="1526100"/>
          </a:xfrm>
          <a:prstGeom prst="rect">
            <a:avLst/>
          </a:prstGeom>
        </p:spPr>
        <p:txBody>
          <a:bodyPr spcFirstLastPara="1" wrap="square" lIns="91425" tIns="91425" rIns="91425" bIns="91425" anchor="t" anchorCtr="0">
            <a:noAutofit/>
          </a:bodyPr>
          <a:lstStyle/>
          <a:p>
            <a:pPr marL="371475" lvl="0" indent="-247650" algn="l" rtl="0">
              <a:lnSpc>
                <a:spcPct val="105000"/>
              </a:lnSpc>
              <a:spcBef>
                <a:spcPts val="0"/>
              </a:spcBef>
              <a:spcAft>
                <a:spcPts val="0"/>
              </a:spcAft>
              <a:buClr>
                <a:schemeClr val="dk1"/>
              </a:buClr>
              <a:buSzPts val="1200"/>
              <a:buChar char="•"/>
            </a:pPr>
            <a:r>
              <a:rPr lang="en-GB" sz="1200">
                <a:solidFill>
                  <a:schemeClr val="bg2"/>
                </a:solidFill>
              </a:rPr>
              <a:t>The natural process of picking up a language, typically occurring in early childhood.</a:t>
            </a:r>
            <a:endParaRPr sz="1200">
              <a:solidFill>
                <a:schemeClr val="bg2"/>
              </a:solidFill>
            </a:endParaRPr>
          </a:p>
          <a:p>
            <a:pPr marL="371475" lvl="0" indent="-247650" algn="l" rtl="0">
              <a:lnSpc>
                <a:spcPct val="105000"/>
              </a:lnSpc>
              <a:spcBef>
                <a:spcPts val="800"/>
              </a:spcBef>
              <a:spcAft>
                <a:spcPts val="0"/>
              </a:spcAft>
              <a:buClr>
                <a:schemeClr val="dk1"/>
              </a:buClr>
              <a:buSzPts val="1200"/>
              <a:buChar char="•"/>
            </a:pPr>
            <a:r>
              <a:rPr lang="en-GB" sz="1200">
                <a:solidFill>
                  <a:schemeClr val="bg2"/>
                </a:solidFill>
              </a:rPr>
              <a:t>Children engage in interactions that facilitate language development without formal instruction.</a:t>
            </a:r>
            <a:endParaRPr sz="1200">
              <a:solidFill>
                <a:schemeClr val="bg2"/>
              </a:solidFill>
            </a:endParaRPr>
          </a:p>
          <a:p>
            <a:pPr marL="371475" lvl="0" indent="-247650" algn="l" rtl="0">
              <a:lnSpc>
                <a:spcPct val="105000"/>
              </a:lnSpc>
              <a:spcBef>
                <a:spcPts val="800"/>
              </a:spcBef>
              <a:spcAft>
                <a:spcPts val="800"/>
              </a:spcAft>
              <a:buClr>
                <a:schemeClr val="dk1"/>
              </a:buClr>
              <a:buSzPts val="1200"/>
              <a:buChar char="•"/>
            </a:pPr>
            <a:r>
              <a:rPr lang="en-GB" sz="1200">
                <a:solidFill>
                  <a:schemeClr val="bg2"/>
                </a:solidFill>
              </a:rPr>
              <a:t>Involves subconscious absorption of language through exposure and communication.</a:t>
            </a:r>
            <a:endParaRPr lang="en-GB" sz="1200">
              <a:solidFill>
                <a:schemeClr val="bg2"/>
              </a:solidFill>
            </a:endParaRPr>
          </a:p>
        </p:txBody>
      </p:sp>
      <p:sp>
        <p:nvSpPr>
          <p:cNvPr id="191" name="Google Shape;191;p24" descr="detail_1"/>
          <p:cNvSpPr txBox="1"/>
          <p:nvPr>
            <p:ph type="body" idx="1"/>
          </p:nvPr>
        </p:nvSpPr>
        <p:spPr>
          <a:xfrm>
            <a:off x="2510050" y="3053235"/>
            <a:ext cx="6222000" cy="1526100"/>
          </a:xfrm>
          <a:prstGeom prst="rect">
            <a:avLst/>
          </a:prstGeom>
        </p:spPr>
        <p:txBody>
          <a:bodyPr spcFirstLastPara="1" wrap="square" lIns="91425" tIns="91425" rIns="91425" bIns="91425" anchor="t" anchorCtr="0">
            <a:noAutofit/>
          </a:bodyPr>
          <a:lstStyle/>
          <a:p>
            <a:pPr marL="371475" lvl="0" indent="-247650" algn="l" rtl="0">
              <a:lnSpc>
                <a:spcPct val="105000"/>
              </a:lnSpc>
              <a:spcBef>
                <a:spcPts val="0"/>
              </a:spcBef>
              <a:spcAft>
                <a:spcPts val="0"/>
              </a:spcAft>
              <a:buClr>
                <a:schemeClr val="dk1"/>
              </a:buClr>
              <a:buSzPts val="1200"/>
              <a:buChar char="•"/>
            </a:pPr>
            <a:r>
              <a:rPr lang="en-GB" sz="1200">
                <a:solidFill>
                  <a:schemeClr val="bg2"/>
                </a:solidFill>
              </a:rPr>
              <a:t>The formal process of studying a language, often involving grammar rules and vocabulary memorization.</a:t>
            </a:r>
            <a:endParaRPr sz="1200">
              <a:solidFill>
                <a:schemeClr val="bg2"/>
              </a:solidFill>
            </a:endParaRPr>
          </a:p>
          <a:p>
            <a:pPr marL="371475" lvl="0" indent="-247650" algn="l" rtl="0">
              <a:lnSpc>
                <a:spcPct val="105000"/>
              </a:lnSpc>
              <a:spcBef>
                <a:spcPts val="800"/>
              </a:spcBef>
              <a:spcAft>
                <a:spcPts val="0"/>
              </a:spcAft>
              <a:buClr>
                <a:schemeClr val="dk1"/>
              </a:buClr>
              <a:buSzPts val="1200"/>
              <a:buChar char="•"/>
            </a:pPr>
            <a:r>
              <a:rPr lang="en-GB" sz="1200">
                <a:solidFill>
                  <a:schemeClr val="bg2"/>
                </a:solidFill>
              </a:rPr>
              <a:t>Typically occurs in educational settings where structured lessons are provided.</a:t>
            </a:r>
            <a:endParaRPr sz="1200">
              <a:solidFill>
                <a:schemeClr val="bg2"/>
              </a:solidFill>
            </a:endParaRPr>
          </a:p>
          <a:p>
            <a:pPr marL="371475" lvl="0" indent="-247650" algn="l" rtl="0">
              <a:lnSpc>
                <a:spcPct val="105000"/>
              </a:lnSpc>
              <a:spcBef>
                <a:spcPts val="800"/>
              </a:spcBef>
              <a:spcAft>
                <a:spcPts val="800"/>
              </a:spcAft>
              <a:buClr>
                <a:schemeClr val="dk1"/>
              </a:buClr>
              <a:buSzPts val="1200"/>
              <a:buChar char="•"/>
            </a:pPr>
            <a:r>
              <a:rPr lang="en-GB" sz="1200">
                <a:solidFill>
                  <a:schemeClr val="bg2"/>
                </a:solidFill>
              </a:rPr>
              <a:t>Focuses on conscious understanding and application of language rules.</a:t>
            </a:r>
            <a:endParaRPr lang="en-GB" sz="1200">
              <a:solidFill>
                <a:schemeClr val="bg2"/>
              </a:solidFill>
            </a:endParaRPr>
          </a:p>
        </p:txBody>
      </p:sp>
      <p:sp>
        <p:nvSpPr>
          <p:cNvPr id="192" name="Google Shape;192;p24" descr="header_1"/>
          <p:cNvSpPr txBox="1"/>
          <p:nvPr>
            <p:ph type="subTitle" idx="3"/>
          </p:nvPr>
        </p:nvSpPr>
        <p:spPr>
          <a:xfrm>
            <a:off x="411850" y="3053235"/>
            <a:ext cx="2098200" cy="15261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GB" sz="1200"/>
              <a:t>Language Learning</a:t>
            </a:r>
            <a:endParaRPr sz="1200">
              <a:solidFill>
                <a:schemeClr val="dk1"/>
              </a:solidFill>
            </a:endParaRPr>
          </a:p>
        </p:txBody>
      </p:sp>
      <p:pic>
        <p:nvPicPr>
          <p:cNvPr id="193" name="Google Shape;193;p24" descr="logo"/>
          <p:cNvPicPr preferRelativeResize="0"/>
          <p:nvPr/>
        </p:nvPicPr>
        <p:blipFill>
          <a:blip r:embed="rId1"/>
          <a:stretch>
            <a:fillRect/>
          </a:stretch>
        </p:blipFill>
        <p:spPr>
          <a:xfrm>
            <a:off x="488050" y="4799275"/>
            <a:ext cx="1371600" cy="146304"/>
          </a:xfrm>
          <a:prstGeom prst="rect">
            <a:avLst/>
          </a:prstGeom>
          <a:noFill/>
          <a:ln>
            <a:noFill/>
          </a:ln>
        </p:spPr>
      </p:pic>
      <p:pic>
        <p:nvPicPr>
          <p:cNvPr id="7" name="Picture 6" descr="pixelcut-export (1)"/>
          <p:cNvPicPr>
            <a:picLocks noChangeAspect="1"/>
          </p:cNvPicPr>
          <p:nvPr/>
        </p:nvPicPr>
        <p:blipFill>
          <a:blip r:embed="rId2"/>
          <a:srcRect t="22967" b="48563"/>
          <a:stretch>
            <a:fillRect/>
          </a:stretch>
        </p:blipFill>
        <p:spPr>
          <a:xfrm>
            <a:off x="0" y="4364990"/>
            <a:ext cx="2733040" cy="77851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97" name="Shape 197"/>
        <p:cNvGrpSpPr/>
        <p:nvPr/>
      </p:nvGrpSpPr>
      <p:grpSpPr>
        <a:xfrm>
          <a:off x="0" y="0"/>
          <a:ext cx="0" cy="0"/>
          <a:chOff x="0" y="0"/>
          <a:chExt cx="0" cy="0"/>
        </a:xfrm>
      </p:grpSpPr>
      <p:sp>
        <p:nvSpPr>
          <p:cNvPr id="198" name="Google Shape;198;p25" descr="title"/>
          <p:cNvSpPr txBox="1"/>
          <p:nvPr/>
        </p:nvSpPr>
        <p:spPr>
          <a:xfrm>
            <a:off x="411950" y="347475"/>
            <a:ext cx="8320200" cy="572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GB" sz="2200" b="1">
                <a:solidFill>
                  <a:schemeClr val="dk1"/>
                </a:solidFill>
                <a:latin typeface="Hanken Grotesk"/>
                <a:ea typeface="Hanken Grotesk"/>
                <a:cs typeface="Hanken Grotesk"/>
                <a:sym typeface="Hanken Grotesk"/>
              </a:rPr>
              <a:t>Learning Styles in Language Acquisition</a:t>
            </a:r>
            <a:endParaRPr sz="2200" b="1">
              <a:solidFill>
                <a:schemeClr val="dk1"/>
              </a:solidFill>
              <a:latin typeface="Hanken Grotesk"/>
              <a:ea typeface="Hanken Grotesk"/>
              <a:cs typeface="Hanken Grotesk"/>
              <a:sym typeface="Hanken Grotesk"/>
            </a:endParaRPr>
          </a:p>
        </p:txBody>
      </p:sp>
      <p:sp>
        <p:nvSpPr>
          <p:cNvPr id="199" name="Google Shape;199;p25" descr="header_0"/>
          <p:cNvSpPr txBox="1"/>
          <p:nvPr>
            <p:ph type="subTitle" idx="6"/>
          </p:nvPr>
        </p:nvSpPr>
        <p:spPr>
          <a:xfrm>
            <a:off x="411950" y="1228619"/>
            <a:ext cx="1266600" cy="1032000"/>
          </a:xfrm>
          <a:prstGeom prst="rect">
            <a:avLst/>
          </a:prstGeom>
        </p:spPr>
        <p:txBody>
          <a:bodyPr spcFirstLastPara="1" wrap="square" lIns="91425" tIns="91425" rIns="91425" bIns="91425" anchor="t" anchorCtr="0">
            <a:noAutofit/>
          </a:bodyPr>
          <a:lstStyle/>
          <a:p>
            <a:pPr marL="0" lvl="0" indent="0" algn="l" rtl="0">
              <a:lnSpc>
                <a:spcPct val="100000"/>
              </a:lnSpc>
              <a:spcBef>
                <a:spcPts val="0"/>
              </a:spcBef>
              <a:spcAft>
                <a:spcPts val="1000"/>
              </a:spcAft>
              <a:buNone/>
            </a:pPr>
            <a:r>
              <a:rPr lang="en-GB" sz="1000"/>
              <a:t>Visual Learners</a:t>
            </a:r>
            <a:endParaRPr sz="1000"/>
          </a:p>
        </p:txBody>
      </p:sp>
      <p:sp>
        <p:nvSpPr>
          <p:cNvPr id="200" name="Google Shape;200;p25" descr="header_1"/>
          <p:cNvSpPr txBox="1"/>
          <p:nvPr>
            <p:ph type="subTitle" idx="7"/>
          </p:nvPr>
        </p:nvSpPr>
        <p:spPr>
          <a:xfrm>
            <a:off x="411950" y="2326042"/>
            <a:ext cx="1266600" cy="1031100"/>
          </a:xfrm>
          <a:prstGeom prst="rect">
            <a:avLst/>
          </a:prstGeom>
        </p:spPr>
        <p:txBody>
          <a:bodyPr spcFirstLastPara="1" wrap="square" lIns="91425" tIns="91425" rIns="91425" bIns="91425" anchor="t" anchorCtr="0">
            <a:noAutofit/>
          </a:bodyPr>
          <a:lstStyle/>
          <a:p>
            <a:pPr marL="0" lvl="0" indent="0" algn="l" rtl="0">
              <a:lnSpc>
                <a:spcPct val="100000"/>
              </a:lnSpc>
              <a:spcBef>
                <a:spcPts val="0"/>
              </a:spcBef>
              <a:spcAft>
                <a:spcPts val="1000"/>
              </a:spcAft>
              <a:buNone/>
            </a:pPr>
            <a:r>
              <a:rPr lang="en-GB" sz="1000"/>
              <a:t>Auditory Learners</a:t>
            </a:r>
            <a:endParaRPr sz="1000"/>
          </a:p>
        </p:txBody>
      </p:sp>
      <p:sp>
        <p:nvSpPr>
          <p:cNvPr id="201" name="Google Shape;201;p25" descr="header_2"/>
          <p:cNvSpPr txBox="1"/>
          <p:nvPr>
            <p:ph type="subTitle" idx="8"/>
          </p:nvPr>
        </p:nvSpPr>
        <p:spPr>
          <a:xfrm>
            <a:off x="411950" y="3420443"/>
            <a:ext cx="1266600" cy="1029000"/>
          </a:xfrm>
          <a:prstGeom prst="rect">
            <a:avLst/>
          </a:prstGeom>
        </p:spPr>
        <p:txBody>
          <a:bodyPr spcFirstLastPara="1" wrap="square" lIns="91425" tIns="91425" rIns="91425" bIns="91425" anchor="t" anchorCtr="0">
            <a:noAutofit/>
          </a:bodyPr>
          <a:lstStyle/>
          <a:p>
            <a:pPr marL="0" lvl="0" indent="0" algn="l" rtl="0">
              <a:lnSpc>
                <a:spcPct val="100000"/>
              </a:lnSpc>
              <a:spcBef>
                <a:spcPts val="0"/>
              </a:spcBef>
              <a:spcAft>
                <a:spcPts val="1000"/>
              </a:spcAft>
              <a:buNone/>
            </a:pPr>
            <a:r>
              <a:rPr lang="en-GB" sz="1000"/>
              <a:t>Kinesthetic Learners</a:t>
            </a:r>
            <a:endParaRPr sz="1000"/>
          </a:p>
        </p:txBody>
      </p:sp>
      <p:sp>
        <p:nvSpPr>
          <p:cNvPr id="202" name="Google Shape;202;p25" descr="header_3"/>
          <p:cNvSpPr txBox="1"/>
          <p:nvPr>
            <p:ph type="subTitle" idx="1"/>
          </p:nvPr>
        </p:nvSpPr>
        <p:spPr>
          <a:xfrm>
            <a:off x="4647825" y="1228619"/>
            <a:ext cx="1266600" cy="1032000"/>
          </a:xfrm>
          <a:prstGeom prst="rect">
            <a:avLst/>
          </a:prstGeom>
        </p:spPr>
        <p:txBody>
          <a:bodyPr spcFirstLastPara="1" wrap="square" lIns="91425" tIns="91425" rIns="91425" bIns="91425" anchor="t" anchorCtr="0">
            <a:noAutofit/>
          </a:bodyPr>
          <a:lstStyle/>
          <a:p>
            <a:pPr marL="0" lvl="0" indent="0" algn="l" rtl="0">
              <a:spcBef>
                <a:spcPts val="0"/>
              </a:spcBef>
              <a:spcAft>
                <a:spcPts val="1000"/>
              </a:spcAft>
              <a:buNone/>
            </a:pPr>
            <a:r>
              <a:rPr lang="en-GB" sz="1000"/>
              <a:t>Interpersonal Learners</a:t>
            </a:r>
            <a:endParaRPr sz="1000"/>
          </a:p>
        </p:txBody>
      </p:sp>
      <p:sp>
        <p:nvSpPr>
          <p:cNvPr id="203" name="Google Shape;203;p25" descr="header_4"/>
          <p:cNvSpPr txBox="1"/>
          <p:nvPr>
            <p:ph type="subTitle" idx="2"/>
          </p:nvPr>
        </p:nvSpPr>
        <p:spPr>
          <a:xfrm>
            <a:off x="4647825" y="2326042"/>
            <a:ext cx="1266600" cy="1031100"/>
          </a:xfrm>
          <a:prstGeom prst="rect">
            <a:avLst/>
          </a:prstGeom>
        </p:spPr>
        <p:txBody>
          <a:bodyPr spcFirstLastPara="1" wrap="square" lIns="91425" tIns="91425" rIns="91425" bIns="91425" anchor="t" anchorCtr="0">
            <a:noAutofit/>
          </a:bodyPr>
          <a:lstStyle/>
          <a:p>
            <a:pPr marL="0" lvl="0" indent="0" algn="l" rtl="0">
              <a:spcBef>
                <a:spcPts val="0"/>
              </a:spcBef>
              <a:spcAft>
                <a:spcPts val="1000"/>
              </a:spcAft>
              <a:buNone/>
            </a:pPr>
            <a:r>
              <a:rPr lang="en-GB" sz="1000"/>
              <a:t>Intrapersonal Learners</a:t>
            </a:r>
            <a:endParaRPr sz="1000"/>
          </a:p>
        </p:txBody>
      </p:sp>
      <p:sp>
        <p:nvSpPr>
          <p:cNvPr id="204" name="Google Shape;204;p25" descr="header_5"/>
          <p:cNvSpPr txBox="1"/>
          <p:nvPr>
            <p:ph type="subTitle" idx="3"/>
          </p:nvPr>
        </p:nvSpPr>
        <p:spPr>
          <a:xfrm>
            <a:off x="4647825" y="3420417"/>
            <a:ext cx="1266600" cy="1027200"/>
          </a:xfrm>
          <a:prstGeom prst="rect">
            <a:avLst/>
          </a:prstGeom>
        </p:spPr>
        <p:txBody>
          <a:bodyPr spcFirstLastPara="1" wrap="square" lIns="91425" tIns="91425" rIns="91425" bIns="91425" anchor="t" anchorCtr="0">
            <a:noAutofit/>
          </a:bodyPr>
          <a:lstStyle/>
          <a:p>
            <a:pPr marL="0" lvl="0" indent="0" algn="l" rtl="0">
              <a:spcBef>
                <a:spcPts val="0"/>
              </a:spcBef>
              <a:spcAft>
                <a:spcPts val="1000"/>
              </a:spcAft>
              <a:buNone/>
            </a:pPr>
            <a:r>
              <a:rPr lang="en-GB" sz="1000"/>
              <a:t>Customizing Instruction</a:t>
            </a:r>
            <a:endParaRPr sz="1000"/>
          </a:p>
        </p:txBody>
      </p:sp>
      <p:grpSp>
        <p:nvGrpSpPr>
          <p:cNvPr id="205" name="Google Shape;205;p25"/>
          <p:cNvGrpSpPr/>
          <p:nvPr/>
        </p:nvGrpSpPr>
        <p:grpSpPr>
          <a:xfrm>
            <a:off x="6952825" y="132250"/>
            <a:ext cx="2057400" cy="1033200"/>
            <a:chOff x="6922975" y="1548525"/>
            <a:chExt cx="2057400" cy="1033200"/>
          </a:xfrm>
        </p:grpSpPr>
        <p:grpSp>
          <p:nvGrpSpPr>
            <p:cNvPr id="206" name="Google Shape;206;p25"/>
            <p:cNvGrpSpPr/>
            <p:nvPr/>
          </p:nvGrpSpPr>
          <p:grpSpPr>
            <a:xfrm>
              <a:off x="6922975" y="1548525"/>
              <a:ext cx="2057400" cy="1033200"/>
              <a:chOff x="6172200" y="152400"/>
              <a:chExt cx="2057400" cy="1033200"/>
            </a:xfrm>
          </p:grpSpPr>
          <p:sp>
            <p:nvSpPr>
              <p:cNvPr id="207" name="Google Shape;207;p25"/>
              <p:cNvSpPr/>
              <p:nvPr/>
            </p:nvSpPr>
            <p:spPr>
              <a:xfrm>
                <a:off x="6172200" y="152400"/>
                <a:ext cx="2057400" cy="1033200"/>
              </a:xfrm>
              <a:prstGeom prst="roundRect">
                <a:avLst>
                  <a:gd name="adj" fmla="val 8292"/>
                </a:avLst>
              </a:prstGeom>
              <a:solidFill>
                <a:srgbClr val="FFD90F"/>
              </a:solidFill>
              <a:ln w="9525" cap="flat" cmpd="sng">
                <a:solidFill>
                  <a:srgbClr val="000000"/>
                </a:solidFill>
                <a:prstDash val="solid"/>
                <a:round/>
                <a:headEnd type="none" w="sm" len="sm"/>
                <a:tailEnd type="none" w="sm" len="sm"/>
              </a:ln>
              <a:effectLst>
                <a:outerShdw blurRad="14288" dist="57150" dir="2760000" algn="bl" rotWithShape="0">
                  <a:srgbClr val="000000">
                    <a:alpha val="19000"/>
                  </a:srgbClr>
                </a:outerShdw>
              </a:effectLst>
            </p:spPr>
            <p:txBody>
              <a:bodyPr spcFirstLastPara="1" wrap="square" lIns="0" tIns="457200" rIns="91425" bIns="91425" anchor="t" anchorCtr="0">
                <a:noAutofit/>
              </a:bodyPr>
              <a:lstStyle/>
              <a:p>
                <a:pPr marL="0" lvl="0" indent="0" algn="l" rtl="0">
                  <a:spcBef>
                    <a:spcPts val="0"/>
                  </a:spcBef>
                  <a:spcAft>
                    <a:spcPts val="0"/>
                  </a:spcAft>
                  <a:buClr>
                    <a:srgbClr val="000000"/>
                  </a:buClr>
                  <a:buSzPts val="1100"/>
                  <a:buFont typeface="Arial" panose="020B0604020202090204"/>
                  <a:buNone/>
                </a:pPr>
                <a:endParaRPr sz="900">
                  <a:latin typeface="Inter" panose="02000503000000020004"/>
                  <a:ea typeface="Inter" panose="02000503000000020004"/>
                  <a:cs typeface="Inter" panose="02000503000000020004"/>
                  <a:sym typeface="Inter" panose="02000503000000020004"/>
                </a:endParaRPr>
              </a:p>
            </p:txBody>
          </p:sp>
          <p:sp>
            <p:nvSpPr>
              <p:cNvPr id="208" name="Google Shape;208;p25"/>
              <p:cNvSpPr txBox="1"/>
              <p:nvPr/>
            </p:nvSpPr>
            <p:spPr>
              <a:xfrm>
                <a:off x="6467625" y="224325"/>
                <a:ext cx="1571400" cy="228600"/>
              </a:xfrm>
              <a:prstGeom prst="rect">
                <a:avLst/>
              </a:prstGeom>
              <a:noFill/>
              <a:ln>
                <a:noFill/>
              </a:ln>
            </p:spPr>
            <p:txBody>
              <a:bodyPr spcFirstLastPara="1" wrap="square" lIns="0" tIns="0" rIns="91425" bIns="0" anchor="ctr" anchorCtr="0">
                <a:noAutofit/>
              </a:bodyPr>
              <a:lstStyle/>
              <a:p>
                <a:pPr marL="0" lvl="0" indent="0" algn="l" rtl="0">
                  <a:spcBef>
                    <a:spcPts val="0"/>
                  </a:spcBef>
                  <a:spcAft>
                    <a:spcPts val="0"/>
                  </a:spcAft>
                  <a:buNone/>
                </a:pPr>
                <a:r>
                  <a:rPr lang="en-GB" sz="900" b="1">
                    <a:latin typeface="Inter" panose="02000503000000020004"/>
                    <a:ea typeface="Inter" panose="02000503000000020004"/>
                    <a:cs typeface="Inter" panose="02000503000000020004"/>
                    <a:sym typeface="Inter" panose="02000503000000020004"/>
                  </a:rPr>
                  <a:t>Plus tip:</a:t>
                </a:r>
                <a:endParaRPr sz="900" b="1">
                  <a:latin typeface="Inter" panose="02000503000000020004"/>
                  <a:ea typeface="Inter" panose="02000503000000020004"/>
                  <a:cs typeface="Inter" panose="02000503000000020004"/>
                  <a:sym typeface="Inter" panose="02000503000000020004"/>
                </a:endParaRPr>
              </a:p>
            </p:txBody>
          </p:sp>
        </p:grpSp>
        <p:sp>
          <p:nvSpPr>
            <p:cNvPr id="209" name="Google Shape;209;p25" descr="plus_tip"/>
            <p:cNvSpPr txBox="1"/>
            <p:nvPr/>
          </p:nvSpPr>
          <p:spPr>
            <a:xfrm>
              <a:off x="6922975" y="1784025"/>
              <a:ext cx="2057400" cy="79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800">
                  <a:latin typeface="Inter" panose="02000503000000020004"/>
                  <a:ea typeface="Inter" panose="02000503000000020004"/>
                  <a:cs typeface="Inter" panose="02000503000000020004"/>
                  <a:sym typeface="Inter" panose="02000503000000020004"/>
                </a:rPr>
                <a:t>Consider adding specific examples of activities that align with each learning style to enhance engagement.</a:t>
              </a:r>
              <a:endParaRPr sz="800">
                <a:latin typeface="Inter" panose="02000503000000020004"/>
                <a:ea typeface="Inter" panose="02000503000000020004"/>
                <a:cs typeface="Inter" panose="02000503000000020004"/>
                <a:sym typeface="Inter" panose="02000503000000020004"/>
              </a:endParaRPr>
            </a:p>
          </p:txBody>
        </p:sp>
        <p:pic>
          <p:nvPicPr>
            <p:cNvPr id="210" name="Google Shape;210;p25"/>
            <p:cNvPicPr preferRelativeResize="0"/>
            <p:nvPr/>
          </p:nvPicPr>
          <p:blipFill>
            <a:blip r:embed="rId1"/>
            <a:stretch>
              <a:fillRect/>
            </a:stretch>
          </p:blipFill>
          <p:spPr>
            <a:xfrm>
              <a:off x="7016628" y="1652466"/>
              <a:ext cx="164591" cy="164591"/>
            </a:xfrm>
            <a:prstGeom prst="rect">
              <a:avLst/>
            </a:prstGeom>
            <a:noFill/>
            <a:ln>
              <a:noFill/>
            </a:ln>
          </p:spPr>
        </p:pic>
      </p:grpSp>
      <p:sp>
        <p:nvSpPr>
          <p:cNvPr id="211" name="Google Shape;211;p25" descr="detail_2"/>
          <p:cNvSpPr txBox="1"/>
          <p:nvPr/>
        </p:nvSpPr>
        <p:spPr>
          <a:xfrm>
            <a:off x="1732850" y="3419350"/>
            <a:ext cx="2789100" cy="1027200"/>
          </a:xfrm>
          <a:prstGeom prst="rect">
            <a:avLst/>
          </a:prstGeom>
          <a:noFill/>
          <a:ln>
            <a:noFill/>
          </a:ln>
        </p:spPr>
        <p:txBody>
          <a:bodyPr spcFirstLastPara="1" wrap="square" lIns="91425" tIns="91425" rIns="91425" bIns="91425" anchor="t" anchorCtr="0">
            <a:noAutofit/>
          </a:bodyPr>
          <a:lstStyle/>
          <a:p>
            <a:pPr marL="0" lvl="0" indent="0" algn="l" rtl="0">
              <a:lnSpc>
                <a:spcPct val="130000"/>
              </a:lnSpc>
              <a:spcBef>
                <a:spcPts val="0"/>
              </a:spcBef>
              <a:spcAft>
                <a:spcPts val="1000"/>
              </a:spcAft>
              <a:buNone/>
            </a:pPr>
            <a:r>
              <a:rPr lang="en-GB" sz="900">
                <a:solidFill>
                  <a:srgbClr val="201C20"/>
                </a:solidFill>
                <a:latin typeface="Hanken Grotesk"/>
                <a:ea typeface="Hanken Grotesk"/>
                <a:cs typeface="Hanken Grotesk"/>
                <a:sym typeface="Hanken Grotesk"/>
              </a:rPr>
              <a:t>These children learn through movement and hands-on activities. Teaching Strategies: Use role-play, games, and interactive activities to engage these learners in language use.</a:t>
            </a:r>
            <a:endParaRPr sz="900">
              <a:solidFill>
                <a:srgbClr val="201C20"/>
              </a:solidFill>
              <a:latin typeface="Hanken Grotesk"/>
              <a:ea typeface="Hanken Grotesk"/>
              <a:cs typeface="Hanken Grotesk"/>
              <a:sym typeface="Hanken Grotesk"/>
            </a:endParaRPr>
          </a:p>
        </p:txBody>
      </p:sp>
      <p:sp>
        <p:nvSpPr>
          <p:cNvPr id="212" name="Google Shape;212;p25" descr="detail_1"/>
          <p:cNvSpPr txBox="1"/>
          <p:nvPr/>
        </p:nvSpPr>
        <p:spPr>
          <a:xfrm>
            <a:off x="1732850" y="2323874"/>
            <a:ext cx="2789100" cy="1030200"/>
          </a:xfrm>
          <a:prstGeom prst="rect">
            <a:avLst/>
          </a:prstGeom>
          <a:noFill/>
          <a:ln>
            <a:noFill/>
          </a:ln>
        </p:spPr>
        <p:txBody>
          <a:bodyPr spcFirstLastPara="1" wrap="square" lIns="91425" tIns="91425" rIns="91425" bIns="91425" anchor="t" anchorCtr="0">
            <a:noAutofit/>
          </a:bodyPr>
          <a:lstStyle/>
          <a:p>
            <a:pPr marL="0" lvl="0" indent="0" algn="l" rtl="0">
              <a:lnSpc>
                <a:spcPct val="130000"/>
              </a:lnSpc>
              <a:spcBef>
                <a:spcPts val="0"/>
              </a:spcBef>
              <a:spcAft>
                <a:spcPts val="1000"/>
              </a:spcAft>
              <a:buNone/>
            </a:pPr>
            <a:r>
              <a:rPr lang="en-GB" sz="900">
                <a:solidFill>
                  <a:srgbClr val="201C20"/>
                </a:solidFill>
                <a:latin typeface="Hanken Grotesk"/>
                <a:ea typeface="Hanken Grotesk"/>
                <a:cs typeface="Hanken Grotesk"/>
                <a:sym typeface="Hanken Grotesk"/>
              </a:rPr>
              <a:t>These learners thrive on listening and speaking activities. Teaching Strategies: Incorporate songs, rhymes, and verbal storytelling to enhance learning.</a:t>
            </a:r>
            <a:endParaRPr sz="900">
              <a:solidFill>
                <a:srgbClr val="201C20"/>
              </a:solidFill>
              <a:latin typeface="Hanken Grotesk"/>
              <a:ea typeface="Hanken Grotesk"/>
              <a:cs typeface="Hanken Grotesk"/>
              <a:sym typeface="Hanken Grotesk"/>
            </a:endParaRPr>
          </a:p>
        </p:txBody>
      </p:sp>
      <p:sp>
        <p:nvSpPr>
          <p:cNvPr id="213" name="Google Shape;213;p25" descr="detail_0"/>
          <p:cNvSpPr txBox="1"/>
          <p:nvPr/>
        </p:nvSpPr>
        <p:spPr>
          <a:xfrm>
            <a:off x="1732850" y="1227525"/>
            <a:ext cx="2789100" cy="1032000"/>
          </a:xfrm>
          <a:prstGeom prst="rect">
            <a:avLst/>
          </a:prstGeom>
          <a:noFill/>
          <a:ln>
            <a:noFill/>
          </a:ln>
        </p:spPr>
        <p:txBody>
          <a:bodyPr spcFirstLastPara="1" wrap="square" lIns="91425" tIns="91425" rIns="91425" bIns="91425" anchor="t" anchorCtr="0">
            <a:noAutofit/>
          </a:bodyPr>
          <a:lstStyle/>
          <a:p>
            <a:pPr marL="0" lvl="0" indent="0" algn="l" rtl="0">
              <a:lnSpc>
                <a:spcPct val="130000"/>
              </a:lnSpc>
              <a:spcBef>
                <a:spcPts val="0"/>
              </a:spcBef>
              <a:spcAft>
                <a:spcPts val="1000"/>
              </a:spcAft>
              <a:buNone/>
            </a:pPr>
            <a:r>
              <a:rPr lang="en-GB" sz="900">
                <a:solidFill>
                  <a:srgbClr val="201C20"/>
                </a:solidFill>
                <a:latin typeface="Hanken Grotesk"/>
                <a:ea typeface="Hanken Grotesk"/>
                <a:cs typeface="Hanken Grotesk"/>
                <a:sym typeface="Hanken Grotesk"/>
              </a:rPr>
              <a:t>These children learn best through images, charts, and written words. Teaching Strategies: Use flashcards, illustrations, and videos to reinforce vocabulary and concepts.</a:t>
            </a:r>
            <a:endParaRPr sz="900">
              <a:solidFill>
                <a:srgbClr val="201C20"/>
              </a:solidFill>
              <a:latin typeface="Hanken Grotesk"/>
              <a:ea typeface="Hanken Grotesk"/>
              <a:cs typeface="Hanken Grotesk"/>
              <a:sym typeface="Hanken Grotesk"/>
            </a:endParaRPr>
          </a:p>
        </p:txBody>
      </p:sp>
      <p:sp>
        <p:nvSpPr>
          <p:cNvPr id="214" name="Google Shape;214;p25" descr="detail_5"/>
          <p:cNvSpPr txBox="1"/>
          <p:nvPr/>
        </p:nvSpPr>
        <p:spPr>
          <a:xfrm>
            <a:off x="5968725" y="3420416"/>
            <a:ext cx="2763300" cy="1027200"/>
          </a:xfrm>
          <a:prstGeom prst="rect">
            <a:avLst/>
          </a:prstGeom>
          <a:noFill/>
          <a:ln>
            <a:noFill/>
          </a:ln>
        </p:spPr>
        <p:txBody>
          <a:bodyPr spcFirstLastPara="1" wrap="square" lIns="91425" tIns="91425" rIns="91425" bIns="91425" anchor="t" anchorCtr="0">
            <a:noAutofit/>
          </a:bodyPr>
          <a:lstStyle/>
          <a:p>
            <a:pPr marL="0" lvl="0" indent="0" algn="l" rtl="0">
              <a:lnSpc>
                <a:spcPct val="130000"/>
              </a:lnSpc>
              <a:spcBef>
                <a:spcPts val="0"/>
              </a:spcBef>
              <a:spcAft>
                <a:spcPts val="1000"/>
              </a:spcAft>
              <a:buNone/>
            </a:pPr>
            <a:r>
              <a:rPr lang="en-GB" sz="900">
                <a:solidFill>
                  <a:srgbClr val="201C20"/>
                </a:solidFill>
                <a:latin typeface="Hanken Grotesk"/>
                <a:ea typeface="Hanken Grotesk"/>
                <a:cs typeface="Hanken Grotesk"/>
                <a:sym typeface="Hanken Grotesk"/>
              </a:rPr>
              <a:t>Understanding these learning styles can help teachers customize their approaches to better meet the diverse needs of their students.</a:t>
            </a:r>
            <a:endParaRPr sz="900">
              <a:solidFill>
                <a:srgbClr val="201C20"/>
              </a:solidFill>
              <a:latin typeface="Hanken Grotesk"/>
              <a:ea typeface="Hanken Grotesk"/>
              <a:cs typeface="Hanken Grotesk"/>
              <a:sym typeface="Hanken Grotesk"/>
            </a:endParaRPr>
          </a:p>
        </p:txBody>
      </p:sp>
      <p:sp>
        <p:nvSpPr>
          <p:cNvPr id="215" name="Google Shape;215;p25" descr="detail_4"/>
          <p:cNvSpPr txBox="1"/>
          <p:nvPr/>
        </p:nvSpPr>
        <p:spPr>
          <a:xfrm>
            <a:off x="5968725" y="2324955"/>
            <a:ext cx="2763300" cy="1030200"/>
          </a:xfrm>
          <a:prstGeom prst="rect">
            <a:avLst/>
          </a:prstGeom>
          <a:noFill/>
          <a:ln>
            <a:noFill/>
          </a:ln>
        </p:spPr>
        <p:txBody>
          <a:bodyPr spcFirstLastPara="1" wrap="square" lIns="91425" tIns="91425" rIns="91425" bIns="91425" anchor="t" anchorCtr="0">
            <a:noAutofit/>
          </a:bodyPr>
          <a:lstStyle/>
          <a:p>
            <a:pPr marL="0" lvl="0" indent="0" algn="l" rtl="0">
              <a:lnSpc>
                <a:spcPct val="130000"/>
              </a:lnSpc>
              <a:spcBef>
                <a:spcPts val="0"/>
              </a:spcBef>
              <a:spcAft>
                <a:spcPts val="1000"/>
              </a:spcAft>
              <a:buNone/>
            </a:pPr>
            <a:r>
              <a:rPr lang="en-GB" sz="900">
                <a:solidFill>
                  <a:srgbClr val="201C20"/>
                </a:solidFill>
                <a:latin typeface="Hanken Grotesk"/>
                <a:ea typeface="Hanken Grotesk"/>
                <a:cs typeface="Hanken Grotesk"/>
                <a:sym typeface="Hanken Grotesk"/>
              </a:rPr>
              <a:t>These children are more introspective and prefer solitary activities. Teaching Strategies: Encourage journaling, independent reading, and self-reflection on language use.</a:t>
            </a:r>
            <a:endParaRPr sz="900">
              <a:solidFill>
                <a:srgbClr val="201C20"/>
              </a:solidFill>
              <a:latin typeface="Hanken Grotesk"/>
              <a:ea typeface="Hanken Grotesk"/>
              <a:cs typeface="Hanken Grotesk"/>
              <a:sym typeface="Hanken Grotesk"/>
            </a:endParaRPr>
          </a:p>
        </p:txBody>
      </p:sp>
      <p:sp>
        <p:nvSpPr>
          <p:cNvPr id="216" name="Google Shape;216;p25" descr="detail_3"/>
          <p:cNvSpPr txBox="1"/>
          <p:nvPr/>
        </p:nvSpPr>
        <p:spPr>
          <a:xfrm>
            <a:off x="5968725" y="1228619"/>
            <a:ext cx="2763300" cy="1032000"/>
          </a:xfrm>
          <a:prstGeom prst="rect">
            <a:avLst/>
          </a:prstGeom>
          <a:noFill/>
          <a:ln>
            <a:noFill/>
          </a:ln>
        </p:spPr>
        <p:txBody>
          <a:bodyPr spcFirstLastPara="1" wrap="square" lIns="91425" tIns="91425" rIns="91425" bIns="91425" anchor="t" anchorCtr="0">
            <a:noAutofit/>
          </a:bodyPr>
          <a:lstStyle/>
          <a:p>
            <a:pPr marL="0" lvl="0" indent="0" algn="l" rtl="0">
              <a:lnSpc>
                <a:spcPct val="130000"/>
              </a:lnSpc>
              <a:spcBef>
                <a:spcPts val="0"/>
              </a:spcBef>
              <a:spcAft>
                <a:spcPts val="1000"/>
              </a:spcAft>
              <a:buNone/>
            </a:pPr>
            <a:r>
              <a:rPr lang="en-GB" sz="900">
                <a:solidFill>
                  <a:srgbClr val="201C20"/>
                </a:solidFill>
                <a:latin typeface="Hanken Grotesk"/>
                <a:ea typeface="Hanken Grotesk"/>
                <a:cs typeface="Hanken Grotesk"/>
                <a:sym typeface="Hanken Grotesk"/>
              </a:rPr>
              <a:t>These learners prefer group activities and discussions. Teaching Strategies: Facilitate collaborative projects, group work, and peer teaching to foster language development.</a:t>
            </a:r>
            <a:endParaRPr sz="900">
              <a:solidFill>
                <a:srgbClr val="201C20"/>
              </a:solidFill>
              <a:latin typeface="Hanken Grotesk"/>
              <a:ea typeface="Hanken Grotesk"/>
              <a:cs typeface="Hanken Grotesk"/>
              <a:sym typeface="Hanken Grotesk"/>
            </a:endParaRPr>
          </a:p>
        </p:txBody>
      </p:sp>
      <p:pic>
        <p:nvPicPr>
          <p:cNvPr id="217" name="Google Shape;217;p25" descr="logo"/>
          <p:cNvPicPr preferRelativeResize="0"/>
          <p:nvPr/>
        </p:nvPicPr>
        <p:blipFill>
          <a:blip r:embed="rId2"/>
          <a:stretch>
            <a:fillRect/>
          </a:stretch>
        </p:blipFill>
        <p:spPr>
          <a:xfrm>
            <a:off x="488050" y="4799275"/>
            <a:ext cx="1371600" cy="146304"/>
          </a:xfrm>
          <a:prstGeom prst="rect">
            <a:avLst/>
          </a:prstGeom>
          <a:noFill/>
          <a:ln>
            <a:noFill/>
          </a:ln>
        </p:spPr>
      </p:pic>
      <p:pic>
        <p:nvPicPr>
          <p:cNvPr id="7" name="Picture 6" descr="pixelcut-export (1)"/>
          <p:cNvPicPr>
            <a:picLocks noChangeAspect="1"/>
          </p:cNvPicPr>
          <p:nvPr/>
        </p:nvPicPr>
        <p:blipFill>
          <a:blip r:embed="rId3"/>
          <a:srcRect t="22967" b="48563"/>
          <a:stretch>
            <a:fillRect/>
          </a:stretch>
        </p:blipFill>
        <p:spPr>
          <a:xfrm>
            <a:off x="0" y="4390390"/>
            <a:ext cx="2733040" cy="77851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221" name="Shape 221"/>
        <p:cNvGrpSpPr/>
        <p:nvPr/>
      </p:nvGrpSpPr>
      <p:grpSpPr>
        <a:xfrm>
          <a:off x="0" y="0"/>
          <a:ext cx="0" cy="0"/>
          <a:chOff x="0" y="0"/>
          <a:chExt cx="0" cy="0"/>
        </a:xfrm>
      </p:grpSpPr>
      <p:sp>
        <p:nvSpPr>
          <p:cNvPr id="222" name="Google Shape;222;p26" descr="title"/>
          <p:cNvSpPr txBox="1"/>
          <p:nvPr/>
        </p:nvSpPr>
        <p:spPr>
          <a:xfrm>
            <a:off x="411950" y="347475"/>
            <a:ext cx="8320200" cy="572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GB" sz="2200" b="1">
                <a:solidFill>
                  <a:schemeClr val="dk1"/>
                </a:solidFill>
                <a:latin typeface="Hanken Grotesk"/>
                <a:ea typeface="Hanken Grotesk"/>
                <a:cs typeface="Hanken Grotesk"/>
                <a:sym typeface="Hanken Grotesk"/>
              </a:rPr>
              <a:t>Supporting Language Development</a:t>
            </a:r>
            <a:endParaRPr sz="2200" b="1">
              <a:solidFill>
                <a:schemeClr val="dk1"/>
              </a:solidFill>
              <a:latin typeface="Hanken Grotesk"/>
              <a:ea typeface="Hanken Grotesk"/>
              <a:cs typeface="Hanken Grotesk"/>
              <a:sym typeface="Hanken Grotesk"/>
            </a:endParaRPr>
          </a:p>
        </p:txBody>
      </p:sp>
      <p:sp>
        <p:nvSpPr>
          <p:cNvPr id="223" name="Google Shape;223;p26" descr="detail_2"/>
          <p:cNvSpPr txBox="1"/>
          <p:nvPr>
            <p:ph type="body" idx="6"/>
          </p:nvPr>
        </p:nvSpPr>
        <p:spPr>
          <a:xfrm>
            <a:off x="4637977" y="1988150"/>
            <a:ext cx="1981200" cy="2252400"/>
          </a:xfrm>
          <a:prstGeom prst="rect">
            <a:avLst/>
          </a:prstGeom>
          <a:noFill/>
        </p:spPr>
        <p:txBody>
          <a:bodyPr spcFirstLastPara="1" wrap="square" lIns="91425" tIns="91425" rIns="91425" bIns="91425" anchor="t" anchorCtr="0">
            <a:noAutofit/>
          </a:bodyPr>
          <a:lstStyle/>
          <a:p>
            <a:pPr marL="0" lvl="0" indent="0" algn="l" rtl="0">
              <a:lnSpc>
                <a:spcPct val="150000"/>
              </a:lnSpc>
              <a:spcBef>
                <a:spcPts val="0"/>
              </a:spcBef>
              <a:spcAft>
                <a:spcPts val="1000"/>
              </a:spcAft>
              <a:buNone/>
            </a:pPr>
            <a:r>
              <a:rPr lang="en-GB" sz="1000">
                <a:solidFill>
                  <a:schemeClr val="bg2"/>
                </a:solidFill>
              </a:rPr>
              <a:t>Use repetition and reinforcement to ensure consistent practice and exposure to new vocabulary in various contexts.</a:t>
            </a:r>
            <a:endParaRPr lang="en-GB" sz="1000">
              <a:solidFill>
                <a:schemeClr val="bg2"/>
              </a:solidFill>
              <a:latin typeface="Hanken Grotesk"/>
              <a:ea typeface="Hanken Grotesk"/>
              <a:cs typeface="Hanken Grotesk"/>
              <a:sym typeface="Hanken Grotesk"/>
            </a:endParaRPr>
          </a:p>
        </p:txBody>
      </p:sp>
      <p:sp>
        <p:nvSpPr>
          <p:cNvPr id="224" name="Google Shape;224;p26" descr="detail_1"/>
          <p:cNvSpPr txBox="1"/>
          <p:nvPr>
            <p:ph type="body" idx="5"/>
          </p:nvPr>
        </p:nvSpPr>
        <p:spPr>
          <a:xfrm>
            <a:off x="2524963" y="1988150"/>
            <a:ext cx="1981200" cy="2252400"/>
          </a:xfrm>
          <a:prstGeom prst="rect">
            <a:avLst/>
          </a:prstGeom>
          <a:noFill/>
        </p:spPr>
        <p:txBody>
          <a:bodyPr spcFirstLastPara="1" wrap="square" lIns="91425" tIns="91425" rIns="91425" bIns="91425" anchor="t" anchorCtr="0">
            <a:noAutofit/>
          </a:bodyPr>
          <a:lstStyle/>
          <a:p>
            <a:pPr marL="0" lvl="0" indent="0" algn="l" rtl="0">
              <a:lnSpc>
                <a:spcPct val="150000"/>
              </a:lnSpc>
              <a:spcBef>
                <a:spcPts val="0"/>
              </a:spcBef>
              <a:spcAft>
                <a:spcPts val="1000"/>
              </a:spcAft>
              <a:buNone/>
            </a:pPr>
            <a:r>
              <a:rPr lang="en-GB" sz="1000">
                <a:solidFill>
                  <a:schemeClr val="bg2"/>
                </a:solidFill>
              </a:rPr>
              <a:t>Encourage interaction by promoting social interactions among peers to practice conversational skills.</a:t>
            </a:r>
            <a:endParaRPr lang="en-GB" sz="1000">
              <a:solidFill>
                <a:schemeClr val="bg2"/>
              </a:solidFill>
              <a:latin typeface="Hanken Grotesk"/>
              <a:ea typeface="Hanken Grotesk"/>
              <a:cs typeface="Hanken Grotesk"/>
              <a:sym typeface="Hanken Grotesk"/>
            </a:endParaRPr>
          </a:p>
        </p:txBody>
      </p:sp>
      <p:sp>
        <p:nvSpPr>
          <p:cNvPr id="225" name="Google Shape;225;p26" descr="detail_0"/>
          <p:cNvSpPr txBox="1"/>
          <p:nvPr>
            <p:ph type="body" idx="4"/>
          </p:nvPr>
        </p:nvSpPr>
        <p:spPr>
          <a:xfrm>
            <a:off x="411950" y="1988150"/>
            <a:ext cx="1981200" cy="2252400"/>
          </a:xfrm>
          <a:prstGeom prst="rect">
            <a:avLst/>
          </a:prstGeom>
          <a:noFill/>
          <a:ln>
            <a:noFill/>
          </a:ln>
        </p:spPr>
        <p:txBody>
          <a:bodyPr spcFirstLastPara="1" wrap="square" lIns="91425" tIns="91425" rIns="91425" bIns="91425" anchor="t" anchorCtr="0">
            <a:noAutofit/>
          </a:bodyPr>
          <a:lstStyle/>
          <a:p>
            <a:pPr marL="0" lvl="0" indent="0" algn="l" rtl="0">
              <a:lnSpc>
                <a:spcPct val="150000"/>
              </a:lnSpc>
              <a:spcBef>
                <a:spcPts val="0"/>
              </a:spcBef>
              <a:spcAft>
                <a:spcPts val="1000"/>
              </a:spcAft>
              <a:buSzPts val="1018"/>
              <a:buNone/>
            </a:pPr>
            <a:r>
              <a:rPr lang="en-GB" sz="1000">
                <a:solidFill>
                  <a:schemeClr val="bg2"/>
                </a:solidFill>
              </a:rPr>
              <a:t>Create a language-rich environment by surrounding children with diverse language input through books, conversations, and multimedia resources.</a:t>
            </a:r>
            <a:endParaRPr lang="en-GB" sz="1000">
              <a:solidFill>
                <a:schemeClr val="bg2"/>
              </a:solidFill>
              <a:latin typeface="Hanken Grotesk"/>
              <a:ea typeface="Hanken Grotesk"/>
              <a:cs typeface="Hanken Grotesk"/>
              <a:sym typeface="Hanken Grotesk"/>
            </a:endParaRPr>
          </a:p>
        </p:txBody>
      </p:sp>
      <p:sp>
        <p:nvSpPr>
          <p:cNvPr id="226" name="Google Shape;226;p26"/>
          <p:cNvSpPr txBox="1"/>
          <p:nvPr>
            <p:ph type="subTitle" idx="1"/>
          </p:nvPr>
        </p:nvSpPr>
        <p:spPr>
          <a:xfrm>
            <a:off x="2524979" y="1275650"/>
            <a:ext cx="1793700" cy="712500"/>
          </a:xfrm>
          <a:prstGeom prst="rect">
            <a:avLst/>
          </a:prstGeom>
        </p:spPr>
        <p:txBody>
          <a:bodyPr spcFirstLastPara="1" wrap="square" lIns="91425" tIns="91425" rIns="91425" bIns="91425" anchor="ctr" anchorCtr="0">
            <a:noAutofit/>
          </a:bodyPr>
          <a:lstStyle/>
          <a:p>
            <a:pPr marL="0" lvl="0" indent="0" algn="l" rtl="0">
              <a:spcBef>
                <a:spcPts val="0"/>
              </a:spcBef>
              <a:spcAft>
                <a:spcPts val="1200"/>
              </a:spcAft>
              <a:buNone/>
            </a:pPr>
            <a:r>
              <a:rPr lang="en-GB">
                <a:solidFill>
                  <a:schemeClr val="accent2"/>
                </a:solidFill>
              </a:rPr>
              <a:t>02</a:t>
            </a:r>
            <a:endParaRPr>
              <a:solidFill>
                <a:schemeClr val="accent2"/>
              </a:solidFill>
            </a:endParaRPr>
          </a:p>
        </p:txBody>
      </p:sp>
      <p:sp>
        <p:nvSpPr>
          <p:cNvPr id="227" name="Google Shape;227;p26"/>
          <p:cNvSpPr txBox="1"/>
          <p:nvPr>
            <p:ph type="subTitle" idx="2"/>
          </p:nvPr>
        </p:nvSpPr>
        <p:spPr>
          <a:xfrm>
            <a:off x="4637998" y="1275650"/>
            <a:ext cx="1793700" cy="712500"/>
          </a:xfrm>
          <a:prstGeom prst="rect">
            <a:avLst/>
          </a:prstGeom>
        </p:spPr>
        <p:txBody>
          <a:bodyPr spcFirstLastPara="1" wrap="square" lIns="91425" tIns="91425" rIns="91425" bIns="91425" anchor="ctr" anchorCtr="0">
            <a:noAutofit/>
          </a:bodyPr>
          <a:lstStyle/>
          <a:p>
            <a:pPr marL="0" lvl="0" indent="0" algn="l" rtl="0">
              <a:spcBef>
                <a:spcPts val="0"/>
              </a:spcBef>
              <a:spcAft>
                <a:spcPts val="1200"/>
              </a:spcAft>
              <a:buNone/>
            </a:pPr>
            <a:r>
              <a:rPr lang="en-GB">
                <a:solidFill>
                  <a:schemeClr val="accent2"/>
                </a:solidFill>
              </a:rPr>
              <a:t>03</a:t>
            </a:r>
            <a:endParaRPr>
              <a:solidFill>
                <a:schemeClr val="accent2"/>
              </a:solidFill>
            </a:endParaRPr>
          </a:p>
        </p:txBody>
      </p:sp>
      <p:sp>
        <p:nvSpPr>
          <p:cNvPr id="228" name="Google Shape;228;p26"/>
          <p:cNvSpPr txBox="1"/>
          <p:nvPr>
            <p:ph type="subTitle" idx="3"/>
          </p:nvPr>
        </p:nvSpPr>
        <p:spPr>
          <a:xfrm>
            <a:off x="411950" y="1275650"/>
            <a:ext cx="1793700" cy="712500"/>
          </a:xfrm>
          <a:prstGeom prst="rect">
            <a:avLst/>
          </a:prstGeom>
        </p:spPr>
        <p:txBody>
          <a:bodyPr spcFirstLastPara="1" wrap="square" lIns="91425" tIns="91425" rIns="91425" bIns="91425" anchor="ctr" anchorCtr="0">
            <a:noAutofit/>
          </a:bodyPr>
          <a:lstStyle/>
          <a:p>
            <a:pPr marL="0" lvl="0" indent="0" algn="l" rtl="0">
              <a:spcBef>
                <a:spcPts val="0"/>
              </a:spcBef>
              <a:spcAft>
                <a:spcPts val="1200"/>
              </a:spcAft>
              <a:buNone/>
            </a:pPr>
            <a:r>
              <a:rPr lang="en-GB">
                <a:solidFill>
                  <a:schemeClr val="accent2"/>
                </a:solidFill>
              </a:rPr>
              <a:t>01</a:t>
            </a:r>
            <a:endParaRPr>
              <a:solidFill>
                <a:schemeClr val="accent2"/>
              </a:solidFill>
            </a:endParaRPr>
          </a:p>
        </p:txBody>
      </p:sp>
      <p:sp>
        <p:nvSpPr>
          <p:cNvPr id="229" name="Google Shape;229;p26"/>
          <p:cNvSpPr txBox="1"/>
          <p:nvPr>
            <p:ph type="subTitle" idx="7"/>
          </p:nvPr>
        </p:nvSpPr>
        <p:spPr>
          <a:xfrm>
            <a:off x="6751003" y="1275650"/>
            <a:ext cx="1793700" cy="712500"/>
          </a:xfrm>
          <a:prstGeom prst="rect">
            <a:avLst/>
          </a:prstGeom>
        </p:spPr>
        <p:txBody>
          <a:bodyPr spcFirstLastPara="1" wrap="square" lIns="91425" tIns="91425" rIns="91425" bIns="91425" anchor="ctr" anchorCtr="0">
            <a:noAutofit/>
          </a:bodyPr>
          <a:lstStyle/>
          <a:p>
            <a:pPr marL="0" lvl="0" indent="0" algn="l" rtl="0">
              <a:spcBef>
                <a:spcPts val="0"/>
              </a:spcBef>
              <a:spcAft>
                <a:spcPts val="1200"/>
              </a:spcAft>
              <a:buNone/>
            </a:pPr>
            <a:r>
              <a:rPr lang="en-GB">
                <a:solidFill>
                  <a:schemeClr val="accent2"/>
                </a:solidFill>
              </a:rPr>
              <a:t>04</a:t>
            </a:r>
            <a:endParaRPr>
              <a:solidFill>
                <a:schemeClr val="accent2"/>
              </a:solidFill>
            </a:endParaRPr>
          </a:p>
        </p:txBody>
      </p:sp>
      <p:sp>
        <p:nvSpPr>
          <p:cNvPr id="230" name="Google Shape;230;p26" descr="detail_3"/>
          <p:cNvSpPr txBox="1"/>
          <p:nvPr>
            <p:ph type="body" idx="8"/>
          </p:nvPr>
        </p:nvSpPr>
        <p:spPr>
          <a:xfrm>
            <a:off x="6750975" y="1988150"/>
            <a:ext cx="1981200" cy="2252400"/>
          </a:xfrm>
          <a:prstGeom prst="rect">
            <a:avLst/>
          </a:prstGeom>
        </p:spPr>
        <p:txBody>
          <a:bodyPr spcFirstLastPara="1" wrap="square" lIns="91425" tIns="91425" rIns="91425" bIns="91425" anchor="t" anchorCtr="0">
            <a:noAutofit/>
          </a:bodyPr>
          <a:lstStyle/>
          <a:p>
            <a:pPr marL="0" lvl="0" indent="0" algn="l" rtl="0">
              <a:lnSpc>
                <a:spcPct val="150000"/>
              </a:lnSpc>
              <a:spcBef>
                <a:spcPts val="0"/>
              </a:spcBef>
              <a:spcAft>
                <a:spcPts val="1000"/>
              </a:spcAft>
              <a:buNone/>
            </a:pPr>
            <a:r>
              <a:rPr lang="en-GB" sz="1000">
                <a:solidFill>
                  <a:schemeClr val="bg2"/>
                </a:solidFill>
              </a:rPr>
              <a:t>Adapt to individual needs by recognizing that each child may progress at their own pace and adapting instruction accordingly.</a:t>
            </a:r>
            <a:endParaRPr lang="en-GB" sz="1000">
              <a:solidFill>
                <a:schemeClr val="bg2"/>
              </a:solidFill>
              <a:latin typeface="Hanken Grotesk"/>
              <a:ea typeface="Hanken Grotesk"/>
              <a:cs typeface="Hanken Grotesk"/>
              <a:sym typeface="Hanken Grotesk"/>
            </a:endParaRPr>
          </a:p>
        </p:txBody>
      </p:sp>
      <p:pic>
        <p:nvPicPr>
          <p:cNvPr id="231" name="Google Shape;231;p26" descr="logo"/>
          <p:cNvPicPr preferRelativeResize="0"/>
          <p:nvPr/>
        </p:nvPicPr>
        <p:blipFill>
          <a:blip r:embed="rId1"/>
          <a:stretch>
            <a:fillRect/>
          </a:stretch>
        </p:blipFill>
        <p:spPr>
          <a:xfrm>
            <a:off x="488050" y="4799275"/>
            <a:ext cx="1371600" cy="146304"/>
          </a:xfrm>
          <a:prstGeom prst="rect">
            <a:avLst/>
          </a:prstGeom>
          <a:noFill/>
          <a:ln>
            <a:noFill/>
          </a:ln>
        </p:spPr>
      </p:pic>
      <p:pic>
        <p:nvPicPr>
          <p:cNvPr id="7" name="Picture 6" descr="pixelcut-export (1)"/>
          <p:cNvPicPr>
            <a:picLocks noChangeAspect="1"/>
          </p:cNvPicPr>
          <p:nvPr/>
        </p:nvPicPr>
        <p:blipFill>
          <a:blip r:embed="rId2"/>
          <a:srcRect t="22967" b="48563"/>
          <a:stretch>
            <a:fillRect/>
          </a:stretch>
        </p:blipFill>
        <p:spPr>
          <a:xfrm>
            <a:off x="0" y="4364990"/>
            <a:ext cx="2733040" cy="77851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235" name="Shape 235"/>
        <p:cNvGrpSpPr/>
        <p:nvPr/>
      </p:nvGrpSpPr>
      <p:grpSpPr>
        <a:xfrm>
          <a:off x="0" y="0"/>
          <a:ext cx="0" cy="0"/>
          <a:chOff x="0" y="0"/>
          <a:chExt cx="0" cy="0"/>
        </a:xfrm>
      </p:grpSpPr>
      <p:sp>
        <p:nvSpPr>
          <p:cNvPr id="236" name="Google Shape;236;p27" descr="statement_0"/>
          <p:cNvSpPr txBox="1"/>
          <p:nvPr>
            <p:ph type="title"/>
          </p:nvPr>
        </p:nvSpPr>
        <p:spPr>
          <a:xfrm>
            <a:off x="1145550" y="342900"/>
            <a:ext cx="6852900" cy="2162700"/>
          </a:xfrm>
          <a:prstGeom prst="rect">
            <a:avLst/>
          </a:prstGeom>
        </p:spPr>
        <p:txBody>
          <a:bodyPr spcFirstLastPara="1" wrap="square" lIns="91425" tIns="91425" rIns="91425" bIns="91425" anchor="b" anchorCtr="0">
            <a:noAutofit/>
          </a:bodyPr>
          <a:lstStyle/>
          <a:p>
            <a:pPr marL="0" lvl="0" indent="0" algn="ctr" rtl="0">
              <a:lnSpc>
                <a:spcPct val="75000"/>
              </a:lnSpc>
              <a:spcBef>
                <a:spcPts val="0"/>
              </a:spcBef>
              <a:spcAft>
                <a:spcPts val="0"/>
              </a:spcAft>
              <a:buSzPts val="990"/>
              <a:buNone/>
            </a:pPr>
            <a:r>
              <a:rPr lang="en-GB" sz="3200" b="0">
                <a:solidFill>
                  <a:schemeClr val="accent1"/>
                </a:solidFill>
                <a:latin typeface="Hanken Grotesk ExtraBold"/>
                <a:ea typeface="Hanken Grotesk ExtraBold"/>
                <a:cs typeface="Hanken Grotesk ExtraBold"/>
                <a:sym typeface="Hanken Grotesk ExtraBold"/>
              </a:rPr>
              <a:t>Understanding language acquisition stages and learning styles is crucial for effective language teaching.</a:t>
            </a:r>
            <a:endParaRPr sz="3200" b="0">
              <a:solidFill>
                <a:schemeClr val="accent1"/>
              </a:solidFill>
              <a:latin typeface="Hanken Grotesk ExtraBold"/>
              <a:ea typeface="Hanken Grotesk ExtraBold"/>
              <a:cs typeface="Hanken Grotesk ExtraBold"/>
              <a:sym typeface="Hanken Grotesk ExtraBold"/>
            </a:endParaRPr>
          </a:p>
        </p:txBody>
      </p:sp>
      <p:grpSp>
        <p:nvGrpSpPr>
          <p:cNvPr id="237" name="Google Shape;237;p27"/>
          <p:cNvGrpSpPr/>
          <p:nvPr/>
        </p:nvGrpSpPr>
        <p:grpSpPr>
          <a:xfrm>
            <a:off x="6992525" y="79100"/>
            <a:ext cx="2057400" cy="1033200"/>
            <a:chOff x="6922975" y="1548525"/>
            <a:chExt cx="2057400" cy="1033200"/>
          </a:xfrm>
        </p:grpSpPr>
        <p:grpSp>
          <p:nvGrpSpPr>
            <p:cNvPr id="238" name="Google Shape;238;p27"/>
            <p:cNvGrpSpPr/>
            <p:nvPr/>
          </p:nvGrpSpPr>
          <p:grpSpPr>
            <a:xfrm>
              <a:off x="6922975" y="1548525"/>
              <a:ext cx="2057400" cy="1033200"/>
              <a:chOff x="6172200" y="152400"/>
              <a:chExt cx="2057400" cy="1033200"/>
            </a:xfrm>
          </p:grpSpPr>
          <p:sp>
            <p:nvSpPr>
              <p:cNvPr id="239" name="Google Shape;239;p27"/>
              <p:cNvSpPr/>
              <p:nvPr/>
            </p:nvSpPr>
            <p:spPr>
              <a:xfrm>
                <a:off x="6172200" y="152400"/>
                <a:ext cx="2057400" cy="1033200"/>
              </a:xfrm>
              <a:prstGeom prst="roundRect">
                <a:avLst>
                  <a:gd name="adj" fmla="val 8292"/>
                </a:avLst>
              </a:prstGeom>
              <a:solidFill>
                <a:srgbClr val="FFD90F"/>
              </a:solidFill>
              <a:ln w="9525" cap="flat" cmpd="sng">
                <a:solidFill>
                  <a:srgbClr val="000000"/>
                </a:solidFill>
                <a:prstDash val="solid"/>
                <a:round/>
                <a:headEnd type="none" w="sm" len="sm"/>
                <a:tailEnd type="none" w="sm" len="sm"/>
              </a:ln>
              <a:effectLst>
                <a:outerShdw blurRad="14288" dist="57150" dir="2760000" algn="bl" rotWithShape="0">
                  <a:srgbClr val="000000">
                    <a:alpha val="19000"/>
                  </a:srgbClr>
                </a:outerShdw>
              </a:effectLst>
            </p:spPr>
            <p:txBody>
              <a:bodyPr spcFirstLastPara="1" wrap="square" lIns="0" tIns="457200" rIns="91425" bIns="91425" anchor="t" anchorCtr="0">
                <a:noAutofit/>
              </a:bodyPr>
              <a:lstStyle/>
              <a:p>
                <a:pPr marL="0" lvl="0" indent="0" algn="l" rtl="0">
                  <a:spcBef>
                    <a:spcPts val="0"/>
                  </a:spcBef>
                  <a:spcAft>
                    <a:spcPts val="0"/>
                  </a:spcAft>
                  <a:buClr>
                    <a:srgbClr val="000000"/>
                  </a:buClr>
                  <a:buSzPts val="1100"/>
                  <a:buFont typeface="Arial" panose="020B0604020202090204"/>
                  <a:buNone/>
                </a:pPr>
                <a:endParaRPr sz="900">
                  <a:latin typeface="Inter" panose="02000503000000020004"/>
                  <a:ea typeface="Inter" panose="02000503000000020004"/>
                  <a:cs typeface="Inter" panose="02000503000000020004"/>
                  <a:sym typeface="Inter" panose="02000503000000020004"/>
                </a:endParaRPr>
              </a:p>
            </p:txBody>
          </p:sp>
          <p:sp>
            <p:nvSpPr>
              <p:cNvPr id="240" name="Google Shape;240;p27"/>
              <p:cNvSpPr txBox="1"/>
              <p:nvPr/>
            </p:nvSpPr>
            <p:spPr>
              <a:xfrm>
                <a:off x="6467625" y="224325"/>
                <a:ext cx="1571400" cy="228600"/>
              </a:xfrm>
              <a:prstGeom prst="rect">
                <a:avLst/>
              </a:prstGeom>
              <a:noFill/>
              <a:ln>
                <a:noFill/>
              </a:ln>
            </p:spPr>
            <p:txBody>
              <a:bodyPr spcFirstLastPara="1" wrap="square" lIns="0" tIns="0" rIns="91425" bIns="0" anchor="ctr" anchorCtr="0">
                <a:noAutofit/>
              </a:bodyPr>
              <a:lstStyle/>
              <a:p>
                <a:pPr marL="0" lvl="0" indent="0" algn="l" rtl="0">
                  <a:spcBef>
                    <a:spcPts val="0"/>
                  </a:spcBef>
                  <a:spcAft>
                    <a:spcPts val="0"/>
                  </a:spcAft>
                  <a:buNone/>
                </a:pPr>
                <a:r>
                  <a:rPr lang="en-GB" sz="900" b="1">
                    <a:latin typeface="Inter" panose="02000503000000020004"/>
                    <a:ea typeface="Inter" panose="02000503000000020004"/>
                    <a:cs typeface="Inter" panose="02000503000000020004"/>
                    <a:sym typeface="Inter" panose="02000503000000020004"/>
                  </a:rPr>
                  <a:t>Plus tip:</a:t>
                </a:r>
                <a:endParaRPr sz="900" b="1">
                  <a:latin typeface="Inter" panose="02000503000000020004"/>
                  <a:ea typeface="Inter" panose="02000503000000020004"/>
                  <a:cs typeface="Inter" panose="02000503000000020004"/>
                  <a:sym typeface="Inter" panose="02000503000000020004"/>
                </a:endParaRPr>
              </a:p>
            </p:txBody>
          </p:sp>
        </p:grpSp>
        <p:sp>
          <p:nvSpPr>
            <p:cNvPr id="241" name="Google Shape;241;p27" descr="plus_tip"/>
            <p:cNvSpPr txBox="1"/>
            <p:nvPr/>
          </p:nvSpPr>
          <p:spPr>
            <a:xfrm>
              <a:off x="6922975" y="1784025"/>
              <a:ext cx="2057400" cy="79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800">
                  <a:latin typeface="Inter" panose="02000503000000020004"/>
                  <a:ea typeface="Inter" panose="02000503000000020004"/>
                  <a:cs typeface="Inter" panose="02000503000000020004"/>
                  <a:sym typeface="Inter" panose="02000503000000020004"/>
                </a:rPr>
                <a:t>Consider adding specific examples of how you’ve applied these concepts in your own teaching practice to illustrate their effectiveness.</a:t>
              </a:r>
              <a:endParaRPr sz="800">
                <a:latin typeface="Inter" panose="02000503000000020004"/>
                <a:ea typeface="Inter" panose="02000503000000020004"/>
                <a:cs typeface="Inter" panose="02000503000000020004"/>
                <a:sym typeface="Inter" panose="02000503000000020004"/>
              </a:endParaRPr>
            </a:p>
          </p:txBody>
        </p:sp>
        <p:pic>
          <p:nvPicPr>
            <p:cNvPr id="242" name="Google Shape;242;p27"/>
            <p:cNvPicPr preferRelativeResize="0"/>
            <p:nvPr/>
          </p:nvPicPr>
          <p:blipFill>
            <a:blip r:embed="rId1"/>
            <a:stretch>
              <a:fillRect/>
            </a:stretch>
          </p:blipFill>
          <p:spPr>
            <a:xfrm>
              <a:off x="7016628" y="1652466"/>
              <a:ext cx="164591" cy="164591"/>
            </a:xfrm>
            <a:prstGeom prst="rect">
              <a:avLst/>
            </a:prstGeom>
            <a:noFill/>
            <a:ln>
              <a:noFill/>
            </a:ln>
          </p:spPr>
        </p:pic>
      </p:grpSp>
      <p:sp>
        <p:nvSpPr>
          <p:cNvPr id="243" name="Google Shape;243;p27" descr="detail_0"/>
          <p:cNvSpPr txBox="1"/>
          <p:nvPr/>
        </p:nvSpPr>
        <p:spPr>
          <a:xfrm>
            <a:off x="1145550" y="2639575"/>
            <a:ext cx="6852900" cy="2053800"/>
          </a:xfrm>
          <a:prstGeom prst="rect">
            <a:avLst/>
          </a:prstGeom>
          <a:noFill/>
          <a:ln>
            <a:noFill/>
          </a:ln>
        </p:spPr>
        <p:txBody>
          <a:bodyPr spcFirstLastPara="1" wrap="square" lIns="91425" tIns="91425" rIns="91425" bIns="91425" anchor="t" anchorCtr="0">
            <a:noAutofit/>
          </a:bodyPr>
          <a:lstStyle/>
          <a:p>
            <a:pPr marL="12700" lvl="0" indent="0" algn="ctr" rtl="0">
              <a:lnSpc>
                <a:spcPct val="150000"/>
              </a:lnSpc>
              <a:spcBef>
                <a:spcPts val="1200"/>
              </a:spcBef>
              <a:spcAft>
                <a:spcPts val="0"/>
              </a:spcAft>
              <a:buNone/>
            </a:pPr>
            <a:r>
              <a:rPr lang="en-GB" sz="1200">
                <a:solidFill>
                  <a:schemeClr val="dk2"/>
                </a:solidFill>
                <a:latin typeface="Hanken Grotesk"/>
                <a:ea typeface="Hanken Grotesk"/>
                <a:cs typeface="Hanken Grotesk"/>
                <a:sym typeface="Hanken Grotesk"/>
              </a:rPr>
              <a:t>By understanding the foundational concepts of language acquisition, the developmental stages of language learning, and the various learning styles, teachers can create more effective and engaging language instruction tailored to their students' needs. This knowledge empowers educators to foster a supportive and enriching language learning environment that encourages children to develop their language skills confidently.</a:t>
            </a:r>
            <a:endParaRPr sz="1200">
              <a:solidFill>
                <a:schemeClr val="dk2"/>
              </a:solidFill>
              <a:latin typeface="Hanken Grotesk"/>
              <a:ea typeface="Hanken Grotesk"/>
              <a:cs typeface="Hanken Grotesk"/>
              <a:sym typeface="Hanken Grotesk"/>
            </a:endParaRPr>
          </a:p>
        </p:txBody>
      </p:sp>
      <p:pic>
        <p:nvPicPr>
          <p:cNvPr id="244" name="Google Shape;244;p27" descr="logo"/>
          <p:cNvPicPr preferRelativeResize="0"/>
          <p:nvPr/>
        </p:nvPicPr>
        <p:blipFill>
          <a:blip r:embed="rId2"/>
          <a:stretch>
            <a:fillRect/>
          </a:stretch>
        </p:blipFill>
        <p:spPr>
          <a:xfrm>
            <a:off x="488050" y="4799275"/>
            <a:ext cx="1371600" cy="146304"/>
          </a:xfrm>
          <a:prstGeom prst="rect">
            <a:avLst/>
          </a:prstGeom>
          <a:noFill/>
          <a:ln>
            <a:noFill/>
          </a:ln>
        </p:spPr>
      </p:pic>
      <p:pic>
        <p:nvPicPr>
          <p:cNvPr id="7" name="Picture 6" descr="pixelcut-export (1)"/>
          <p:cNvPicPr>
            <a:picLocks noChangeAspect="1"/>
          </p:cNvPicPr>
          <p:nvPr/>
        </p:nvPicPr>
        <p:blipFill>
          <a:blip r:embed="rId3"/>
          <a:srcRect t="22967" b="48563"/>
          <a:stretch>
            <a:fillRect/>
          </a:stretch>
        </p:blipFill>
        <p:spPr>
          <a:xfrm>
            <a:off x="0" y="4364990"/>
            <a:ext cx="2733040" cy="77851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248" name="Shape 248"/>
        <p:cNvGrpSpPr/>
        <p:nvPr/>
      </p:nvGrpSpPr>
      <p:grpSpPr>
        <a:xfrm>
          <a:off x="0" y="0"/>
          <a:ext cx="0" cy="0"/>
          <a:chOff x="0" y="0"/>
          <a:chExt cx="0" cy="0"/>
        </a:xfrm>
      </p:grpSpPr>
      <p:sp>
        <p:nvSpPr>
          <p:cNvPr id="249" name="Google Shape;249;p28" descr="title"/>
          <p:cNvSpPr txBox="1"/>
          <p:nvPr/>
        </p:nvSpPr>
        <p:spPr>
          <a:xfrm>
            <a:off x="411950" y="347475"/>
            <a:ext cx="8320200" cy="572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GB" sz="2200" b="1">
                <a:solidFill>
                  <a:schemeClr val="dk1"/>
                </a:solidFill>
                <a:latin typeface="Hanken Grotesk"/>
                <a:ea typeface="Hanken Grotesk"/>
                <a:cs typeface="Hanken Grotesk"/>
                <a:sym typeface="Hanken Grotesk"/>
              </a:rPr>
              <a:t>Engaging Activities for Language Learning</a:t>
            </a:r>
            <a:endParaRPr sz="2200" b="1">
              <a:solidFill>
                <a:schemeClr val="dk1"/>
              </a:solidFill>
              <a:latin typeface="Hanken Grotesk"/>
              <a:ea typeface="Hanken Grotesk"/>
              <a:cs typeface="Hanken Grotesk"/>
              <a:sym typeface="Hanken Grotesk"/>
            </a:endParaRPr>
          </a:p>
        </p:txBody>
      </p:sp>
      <p:sp>
        <p:nvSpPr>
          <p:cNvPr id="250" name="Google Shape;250;p28" descr="detail_0"/>
          <p:cNvSpPr txBox="1"/>
          <p:nvPr>
            <p:ph type="body" idx="1"/>
          </p:nvPr>
        </p:nvSpPr>
        <p:spPr>
          <a:xfrm>
            <a:off x="412001" y="2237275"/>
            <a:ext cx="1964100" cy="2338500"/>
          </a:xfrm>
          <a:prstGeom prst="rect">
            <a:avLst/>
          </a:prstGeom>
        </p:spPr>
        <p:txBody>
          <a:bodyPr spcFirstLastPara="1" wrap="square" lIns="91425" tIns="91425" rIns="91425" bIns="91425" anchor="t" anchorCtr="0">
            <a:noAutofit/>
          </a:bodyPr>
          <a:lstStyle/>
          <a:p>
            <a:pPr marL="0" lvl="0" indent="0" algn="l" rtl="0">
              <a:lnSpc>
                <a:spcPct val="150000"/>
              </a:lnSpc>
              <a:spcBef>
                <a:spcPts val="0"/>
              </a:spcBef>
              <a:spcAft>
                <a:spcPts val="1000"/>
              </a:spcAft>
              <a:buNone/>
            </a:pPr>
            <a:r>
              <a:rPr lang="en-GB" sz="1000">
                <a:solidFill>
                  <a:schemeClr val="bg2"/>
                </a:solidFill>
              </a:rPr>
              <a:t>Storytelling helps improve language skills and memory, and can spark curiosity. Each trainer will come up to tell a story with actions on topics such as My Family, My best friend, My favourite subject, and My favourite food.</a:t>
            </a:r>
            <a:endParaRPr lang="en-GB" sz="1000">
              <a:solidFill>
                <a:schemeClr val="bg2"/>
              </a:solidFill>
              <a:latin typeface="Hanken Grotesk"/>
              <a:ea typeface="Hanken Grotesk"/>
              <a:cs typeface="Hanken Grotesk"/>
              <a:sym typeface="Hanken Grotesk"/>
            </a:endParaRPr>
          </a:p>
        </p:txBody>
      </p:sp>
      <p:sp>
        <p:nvSpPr>
          <p:cNvPr id="251" name="Google Shape;251;p28" descr="detail_1"/>
          <p:cNvSpPr txBox="1"/>
          <p:nvPr>
            <p:ph type="body" idx="3"/>
          </p:nvPr>
        </p:nvSpPr>
        <p:spPr>
          <a:xfrm>
            <a:off x="2530731" y="2237275"/>
            <a:ext cx="1964100" cy="2338500"/>
          </a:xfrm>
          <a:prstGeom prst="rect">
            <a:avLst/>
          </a:prstGeom>
        </p:spPr>
        <p:txBody>
          <a:bodyPr spcFirstLastPara="1" wrap="square" lIns="91425" tIns="91425" rIns="91425" bIns="91425" anchor="t" anchorCtr="0">
            <a:noAutofit/>
          </a:bodyPr>
          <a:lstStyle/>
          <a:p>
            <a:pPr marL="0" lvl="0" indent="0" algn="l" rtl="0">
              <a:lnSpc>
                <a:spcPct val="150000"/>
              </a:lnSpc>
              <a:spcBef>
                <a:spcPts val="0"/>
              </a:spcBef>
              <a:spcAft>
                <a:spcPts val="1000"/>
              </a:spcAft>
              <a:buNone/>
            </a:pPr>
            <a:r>
              <a:rPr lang="en-GB" sz="1000">
                <a:solidFill>
                  <a:schemeClr val="bg2"/>
                </a:solidFill>
              </a:rPr>
              <a:t>Matching games help children build vocabulary, improve spelling and pronunciation, and learn to communicate effectively. Divide into 2 groups to match flashcards with corresponding objects.</a:t>
            </a:r>
            <a:endParaRPr lang="en-GB" sz="1000">
              <a:solidFill>
                <a:schemeClr val="bg2"/>
              </a:solidFill>
              <a:latin typeface="Hanken Grotesk"/>
              <a:ea typeface="Hanken Grotesk"/>
              <a:cs typeface="Hanken Grotesk"/>
              <a:sym typeface="Hanken Grotesk"/>
            </a:endParaRPr>
          </a:p>
        </p:txBody>
      </p:sp>
      <p:sp>
        <p:nvSpPr>
          <p:cNvPr id="252" name="Google Shape;252;p28" descr="detail_2"/>
          <p:cNvSpPr txBox="1"/>
          <p:nvPr>
            <p:ph type="body" idx="5"/>
          </p:nvPr>
        </p:nvSpPr>
        <p:spPr>
          <a:xfrm>
            <a:off x="4649462" y="2237275"/>
            <a:ext cx="1964100" cy="2338500"/>
          </a:xfrm>
          <a:prstGeom prst="rect">
            <a:avLst/>
          </a:prstGeom>
        </p:spPr>
        <p:txBody>
          <a:bodyPr spcFirstLastPara="1" wrap="square" lIns="91425" tIns="91425" rIns="91425" bIns="91425" anchor="t" anchorCtr="0">
            <a:noAutofit/>
          </a:bodyPr>
          <a:lstStyle/>
          <a:p>
            <a:pPr marL="0" lvl="0" indent="0" algn="l" rtl="0">
              <a:lnSpc>
                <a:spcPct val="150000"/>
              </a:lnSpc>
              <a:spcBef>
                <a:spcPts val="0"/>
              </a:spcBef>
              <a:spcAft>
                <a:spcPts val="1000"/>
              </a:spcAft>
              <a:buNone/>
            </a:pPr>
            <a:r>
              <a:rPr lang="en-GB" sz="1000">
                <a:solidFill>
                  <a:schemeClr val="bg2"/>
                </a:solidFill>
              </a:rPr>
              <a:t>Reading helps learners learn new vocabulary, grammar, syntax, and the structure of the English language. Teams of 2 will read a book while coordinating actions to enhance engagement.</a:t>
            </a:r>
            <a:endParaRPr lang="en-GB" sz="1000">
              <a:solidFill>
                <a:schemeClr val="bg2"/>
              </a:solidFill>
              <a:latin typeface="Hanken Grotesk"/>
              <a:ea typeface="Hanken Grotesk"/>
              <a:cs typeface="Hanken Grotesk"/>
              <a:sym typeface="Hanken Grotesk"/>
            </a:endParaRPr>
          </a:p>
        </p:txBody>
      </p:sp>
      <p:sp>
        <p:nvSpPr>
          <p:cNvPr id="253" name="Google Shape;253;p28" descr="header_0"/>
          <p:cNvSpPr txBox="1"/>
          <p:nvPr>
            <p:ph type="subTitle" idx="2"/>
          </p:nvPr>
        </p:nvSpPr>
        <p:spPr>
          <a:xfrm>
            <a:off x="411950" y="1718275"/>
            <a:ext cx="1964100" cy="519000"/>
          </a:xfrm>
          <a:prstGeom prst="rect">
            <a:avLst/>
          </a:prstGeom>
        </p:spPr>
        <p:txBody>
          <a:bodyPr spcFirstLastPara="1" wrap="square" lIns="91425" tIns="91425" rIns="91425" bIns="91425" anchor="t" anchorCtr="0">
            <a:noAutofit/>
          </a:bodyPr>
          <a:lstStyle/>
          <a:p>
            <a:pPr marL="0" lvl="0" indent="0" algn="l" rtl="0">
              <a:lnSpc>
                <a:spcPct val="100000"/>
              </a:lnSpc>
              <a:spcBef>
                <a:spcPts val="0"/>
              </a:spcBef>
              <a:spcAft>
                <a:spcPts val="1000"/>
              </a:spcAft>
              <a:buNone/>
            </a:pPr>
            <a:r>
              <a:rPr lang="en-GB" sz="1200"/>
              <a:t>Storytelling</a:t>
            </a:r>
            <a:endParaRPr sz="1200"/>
          </a:p>
        </p:txBody>
      </p:sp>
      <p:sp>
        <p:nvSpPr>
          <p:cNvPr id="254" name="Google Shape;254;p28" descr="header_1"/>
          <p:cNvSpPr txBox="1"/>
          <p:nvPr>
            <p:ph type="subTitle" idx="4"/>
          </p:nvPr>
        </p:nvSpPr>
        <p:spPr>
          <a:xfrm>
            <a:off x="2530681" y="1718275"/>
            <a:ext cx="1964100" cy="519000"/>
          </a:xfrm>
          <a:prstGeom prst="rect">
            <a:avLst/>
          </a:prstGeom>
        </p:spPr>
        <p:txBody>
          <a:bodyPr spcFirstLastPara="1" wrap="square" lIns="91425" tIns="91425" rIns="91425" bIns="91425" anchor="t" anchorCtr="0">
            <a:noAutofit/>
          </a:bodyPr>
          <a:lstStyle/>
          <a:p>
            <a:pPr marL="0" lvl="0" indent="0" algn="l" rtl="0">
              <a:lnSpc>
                <a:spcPct val="100000"/>
              </a:lnSpc>
              <a:spcBef>
                <a:spcPts val="0"/>
              </a:spcBef>
              <a:spcAft>
                <a:spcPts val="1000"/>
              </a:spcAft>
              <a:buClr>
                <a:schemeClr val="dk1"/>
              </a:buClr>
              <a:buSzPts val="1100"/>
              <a:buFont typeface="Arial" panose="020B0604020202090204"/>
              <a:buNone/>
            </a:pPr>
            <a:r>
              <a:rPr lang="en-GB" sz="1200"/>
              <a:t>Matching Games</a:t>
            </a:r>
            <a:endParaRPr sz="1200"/>
          </a:p>
        </p:txBody>
      </p:sp>
      <p:sp>
        <p:nvSpPr>
          <p:cNvPr id="255" name="Google Shape;255;p28" descr="header_2"/>
          <p:cNvSpPr txBox="1"/>
          <p:nvPr>
            <p:ph type="subTitle" idx="6"/>
          </p:nvPr>
        </p:nvSpPr>
        <p:spPr>
          <a:xfrm>
            <a:off x="4649411" y="1718275"/>
            <a:ext cx="1964100" cy="519000"/>
          </a:xfrm>
          <a:prstGeom prst="rect">
            <a:avLst/>
          </a:prstGeom>
        </p:spPr>
        <p:txBody>
          <a:bodyPr spcFirstLastPara="1" wrap="square" lIns="91425" tIns="91425" rIns="91425" bIns="91425" anchor="t" anchorCtr="0">
            <a:noAutofit/>
          </a:bodyPr>
          <a:lstStyle/>
          <a:p>
            <a:pPr marL="0" lvl="0" indent="0" algn="l" rtl="0">
              <a:lnSpc>
                <a:spcPct val="100000"/>
              </a:lnSpc>
              <a:spcBef>
                <a:spcPts val="0"/>
              </a:spcBef>
              <a:spcAft>
                <a:spcPts val="1000"/>
              </a:spcAft>
              <a:buNone/>
            </a:pPr>
            <a:r>
              <a:rPr lang="en-GB" sz="1200"/>
              <a:t>Reading</a:t>
            </a:r>
            <a:endParaRPr sz="1200"/>
          </a:p>
        </p:txBody>
      </p:sp>
      <p:sp>
        <p:nvSpPr>
          <p:cNvPr id="256" name="Google Shape;256;p28" descr="detail_3"/>
          <p:cNvSpPr txBox="1"/>
          <p:nvPr>
            <p:ph type="body" idx="7"/>
          </p:nvPr>
        </p:nvSpPr>
        <p:spPr>
          <a:xfrm>
            <a:off x="6768195" y="2237275"/>
            <a:ext cx="1964100" cy="2338500"/>
          </a:xfrm>
          <a:prstGeom prst="rect">
            <a:avLst/>
          </a:prstGeom>
        </p:spPr>
        <p:txBody>
          <a:bodyPr spcFirstLastPara="1" wrap="square" lIns="91425" tIns="91425" rIns="91425" bIns="91425" anchor="t" anchorCtr="0">
            <a:noAutofit/>
          </a:bodyPr>
          <a:lstStyle/>
          <a:p>
            <a:pPr marL="0" lvl="0" indent="0" algn="l" rtl="0">
              <a:lnSpc>
                <a:spcPct val="150000"/>
              </a:lnSpc>
              <a:spcBef>
                <a:spcPts val="0"/>
              </a:spcBef>
              <a:spcAft>
                <a:spcPts val="1000"/>
              </a:spcAft>
              <a:buNone/>
            </a:pPr>
            <a:r>
              <a:rPr lang="en-GB" sz="1000">
                <a:solidFill>
                  <a:schemeClr val="bg2"/>
                </a:solidFill>
              </a:rPr>
              <a:t>Picture comprehension gives a chance for vocabulary improvement and creativity. Provide different pictures and ask each candidate to come up with a story of their own.</a:t>
            </a:r>
            <a:endParaRPr lang="en-GB" sz="1000">
              <a:solidFill>
                <a:schemeClr val="bg2"/>
              </a:solidFill>
              <a:latin typeface="Hanken Grotesk"/>
              <a:ea typeface="Hanken Grotesk"/>
              <a:cs typeface="Hanken Grotesk"/>
              <a:sym typeface="Hanken Grotesk"/>
            </a:endParaRPr>
          </a:p>
        </p:txBody>
      </p:sp>
      <p:sp>
        <p:nvSpPr>
          <p:cNvPr id="257" name="Google Shape;257;p28" descr="header_3"/>
          <p:cNvSpPr txBox="1"/>
          <p:nvPr>
            <p:ph type="subTitle" idx="8"/>
          </p:nvPr>
        </p:nvSpPr>
        <p:spPr>
          <a:xfrm>
            <a:off x="6768144" y="1718275"/>
            <a:ext cx="1964100" cy="519000"/>
          </a:xfrm>
          <a:prstGeom prst="rect">
            <a:avLst/>
          </a:prstGeom>
        </p:spPr>
        <p:txBody>
          <a:bodyPr spcFirstLastPara="1" wrap="square" lIns="91425" tIns="91425" rIns="91425" bIns="91425" anchor="t" anchorCtr="0">
            <a:noAutofit/>
          </a:bodyPr>
          <a:lstStyle/>
          <a:p>
            <a:pPr marL="0" marR="0" lvl="0" indent="0" algn="l" rtl="0">
              <a:lnSpc>
                <a:spcPct val="100000"/>
              </a:lnSpc>
              <a:spcBef>
                <a:spcPts val="0"/>
              </a:spcBef>
              <a:spcAft>
                <a:spcPts val="1000"/>
              </a:spcAft>
              <a:buNone/>
            </a:pPr>
            <a:r>
              <a:rPr lang="en-GB" sz="1200"/>
              <a:t>Picture Comprehension</a:t>
            </a:r>
            <a:endParaRPr sz="1200"/>
          </a:p>
        </p:txBody>
      </p:sp>
      <p:pic>
        <p:nvPicPr>
          <p:cNvPr id="258" name="Google Shape;258;p28"/>
          <p:cNvPicPr preferRelativeResize="0"/>
          <p:nvPr/>
        </p:nvPicPr>
        <p:blipFill>
          <a:blip r:embed="rId1"/>
          <a:stretch>
            <a:fillRect/>
          </a:stretch>
        </p:blipFill>
        <p:spPr>
          <a:xfrm>
            <a:off x="570425" y="1367600"/>
            <a:ext cx="301752" cy="301752"/>
          </a:xfrm>
          <a:prstGeom prst="rect">
            <a:avLst/>
          </a:prstGeom>
          <a:noFill/>
          <a:ln>
            <a:noFill/>
          </a:ln>
        </p:spPr>
      </p:pic>
      <p:pic>
        <p:nvPicPr>
          <p:cNvPr id="259" name="Google Shape;259;p28"/>
          <p:cNvPicPr preferRelativeResize="0"/>
          <p:nvPr/>
        </p:nvPicPr>
        <p:blipFill>
          <a:blip r:embed="rId2"/>
          <a:stretch>
            <a:fillRect/>
          </a:stretch>
        </p:blipFill>
        <p:spPr>
          <a:xfrm>
            <a:off x="2655492" y="1367600"/>
            <a:ext cx="301752" cy="301752"/>
          </a:xfrm>
          <a:prstGeom prst="rect">
            <a:avLst/>
          </a:prstGeom>
          <a:noFill/>
          <a:ln>
            <a:noFill/>
          </a:ln>
        </p:spPr>
      </p:pic>
      <p:pic>
        <p:nvPicPr>
          <p:cNvPr id="260" name="Google Shape;260;p28"/>
          <p:cNvPicPr preferRelativeResize="0"/>
          <p:nvPr/>
        </p:nvPicPr>
        <p:blipFill>
          <a:blip r:embed="rId3"/>
          <a:stretch>
            <a:fillRect/>
          </a:stretch>
        </p:blipFill>
        <p:spPr>
          <a:xfrm>
            <a:off x="4740558" y="1367600"/>
            <a:ext cx="301752" cy="301752"/>
          </a:xfrm>
          <a:prstGeom prst="rect">
            <a:avLst/>
          </a:prstGeom>
          <a:noFill/>
          <a:ln>
            <a:noFill/>
          </a:ln>
        </p:spPr>
      </p:pic>
      <p:pic>
        <p:nvPicPr>
          <p:cNvPr id="261" name="Google Shape;261;p28"/>
          <p:cNvPicPr preferRelativeResize="0"/>
          <p:nvPr/>
        </p:nvPicPr>
        <p:blipFill>
          <a:blip r:embed="rId4"/>
          <a:stretch>
            <a:fillRect/>
          </a:stretch>
        </p:blipFill>
        <p:spPr>
          <a:xfrm>
            <a:off x="6825625" y="1367600"/>
            <a:ext cx="301752" cy="301752"/>
          </a:xfrm>
          <a:prstGeom prst="rect">
            <a:avLst/>
          </a:prstGeom>
          <a:noFill/>
          <a:ln>
            <a:noFill/>
          </a:ln>
        </p:spPr>
      </p:pic>
      <p:grpSp>
        <p:nvGrpSpPr>
          <p:cNvPr id="262" name="Google Shape;262;p28"/>
          <p:cNvGrpSpPr/>
          <p:nvPr/>
        </p:nvGrpSpPr>
        <p:grpSpPr>
          <a:xfrm>
            <a:off x="6952825" y="132250"/>
            <a:ext cx="2057400" cy="1033200"/>
            <a:chOff x="6922975" y="1548525"/>
            <a:chExt cx="2057400" cy="1033200"/>
          </a:xfrm>
        </p:grpSpPr>
        <p:grpSp>
          <p:nvGrpSpPr>
            <p:cNvPr id="263" name="Google Shape;263;p28"/>
            <p:cNvGrpSpPr/>
            <p:nvPr/>
          </p:nvGrpSpPr>
          <p:grpSpPr>
            <a:xfrm>
              <a:off x="6922975" y="1548525"/>
              <a:ext cx="2057400" cy="1033200"/>
              <a:chOff x="6172200" y="152400"/>
              <a:chExt cx="2057400" cy="1033200"/>
            </a:xfrm>
          </p:grpSpPr>
          <p:sp>
            <p:nvSpPr>
              <p:cNvPr id="264" name="Google Shape;264;p28"/>
              <p:cNvSpPr/>
              <p:nvPr/>
            </p:nvSpPr>
            <p:spPr>
              <a:xfrm>
                <a:off x="6172200" y="152400"/>
                <a:ext cx="2057400" cy="1033200"/>
              </a:xfrm>
              <a:prstGeom prst="roundRect">
                <a:avLst>
                  <a:gd name="adj" fmla="val 8292"/>
                </a:avLst>
              </a:prstGeom>
              <a:solidFill>
                <a:srgbClr val="FFD90F"/>
              </a:solidFill>
              <a:ln w="9525" cap="flat" cmpd="sng">
                <a:solidFill>
                  <a:srgbClr val="000000"/>
                </a:solidFill>
                <a:prstDash val="solid"/>
                <a:round/>
                <a:headEnd type="none" w="sm" len="sm"/>
                <a:tailEnd type="none" w="sm" len="sm"/>
              </a:ln>
              <a:effectLst>
                <a:outerShdw blurRad="14288" dist="57150" dir="2760000" algn="bl" rotWithShape="0">
                  <a:srgbClr val="000000">
                    <a:alpha val="19000"/>
                  </a:srgbClr>
                </a:outerShdw>
              </a:effectLst>
            </p:spPr>
            <p:txBody>
              <a:bodyPr spcFirstLastPara="1" wrap="square" lIns="0" tIns="457200" rIns="91425" bIns="91425" anchor="t" anchorCtr="0">
                <a:noAutofit/>
              </a:bodyPr>
              <a:lstStyle/>
              <a:p>
                <a:pPr marL="0" lvl="0" indent="0" algn="l" rtl="0">
                  <a:spcBef>
                    <a:spcPts val="0"/>
                  </a:spcBef>
                  <a:spcAft>
                    <a:spcPts val="0"/>
                  </a:spcAft>
                  <a:buClr>
                    <a:srgbClr val="000000"/>
                  </a:buClr>
                  <a:buSzPts val="1100"/>
                  <a:buFont typeface="Arial" panose="020B0604020202090204"/>
                  <a:buNone/>
                </a:pPr>
                <a:endParaRPr sz="900">
                  <a:latin typeface="Inter" panose="02000503000000020004"/>
                  <a:ea typeface="Inter" panose="02000503000000020004"/>
                  <a:cs typeface="Inter" panose="02000503000000020004"/>
                  <a:sym typeface="Inter" panose="02000503000000020004"/>
                </a:endParaRPr>
              </a:p>
            </p:txBody>
          </p:sp>
          <p:sp>
            <p:nvSpPr>
              <p:cNvPr id="265" name="Google Shape;265;p28"/>
              <p:cNvSpPr txBox="1"/>
              <p:nvPr/>
            </p:nvSpPr>
            <p:spPr>
              <a:xfrm>
                <a:off x="6467625" y="224325"/>
                <a:ext cx="1571400" cy="228600"/>
              </a:xfrm>
              <a:prstGeom prst="rect">
                <a:avLst/>
              </a:prstGeom>
              <a:noFill/>
              <a:ln>
                <a:noFill/>
              </a:ln>
            </p:spPr>
            <p:txBody>
              <a:bodyPr spcFirstLastPara="1" wrap="square" lIns="0" tIns="0" rIns="91425" bIns="0" anchor="ctr" anchorCtr="0">
                <a:noAutofit/>
              </a:bodyPr>
              <a:lstStyle/>
              <a:p>
                <a:pPr marL="0" lvl="0" indent="0" algn="l" rtl="0">
                  <a:spcBef>
                    <a:spcPts val="0"/>
                  </a:spcBef>
                  <a:spcAft>
                    <a:spcPts val="0"/>
                  </a:spcAft>
                  <a:buNone/>
                </a:pPr>
                <a:r>
                  <a:rPr lang="en-GB" sz="900" b="1">
                    <a:latin typeface="Inter" panose="02000503000000020004"/>
                    <a:ea typeface="Inter" panose="02000503000000020004"/>
                    <a:cs typeface="Inter" panose="02000503000000020004"/>
                    <a:sym typeface="Inter" panose="02000503000000020004"/>
                  </a:rPr>
                  <a:t>Plus tip:</a:t>
                </a:r>
                <a:endParaRPr sz="900" b="1">
                  <a:latin typeface="Inter" panose="02000503000000020004"/>
                  <a:ea typeface="Inter" panose="02000503000000020004"/>
                  <a:cs typeface="Inter" panose="02000503000000020004"/>
                  <a:sym typeface="Inter" panose="02000503000000020004"/>
                </a:endParaRPr>
              </a:p>
            </p:txBody>
          </p:sp>
        </p:grpSp>
        <p:sp>
          <p:nvSpPr>
            <p:cNvPr id="266" name="Google Shape;266;p28" descr="plus_tip"/>
            <p:cNvSpPr txBox="1"/>
            <p:nvPr/>
          </p:nvSpPr>
          <p:spPr>
            <a:xfrm>
              <a:off x="6922975" y="1784025"/>
              <a:ext cx="2057400" cy="79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800">
                  <a:latin typeface="Inter" panose="02000503000000020004"/>
                  <a:ea typeface="Inter" panose="02000503000000020004"/>
                  <a:cs typeface="Inter" panose="02000503000000020004"/>
                  <a:sym typeface="Inter" panose="02000503000000020004"/>
                </a:rPr>
                <a:t>Consider customizing the activities based on the age group and proficiency level of the learners to make them more effective.</a:t>
              </a:r>
              <a:endParaRPr sz="800">
                <a:latin typeface="Inter" panose="02000503000000020004"/>
                <a:ea typeface="Inter" panose="02000503000000020004"/>
                <a:cs typeface="Inter" panose="02000503000000020004"/>
                <a:sym typeface="Inter" panose="02000503000000020004"/>
              </a:endParaRPr>
            </a:p>
          </p:txBody>
        </p:sp>
        <p:pic>
          <p:nvPicPr>
            <p:cNvPr id="267" name="Google Shape;267;p28"/>
            <p:cNvPicPr preferRelativeResize="0"/>
            <p:nvPr/>
          </p:nvPicPr>
          <p:blipFill>
            <a:blip r:embed="rId5"/>
            <a:stretch>
              <a:fillRect/>
            </a:stretch>
          </p:blipFill>
          <p:spPr>
            <a:xfrm>
              <a:off x="7016628" y="1652466"/>
              <a:ext cx="164591" cy="164591"/>
            </a:xfrm>
            <a:prstGeom prst="rect">
              <a:avLst/>
            </a:prstGeom>
            <a:noFill/>
            <a:ln>
              <a:noFill/>
            </a:ln>
          </p:spPr>
        </p:pic>
      </p:grpSp>
      <p:pic>
        <p:nvPicPr>
          <p:cNvPr id="268" name="Google Shape;268;p28" descr="logo"/>
          <p:cNvPicPr preferRelativeResize="0"/>
          <p:nvPr/>
        </p:nvPicPr>
        <p:blipFill>
          <a:blip r:embed="rId6"/>
          <a:stretch>
            <a:fillRect/>
          </a:stretch>
        </p:blipFill>
        <p:spPr>
          <a:xfrm>
            <a:off x="488050" y="4799275"/>
            <a:ext cx="1371600" cy="14630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Picture 3" descr="Inspiration"/>
          <p:cNvPicPr>
            <a:picLocks noChangeAspect="1"/>
          </p:cNvPicPr>
          <p:nvPr/>
        </p:nvPicPr>
        <p:blipFill>
          <a:blip r:embed="rId1"/>
          <a:stretch>
            <a:fillRect/>
          </a:stretch>
        </p:blipFill>
        <p:spPr>
          <a:xfrm>
            <a:off x="-635" y="-5715"/>
            <a:ext cx="9145270" cy="3766185"/>
          </a:xfrm>
          <a:prstGeom prst="rect">
            <a:avLst/>
          </a:prstGeom>
        </p:spPr>
      </p:pic>
      <p:sp>
        <p:nvSpPr>
          <p:cNvPr id="11" name="Text Box 10"/>
          <p:cNvSpPr txBox="1"/>
          <p:nvPr/>
        </p:nvSpPr>
        <p:spPr>
          <a:xfrm>
            <a:off x="384810" y="3772376"/>
            <a:ext cx="8222456" cy="737235"/>
          </a:xfrm>
          <a:prstGeom prst="rect">
            <a:avLst/>
          </a:prstGeom>
          <a:noFill/>
        </p:spPr>
        <p:txBody>
          <a:bodyPr wrap="square" rtlCol="0">
            <a:spAutoFit/>
          </a:bodyPr>
          <a:p>
            <a:pPr algn="just"/>
            <a:r>
              <a:rPr lang="en-US">
                <a:solidFill>
                  <a:schemeClr val="tx1"/>
                </a:solidFill>
                <a:latin typeface="Outfit" charset="0"/>
                <a:cs typeface="Outfit" charset="0"/>
              </a:rPr>
              <a:t>MySkool is an inspiration for schools, teachers, parents and students to excel in life. It is a message that ‘good is always appreciated.’ It is a push towards self motivation, an opportunity to see how others are growing and a chance to appreciate fellow human beings.</a:t>
            </a:r>
            <a:endParaRPr lang="en-US">
              <a:solidFill>
                <a:schemeClr val="tx1"/>
              </a:solidFill>
              <a:latin typeface="Outfit" charset="0"/>
              <a:cs typeface="Outfit" charset="0"/>
            </a:endParaRPr>
          </a:p>
        </p:txBody>
      </p:sp>
      <p:pic>
        <p:nvPicPr>
          <p:cNvPr id="3" name="Picture 2" descr="pixelcut-export (1)"/>
          <p:cNvPicPr>
            <a:picLocks noChangeAspect="1"/>
          </p:cNvPicPr>
          <p:nvPr/>
        </p:nvPicPr>
        <p:blipFill>
          <a:blip r:embed="rId2"/>
          <a:srcRect t="22967" b="48563"/>
          <a:stretch>
            <a:fillRect/>
          </a:stretch>
        </p:blipFill>
        <p:spPr>
          <a:xfrm>
            <a:off x="6649720" y="4364990"/>
            <a:ext cx="2733040" cy="778510"/>
          </a:xfrm>
          <a:prstGeom prst="rect">
            <a:avLst/>
          </a:prstGeom>
        </p:spPr>
      </p:pic>
    </p:spTree>
  </p:cSld>
  <p:clrMapOvr>
    <a:masterClrMapping/>
  </p:clrMapOvr>
</p:sld>
</file>

<file path=ppt/theme/theme1.xml><?xml version="1.0" encoding="utf-8"?>
<a:theme xmlns:a="http://schemas.openxmlformats.org/drawingml/2006/main"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6325</Words>
  <Application>WPS Writer</Application>
  <PresentationFormat/>
  <Paragraphs>137</Paragraphs>
  <Slides>10</Slides>
  <Notes>0</Notes>
  <HiddenSlides>0</HiddenSlides>
  <MMClips>0</MMClips>
  <ScaleCrop>false</ScaleCrop>
  <HeadingPairs>
    <vt:vector size="6" baseType="variant">
      <vt:variant>
        <vt:lpstr>已用的字体</vt:lpstr>
      </vt:variant>
      <vt:variant>
        <vt:i4>21</vt:i4>
      </vt:variant>
      <vt:variant>
        <vt:lpstr>主题</vt:lpstr>
      </vt:variant>
      <vt:variant>
        <vt:i4>1</vt:i4>
      </vt:variant>
      <vt:variant>
        <vt:lpstr>幻灯片标题</vt:lpstr>
      </vt:variant>
      <vt:variant>
        <vt:i4>10</vt:i4>
      </vt:variant>
    </vt:vector>
  </HeadingPairs>
  <TitlesOfParts>
    <vt:vector size="32" baseType="lpstr">
      <vt:lpstr>Arial</vt:lpstr>
      <vt:lpstr>SimSun</vt:lpstr>
      <vt:lpstr>Wingdings</vt:lpstr>
      <vt:lpstr>Arial</vt:lpstr>
      <vt:lpstr>Raleway</vt:lpstr>
      <vt:lpstr>Lato</vt:lpstr>
      <vt:lpstr>Hanken Grotesk</vt:lpstr>
      <vt:lpstr>Hanken Grotesk SemiBold</vt:lpstr>
      <vt:lpstr>Inter Black</vt:lpstr>
      <vt:lpstr>Libre Franklin Medium</vt:lpstr>
      <vt:lpstr>Inter</vt:lpstr>
      <vt:lpstr>Hanken Grotesk ExtraBold</vt:lpstr>
      <vt:lpstr>Microsoft YaHei</vt:lpstr>
      <vt:lpstr>汉仪旗黑</vt:lpstr>
      <vt:lpstr>Arial Unicode MS</vt:lpstr>
      <vt:lpstr>宋体-简</vt:lpstr>
      <vt:lpstr>Heiti SC Medium</vt:lpstr>
      <vt:lpstr>Calibri</vt:lpstr>
      <vt:lpstr>Helvetica Neue</vt:lpstr>
      <vt:lpstr>Outfit</vt:lpstr>
      <vt:lpstr>苹方-简</vt:lpstr>
      <vt:lpstr>Streamline</vt:lpstr>
      <vt:lpstr>Understanding Language Acquisition</vt:lpstr>
      <vt:lpstr>PowerPoint 演示文稿</vt:lpstr>
      <vt:lpstr>Agenda</vt:lpstr>
      <vt:lpstr>PowerPoint 演示文稿</vt:lpstr>
      <vt:lpstr>Foundational Concepts in Language Learning</vt:lpstr>
      <vt:lpstr>PowerPoint 演示文稿</vt:lpstr>
      <vt:lpstr>PowerPoint 演示文稿</vt:lpstr>
      <vt:lpstr>Understanding language acquisition stages and learning styles is crucial for effective language teaching.</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Understanding Language Acquisition</dc:title>
  <dc:creator/>
  <cp:lastModifiedBy>apple</cp:lastModifiedBy>
  <cp:revision>3</cp:revision>
  <dcterms:created xsi:type="dcterms:W3CDTF">2024-11-03T05:44:27Z</dcterms:created>
  <dcterms:modified xsi:type="dcterms:W3CDTF">2024-11-03T05:44:27Z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94F3685395FB8BB3310C2767313089E9_43</vt:lpwstr>
  </property>
  <property fmtid="{D5CDD505-2E9C-101B-9397-08002B2CF9AE}" pid="3" name="KSOProductBuildVer">
    <vt:lpwstr>1033-6.10.1.8203</vt:lpwstr>
  </property>
</Properties>
</file>