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Hanken Grotesk"/>
      <p:regular r:id="rId21"/>
      <p:bold r:id="rId22"/>
      <p:italic r:id="rId23"/>
      <p:boldItalic r:id="rId24"/>
    </p:embeddedFont>
    <p:embeddedFont>
      <p:font typeface="Nunito"/>
      <p:regular r:id="rId25"/>
      <p:bold r:id="rId26"/>
      <p:italic r:id="rId27"/>
      <p:boldItalic r:id="rId28"/>
    </p:embeddedFont>
    <p:embeddedFont>
      <p:font typeface="Hanken Grotesk SemiBold"/>
      <p:regular r:id="rId29"/>
      <p:bold r:id="rId30"/>
      <p:italic r:id="rId31"/>
      <p:boldItalic r:id="rId32"/>
    </p:embeddedFont>
    <p:embeddedFont>
      <p:font typeface="Inter"/>
      <p:regular r:id="rId33"/>
      <p:bold r:id="rId34"/>
      <p:italic r:id="rId35"/>
      <p:boldItalic r:id="rId36"/>
    </p:embeddedFont>
    <p:embeddedFont>
      <p:font typeface="Maven Pro"/>
      <p:regular r:id="rId37"/>
      <p:bold r:id="rId38"/>
    </p:embeddedFont>
    <p:embeddedFont>
      <p:font typeface="Libre Franklin Medium"/>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Medium-bold.fntdata"/><Relationship Id="rId20" Type="http://schemas.openxmlformats.org/officeDocument/2006/relationships/slide" Target="slides/slide15.xml"/><Relationship Id="rId42" Type="http://schemas.openxmlformats.org/officeDocument/2006/relationships/font" Target="fonts/LibreFranklinMedium-boldItalic.fntdata"/><Relationship Id="rId41" Type="http://schemas.openxmlformats.org/officeDocument/2006/relationships/font" Target="fonts/LibreFranklinMedium-italic.fntdata"/><Relationship Id="rId22" Type="http://schemas.openxmlformats.org/officeDocument/2006/relationships/font" Target="fonts/HankenGrotesk-bold.fntdata"/><Relationship Id="rId21" Type="http://schemas.openxmlformats.org/officeDocument/2006/relationships/font" Target="fonts/HankenGrotesk-regular.fntdata"/><Relationship Id="rId24" Type="http://schemas.openxmlformats.org/officeDocument/2006/relationships/font" Target="fonts/HankenGrotesk-boldItalic.fntdata"/><Relationship Id="rId23" Type="http://schemas.openxmlformats.org/officeDocument/2006/relationships/font" Target="fonts/HankenGrotesk-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fntdata"/><Relationship Id="rId25" Type="http://schemas.openxmlformats.org/officeDocument/2006/relationships/font" Target="fonts/Nunito-regular.fntdata"/><Relationship Id="rId28" Type="http://schemas.openxmlformats.org/officeDocument/2006/relationships/font" Target="fonts/Nunito-boldItalic.fntdata"/><Relationship Id="rId27"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ankenGrotesk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ankenGroteskSemiBold-italic.fntdata"/><Relationship Id="rId30" Type="http://schemas.openxmlformats.org/officeDocument/2006/relationships/font" Target="fonts/HankenGroteskSemiBold-bold.fntdata"/><Relationship Id="rId11" Type="http://schemas.openxmlformats.org/officeDocument/2006/relationships/slide" Target="slides/slide6.xml"/><Relationship Id="rId33" Type="http://schemas.openxmlformats.org/officeDocument/2006/relationships/font" Target="fonts/Inter-regular.fntdata"/><Relationship Id="rId10" Type="http://schemas.openxmlformats.org/officeDocument/2006/relationships/slide" Target="slides/slide5.xml"/><Relationship Id="rId32" Type="http://schemas.openxmlformats.org/officeDocument/2006/relationships/font" Target="fonts/HankenGroteskSemiBold-boldItalic.fntdata"/><Relationship Id="rId13" Type="http://schemas.openxmlformats.org/officeDocument/2006/relationships/slide" Target="slides/slide8.xml"/><Relationship Id="rId35" Type="http://schemas.openxmlformats.org/officeDocument/2006/relationships/font" Target="fonts/Inter-italic.fntdata"/><Relationship Id="rId12" Type="http://schemas.openxmlformats.org/officeDocument/2006/relationships/slide" Target="slides/slide7.xml"/><Relationship Id="rId34" Type="http://schemas.openxmlformats.org/officeDocument/2006/relationships/font" Target="fonts/Inter-bold.fntdata"/><Relationship Id="rId15" Type="http://schemas.openxmlformats.org/officeDocument/2006/relationships/slide" Target="slides/slide10.xml"/><Relationship Id="rId37" Type="http://schemas.openxmlformats.org/officeDocument/2006/relationships/font" Target="fonts/MavenPro-regular.fntdata"/><Relationship Id="rId14" Type="http://schemas.openxmlformats.org/officeDocument/2006/relationships/slide" Target="slides/slide9.xml"/><Relationship Id="rId36" Type="http://schemas.openxmlformats.org/officeDocument/2006/relationships/font" Target="fonts/Inter-boldItalic.fntdata"/><Relationship Id="rId17" Type="http://schemas.openxmlformats.org/officeDocument/2006/relationships/slide" Target="slides/slide12.xml"/><Relationship Id="rId39" Type="http://schemas.openxmlformats.org/officeDocument/2006/relationships/font" Target="fonts/LibreFranklinMedium-regular.fntdata"/><Relationship Id="rId16" Type="http://schemas.openxmlformats.org/officeDocument/2006/relationships/slide" Target="slides/slide11.xml"/><Relationship Id="rId38" Type="http://schemas.openxmlformats.org/officeDocument/2006/relationships/font" Target="fonts/MavenPr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SLIDES_API132809107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SLIDES_API132809107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SLIDES_API1328091079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SLIDES_API1328091079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SLIDES_API1328091079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SLIDES_API1328091079_2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SLIDES_API1328091079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SLIDES_API1328091079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SLIDES_API1328091079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SLIDES_API1328091079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SLIDES_API1328091079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SLIDES_API1328091079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SLIDES_API1328091079_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SLIDES_API1328091079_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SLIDES_API1328091079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SLIDES_API1328091079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SLIDES_API1328091079_1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SLIDES_API1328091079_1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SLIDES_API1328091079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SLIDES_API1328091079_13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SLIDES_API1328091079_1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SLIDES_API1328091079_1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SLIDES_API1328091079_1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SLIDES_API1328091079_1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SLIDES_API1328091079_1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SLIDES_API1328091079_1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SLIDES_API1328091079_2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SLIDES_API1328091079_2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SLIDES_API1328091079_2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SLIDES_API1328091079_2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73" name="Shape 273"/>
        <p:cNvGrpSpPr/>
        <p:nvPr/>
      </p:nvGrpSpPr>
      <p:grpSpPr>
        <a:xfrm>
          <a:off x="0" y="0"/>
          <a:ext cx="0" cy="0"/>
          <a:chOff x="0" y="0"/>
          <a:chExt cx="0" cy="0"/>
        </a:xfrm>
      </p:grpSpPr>
      <p:sp>
        <p:nvSpPr>
          <p:cNvPr id="274" name="Google Shape;274;p13"/>
          <p:cNvSpPr txBox="1"/>
          <p:nvPr>
            <p:ph type="ctrTitle"/>
          </p:nvPr>
        </p:nvSpPr>
        <p:spPr>
          <a:xfrm>
            <a:off x="1029150" y="1563750"/>
            <a:ext cx="5715000" cy="2016000"/>
          </a:xfrm>
          <a:prstGeom prst="rect">
            <a:avLst/>
          </a:prstGeom>
        </p:spPr>
        <p:txBody>
          <a:bodyPr anchorCtr="0" anchor="ctr" bIns="91425" lIns="91425" spcFirstLastPara="1" rIns="91425" wrap="square" tIns="91425">
            <a:normAutofit/>
          </a:bodyPr>
          <a:lstStyle>
            <a:lvl1pPr lvl="0">
              <a:spcBef>
                <a:spcPts val="0"/>
              </a:spcBef>
              <a:spcAft>
                <a:spcPts val="0"/>
              </a:spcAft>
              <a:buSzPts val="4000"/>
              <a:buFont typeface="Hanken Grotesk"/>
              <a:buNone/>
              <a:defRPr b="1" sz="4000">
                <a:latin typeface="Hanken Grotesk"/>
                <a:ea typeface="Hanken Grotesk"/>
                <a:cs typeface="Hanken Grotesk"/>
                <a:sym typeface="Hanken Grotesk"/>
              </a:defRPr>
            </a:lvl1pPr>
            <a:lvl2pPr lvl="1" algn="ctr">
              <a:spcBef>
                <a:spcPts val="0"/>
              </a:spcBef>
              <a:spcAft>
                <a:spcPts val="0"/>
              </a:spcAft>
              <a:buSzPts val="4000"/>
              <a:buFont typeface="Hanken Grotesk"/>
              <a:buNone/>
              <a:defRPr b="1" sz="4000">
                <a:latin typeface="Hanken Grotesk"/>
                <a:ea typeface="Hanken Grotesk"/>
                <a:cs typeface="Hanken Grotesk"/>
                <a:sym typeface="Hanken Grotesk"/>
              </a:defRPr>
            </a:lvl2pPr>
            <a:lvl3pPr lvl="2" algn="ctr">
              <a:spcBef>
                <a:spcPts val="0"/>
              </a:spcBef>
              <a:spcAft>
                <a:spcPts val="0"/>
              </a:spcAft>
              <a:buSzPts val="4000"/>
              <a:buFont typeface="Hanken Grotesk"/>
              <a:buNone/>
              <a:defRPr b="1" sz="4000">
                <a:latin typeface="Hanken Grotesk"/>
                <a:ea typeface="Hanken Grotesk"/>
                <a:cs typeface="Hanken Grotesk"/>
                <a:sym typeface="Hanken Grotesk"/>
              </a:defRPr>
            </a:lvl3pPr>
            <a:lvl4pPr lvl="3" algn="ctr">
              <a:spcBef>
                <a:spcPts val="0"/>
              </a:spcBef>
              <a:spcAft>
                <a:spcPts val="0"/>
              </a:spcAft>
              <a:buSzPts val="4000"/>
              <a:buFont typeface="Hanken Grotesk"/>
              <a:buNone/>
              <a:defRPr b="1" sz="4000">
                <a:latin typeface="Hanken Grotesk"/>
                <a:ea typeface="Hanken Grotesk"/>
                <a:cs typeface="Hanken Grotesk"/>
                <a:sym typeface="Hanken Grotesk"/>
              </a:defRPr>
            </a:lvl4pPr>
            <a:lvl5pPr lvl="4" algn="ctr">
              <a:spcBef>
                <a:spcPts val="0"/>
              </a:spcBef>
              <a:spcAft>
                <a:spcPts val="0"/>
              </a:spcAft>
              <a:buSzPts val="4000"/>
              <a:buFont typeface="Hanken Grotesk"/>
              <a:buNone/>
              <a:defRPr b="1" sz="4000">
                <a:latin typeface="Hanken Grotesk"/>
                <a:ea typeface="Hanken Grotesk"/>
                <a:cs typeface="Hanken Grotesk"/>
                <a:sym typeface="Hanken Grotesk"/>
              </a:defRPr>
            </a:lvl5pPr>
            <a:lvl6pPr lvl="5" algn="ctr">
              <a:spcBef>
                <a:spcPts val="0"/>
              </a:spcBef>
              <a:spcAft>
                <a:spcPts val="0"/>
              </a:spcAft>
              <a:buSzPts val="4000"/>
              <a:buFont typeface="Hanken Grotesk"/>
              <a:buNone/>
              <a:defRPr b="1" sz="4000">
                <a:latin typeface="Hanken Grotesk"/>
                <a:ea typeface="Hanken Grotesk"/>
                <a:cs typeface="Hanken Grotesk"/>
                <a:sym typeface="Hanken Grotesk"/>
              </a:defRPr>
            </a:lvl6pPr>
            <a:lvl7pPr lvl="6" algn="ctr">
              <a:spcBef>
                <a:spcPts val="0"/>
              </a:spcBef>
              <a:spcAft>
                <a:spcPts val="0"/>
              </a:spcAft>
              <a:buSzPts val="4000"/>
              <a:buFont typeface="Hanken Grotesk"/>
              <a:buNone/>
              <a:defRPr b="1" sz="4000">
                <a:latin typeface="Hanken Grotesk"/>
                <a:ea typeface="Hanken Grotesk"/>
                <a:cs typeface="Hanken Grotesk"/>
                <a:sym typeface="Hanken Grotesk"/>
              </a:defRPr>
            </a:lvl7pPr>
            <a:lvl8pPr lvl="7" algn="ctr">
              <a:spcBef>
                <a:spcPts val="0"/>
              </a:spcBef>
              <a:spcAft>
                <a:spcPts val="0"/>
              </a:spcAft>
              <a:buSzPts val="4000"/>
              <a:buFont typeface="Hanken Grotesk"/>
              <a:buNone/>
              <a:defRPr b="1" sz="4000">
                <a:latin typeface="Hanken Grotesk"/>
                <a:ea typeface="Hanken Grotesk"/>
                <a:cs typeface="Hanken Grotesk"/>
                <a:sym typeface="Hanken Grotesk"/>
              </a:defRPr>
            </a:lvl8pPr>
            <a:lvl9pPr lvl="8" algn="ctr">
              <a:spcBef>
                <a:spcPts val="0"/>
              </a:spcBef>
              <a:spcAft>
                <a:spcPts val="0"/>
              </a:spcAft>
              <a:buSzPts val="4000"/>
              <a:buFont typeface="Hanken Grotesk"/>
              <a:buNone/>
              <a:defRPr b="1" sz="4000">
                <a:latin typeface="Hanken Grotesk"/>
                <a:ea typeface="Hanken Grotesk"/>
                <a:cs typeface="Hanken Grotesk"/>
                <a:sym typeface="Hanken Grotesk"/>
              </a:defRPr>
            </a:lvl9pPr>
          </a:lstStyle>
          <a:p/>
        </p:txBody>
      </p:sp>
      <p:sp>
        <p:nvSpPr>
          <p:cNvPr id="275" name="Google Shape;275;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orient="horz" pos="1620">
          <p15:clr>
            <a:srgbClr val="E46962"/>
          </p15:clr>
        </p15:guide>
        <p15:guide id="2" pos="432">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2">
    <p:spTree>
      <p:nvGrpSpPr>
        <p:cNvPr id="276" name="Shape 276"/>
        <p:cNvGrpSpPr/>
        <p:nvPr/>
      </p:nvGrpSpPr>
      <p:grpSpPr>
        <a:xfrm>
          <a:off x="0" y="0"/>
          <a:ext cx="0" cy="0"/>
          <a:chOff x="0" y="0"/>
          <a:chExt cx="0" cy="0"/>
        </a:xfrm>
      </p:grpSpPr>
      <p:sp>
        <p:nvSpPr>
          <p:cNvPr id="277" name="Google Shape;277;p14"/>
          <p:cNvSpPr txBox="1"/>
          <p:nvPr>
            <p:ph type="title"/>
          </p:nvPr>
        </p:nvSpPr>
        <p:spPr>
          <a:xfrm>
            <a:off x="457200" y="445025"/>
            <a:ext cx="8229600" cy="572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278" name="Google Shape;278;p14"/>
          <p:cNvSpPr txBox="1"/>
          <p:nvPr>
            <p:ph idx="1" type="body"/>
          </p:nvPr>
        </p:nvSpPr>
        <p:spPr>
          <a:xfrm>
            <a:off x="457200" y="1140000"/>
            <a:ext cx="4114800" cy="3429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dk1"/>
              </a:buClr>
              <a:buSzPts val="1300"/>
              <a:buChar char="•"/>
              <a:defRPr>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Sections">
  <p:cSld name="4-Sections">
    <p:spTree>
      <p:nvGrpSpPr>
        <p:cNvPr id="279" name="Shape 279"/>
        <p:cNvGrpSpPr/>
        <p:nvPr/>
      </p:nvGrpSpPr>
      <p:grpSpPr>
        <a:xfrm>
          <a:off x="0" y="0"/>
          <a:ext cx="0" cy="0"/>
          <a:chOff x="0" y="0"/>
          <a:chExt cx="0" cy="0"/>
        </a:xfrm>
      </p:grpSpPr>
      <p:sp>
        <p:nvSpPr>
          <p:cNvPr id="280" name="Google Shape;280;p15"/>
          <p:cNvSpPr txBox="1"/>
          <p:nvPr>
            <p:ph type="title"/>
          </p:nvPr>
        </p:nvSpPr>
        <p:spPr>
          <a:xfrm>
            <a:off x="457200" y="342900"/>
            <a:ext cx="8229600" cy="5943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1" name="Google Shape;281;p15"/>
          <p:cNvSpPr txBox="1"/>
          <p:nvPr>
            <p:ph idx="1" type="body"/>
          </p:nvPr>
        </p:nvSpPr>
        <p:spPr>
          <a:xfrm>
            <a:off x="457200"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82" name="Google Shape;282;p15"/>
          <p:cNvSpPr txBox="1"/>
          <p:nvPr>
            <p:ph idx="2" type="body"/>
          </p:nvPr>
        </p:nvSpPr>
        <p:spPr>
          <a:xfrm>
            <a:off x="2539746"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83" name="Google Shape;283;p15"/>
          <p:cNvSpPr txBox="1"/>
          <p:nvPr>
            <p:ph idx="10" type="dt"/>
          </p:nvPr>
        </p:nvSpPr>
        <p:spPr>
          <a:xfrm>
            <a:off x="457200" y="4800600"/>
            <a:ext cx="2229000" cy="2406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15"/>
          <p:cNvSpPr txBox="1"/>
          <p:nvPr>
            <p:ph idx="11" type="ftr"/>
          </p:nvPr>
        </p:nvSpPr>
        <p:spPr>
          <a:xfrm>
            <a:off x="2775585" y="4800600"/>
            <a:ext cx="3592800" cy="2406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15"/>
          <p:cNvSpPr txBox="1"/>
          <p:nvPr>
            <p:ph idx="12" type="sldNum"/>
          </p:nvPr>
        </p:nvSpPr>
        <p:spPr>
          <a:xfrm>
            <a:off x="6865620" y="4800600"/>
            <a:ext cx="1821300" cy="2406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286" name="Google Shape;286;p15"/>
          <p:cNvSpPr txBox="1"/>
          <p:nvPr>
            <p:ph idx="3" type="body"/>
          </p:nvPr>
        </p:nvSpPr>
        <p:spPr>
          <a:xfrm>
            <a:off x="457200"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87" name="Google Shape;287;p15"/>
          <p:cNvSpPr txBox="1"/>
          <p:nvPr>
            <p:ph idx="4" type="body"/>
          </p:nvPr>
        </p:nvSpPr>
        <p:spPr>
          <a:xfrm>
            <a:off x="2539746"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88" name="Google Shape;288;p15"/>
          <p:cNvSpPr txBox="1"/>
          <p:nvPr>
            <p:ph idx="5" type="body"/>
          </p:nvPr>
        </p:nvSpPr>
        <p:spPr>
          <a:xfrm>
            <a:off x="4622292" y="1876096"/>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89" name="Google Shape;289;p15"/>
          <p:cNvSpPr txBox="1"/>
          <p:nvPr>
            <p:ph idx="6" type="body"/>
          </p:nvPr>
        </p:nvSpPr>
        <p:spPr>
          <a:xfrm>
            <a:off x="6704838" y="1877673"/>
            <a:ext cx="1982100" cy="2817900"/>
          </a:xfrm>
          <a:prstGeom prst="rect">
            <a:avLst/>
          </a:prstGeom>
          <a:noFill/>
          <a:ln>
            <a:noFill/>
          </a:ln>
        </p:spPr>
        <p:txBody>
          <a:bodyPr anchorCtr="0" anchor="t" bIns="34275" lIns="68575" spcFirstLastPara="1" rIns="68575" wrap="square" tIns="34275">
            <a:normAutofit/>
          </a:bodyPr>
          <a:lstStyle>
            <a:lvl1pPr indent="-317500" lvl="0" marL="457200" algn="l">
              <a:lnSpc>
                <a:spcPct val="150000"/>
              </a:lnSpc>
              <a:spcBef>
                <a:spcPts val="900"/>
              </a:spcBef>
              <a:spcAft>
                <a:spcPts val="0"/>
              </a:spcAft>
              <a:buClr>
                <a:schemeClr val="dk1"/>
              </a:buClr>
              <a:buSzPts val="1400"/>
              <a:buChar char="●"/>
              <a:defRPr/>
            </a:lvl1pPr>
            <a:lvl2pPr indent="-317500" lvl="1" marL="914400" algn="l">
              <a:lnSpc>
                <a:spcPct val="150000"/>
              </a:lnSpc>
              <a:spcBef>
                <a:spcPts val="1200"/>
              </a:spcBef>
              <a:spcAft>
                <a:spcPts val="0"/>
              </a:spcAft>
              <a:buClr>
                <a:schemeClr val="dk1"/>
              </a:buClr>
              <a:buSzPts val="1400"/>
              <a:buChar char="○"/>
              <a:defRPr/>
            </a:lvl2pPr>
            <a:lvl3pPr indent="-317500" lvl="2" marL="1371600" algn="l">
              <a:lnSpc>
                <a:spcPct val="150000"/>
              </a:lnSpc>
              <a:spcBef>
                <a:spcPts val="1200"/>
              </a:spcBef>
              <a:spcAft>
                <a:spcPts val="0"/>
              </a:spcAft>
              <a:buClr>
                <a:schemeClr val="dk1"/>
              </a:buClr>
              <a:buSzPts val="1400"/>
              <a:buChar char="■"/>
              <a:defRPr/>
            </a:lvl3pPr>
            <a:lvl4pPr indent="-317500" lvl="3" marL="1828800" algn="l">
              <a:lnSpc>
                <a:spcPct val="150000"/>
              </a:lnSpc>
              <a:spcBef>
                <a:spcPts val="1200"/>
              </a:spcBef>
              <a:spcAft>
                <a:spcPts val="0"/>
              </a:spcAft>
              <a:buClr>
                <a:schemeClr val="dk1"/>
              </a:buClr>
              <a:buSzPts val="1400"/>
              <a:buChar char="●"/>
              <a:defRPr/>
            </a:lvl4pPr>
            <a:lvl5pPr indent="-317500" lvl="4" marL="2286000" algn="l">
              <a:lnSpc>
                <a:spcPct val="15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90" name="Google Shape;290;p15"/>
          <p:cNvSpPr txBox="1"/>
          <p:nvPr>
            <p:ph idx="7" type="body"/>
          </p:nvPr>
        </p:nvSpPr>
        <p:spPr>
          <a:xfrm>
            <a:off x="4622292"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
        <p:nvSpPr>
          <p:cNvPr id="291" name="Google Shape;291;p15"/>
          <p:cNvSpPr txBox="1"/>
          <p:nvPr>
            <p:ph idx="8" type="body"/>
          </p:nvPr>
        </p:nvSpPr>
        <p:spPr>
          <a:xfrm>
            <a:off x="6704838" y="1059180"/>
            <a:ext cx="1982100" cy="710100"/>
          </a:xfrm>
          <a:prstGeom prst="rect">
            <a:avLst/>
          </a:prstGeom>
          <a:noFill/>
          <a:ln>
            <a:noFill/>
          </a:ln>
        </p:spPr>
        <p:txBody>
          <a:bodyPr anchorCtr="0" anchor="b" bIns="34275" lIns="68575" spcFirstLastPara="1" rIns="68575" wrap="square" tIns="34275">
            <a:noAutofit/>
          </a:bodyPr>
          <a:lstStyle>
            <a:lvl1pPr indent="-228600" lvl="0" marL="457200" algn="l">
              <a:lnSpc>
                <a:spcPct val="100000"/>
              </a:lnSpc>
              <a:spcBef>
                <a:spcPts val="900"/>
              </a:spcBef>
              <a:spcAft>
                <a:spcPts val="0"/>
              </a:spcAft>
              <a:buClr>
                <a:schemeClr val="dk1"/>
              </a:buClr>
              <a:buSzPts val="1700"/>
              <a:buNone/>
              <a:defRPr b="1" sz="1700">
                <a:latin typeface="Libre Franklin Medium"/>
                <a:ea typeface="Libre Franklin Medium"/>
                <a:cs typeface="Libre Franklin Medium"/>
                <a:sym typeface="Libre Franklin Medium"/>
              </a:defRPr>
            </a:lvl1pPr>
            <a:lvl2pPr indent="-228600" lvl="1" marL="914400" algn="l">
              <a:lnSpc>
                <a:spcPct val="150000"/>
              </a:lnSpc>
              <a:spcBef>
                <a:spcPts val="1200"/>
              </a:spcBef>
              <a:spcAft>
                <a:spcPts val="0"/>
              </a:spcAft>
              <a:buClr>
                <a:schemeClr val="dk1"/>
              </a:buClr>
              <a:buSzPts val="1500"/>
              <a:buNone/>
              <a:defRPr b="1" sz="1500"/>
            </a:lvl2pPr>
            <a:lvl3pPr indent="-228600" lvl="2" marL="1371600" algn="l">
              <a:lnSpc>
                <a:spcPct val="150000"/>
              </a:lnSpc>
              <a:spcBef>
                <a:spcPts val="1200"/>
              </a:spcBef>
              <a:spcAft>
                <a:spcPts val="0"/>
              </a:spcAft>
              <a:buClr>
                <a:schemeClr val="dk1"/>
              </a:buClr>
              <a:buSzPts val="1400"/>
              <a:buNone/>
              <a:defRPr b="1" sz="1400"/>
            </a:lvl3pPr>
            <a:lvl4pPr indent="-228600" lvl="3" marL="1828800" algn="l">
              <a:lnSpc>
                <a:spcPct val="150000"/>
              </a:lnSpc>
              <a:spcBef>
                <a:spcPts val="1200"/>
              </a:spcBef>
              <a:spcAft>
                <a:spcPts val="0"/>
              </a:spcAft>
              <a:buClr>
                <a:schemeClr val="dk1"/>
              </a:buClr>
              <a:buSzPts val="1200"/>
              <a:buNone/>
              <a:defRPr b="1" sz="1200"/>
            </a:lvl4pPr>
            <a:lvl5pPr indent="-228600" lvl="4" marL="2286000" algn="l">
              <a:lnSpc>
                <a:spcPct val="150000"/>
              </a:lnSpc>
              <a:spcBef>
                <a:spcPts val="1200"/>
              </a:spcBef>
              <a:spcAft>
                <a:spcPts val="0"/>
              </a:spcAft>
              <a:buClr>
                <a:schemeClr val="dk1"/>
              </a:buClr>
              <a:buSzPts val="1200"/>
              <a:buNone/>
              <a:defRPr b="1" sz="1200"/>
            </a:lvl5pPr>
            <a:lvl6pPr indent="-228600" lvl="5" marL="2743200" algn="l">
              <a:lnSpc>
                <a:spcPct val="90000"/>
              </a:lnSpc>
              <a:spcBef>
                <a:spcPts val="1200"/>
              </a:spcBef>
              <a:spcAft>
                <a:spcPts val="0"/>
              </a:spcAft>
              <a:buClr>
                <a:schemeClr val="dk1"/>
              </a:buClr>
              <a:buSzPts val="1200"/>
              <a:buNone/>
              <a:defRPr b="1" sz="1200"/>
            </a:lvl6pPr>
            <a:lvl7pPr indent="-228600" lvl="6" marL="3200400" algn="l">
              <a:lnSpc>
                <a:spcPct val="90000"/>
              </a:lnSpc>
              <a:spcBef>
                <a:spcPts val="1200"/>
              </a:spcBef>
              <a:spcAft>
                <a:spcPts val="0"/>
              </a:spcAft>
              <a:buClr>
                <a:schemeClr val="dk1"/>
              </a:buClr>
              <a:buSzPts val="1200"/>
              <a:buNone/>
              <a:defRPr b="1" sz="1200"/>
            </a:lvl7pPr>
            <a:lvl8pPr indent="-228600" lvl="7" marL="3657600" algn="l">
              <a:lnSpc>
                <a:spcPct val="90000"/>
              </a:lnSpc>
              <a:spcBef>
                <a:spcPts val="1200"/>
              </a:spcBef>
              <a:spcAft>
                <a:spcPts val="0"/>
              </a:spcAft>
              <a:buClr>
                <a:schemeClr val="dk1"/>
              </a:buClr>
              <a:buSzPts val="1200"/>
              <a:buNone/>
              <a:defRPr b="1" sz="1200"/>
            </a:lvl8pPr>
            <a:lvl9pPr indent="-228600" lvl="8" marL="4114800" algn="l">
              <a:lnSpc>
                <a:spcPct val="90000"/>
              </a:lnSpc>
              <a:spcBef>
                <a:spcPts val="1200"/>
              </a:spcBef>
              <a:spcAft>
                <a:spcPts val="1200"/>
              </a:spcAft>
              <a:buClr>
                <a:schemeClr val="dk1"/>
              </a:buClr>
              <a:buSzPts val="1200"/>
              <a:buNone/>
              <a:defRPr b="1" sz="12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3 2">
  <p:cSld name="CUSTOM_3_2_1_1_1_1_1_1_2">
    <p:bg>
      <p:bgPr>
        <a:solidFill>
          <a:schemeClr val="lt1"/>
        </a:solidFill>
      </p:bgPr>
    </p:bg>
    <p:spTree>
      <p:nvGrpSpPr>
        <p:cNvPr id="292" name="Shape 292"/>
        <p:cNvGrpSpPr/>
        <p:nvPr/>
      </p:nvGrpSpPr>
      <p:grpSpPr>
        <a:xfrm>
          <a:off x="0" y="0"/>
          <a:ext cx="0" cy="0"/>
          <a:chOff x="0" y="0"/>
          <a:chExt cx="0" cy="0"/>
        </a:xfrm>
      </p:grpSpPr>
      <p:sp>
        <p:nvSpPr>
          <p:cNvPr id="293" name="Google Shape;293;p16"/>
          <p:cNvSpPr txBox="1"/>
          <p:nvPr>
            <p:ph idx="1" type="body"/>
          </p:nvPr>
        </p:nvSpPr>
        <p:spPr>
          <a:xfrm>
            <a:off x="2064350" y="114000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94" name="Google Shape;294;p16"/>
          <p:cNvSpPr txBox="1"/>
          <p:nvPr>
            <p:ph idx="2" type="body"/>
          </p:nvPr>
        </p:nvSpPr>
        <p:spPr>
          <a:xfrm>
            <a:off x="2064350" y="207693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295" name="Google Shape;295;p16"/>
          <p:cNvSpPr txBox="1"/>
          <p:nvPr>
            <p:ph idx="3" type="subTitle"/>
          </p:nvPr>
        </p:nvSpPr>
        <p:spPr>
          <a:xfrm>
            <a:off x="457200" y="1140077"/>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6" name="Google Shape;296;p16"/>
          <p:cNvSpPr txBox="1"/>
          <p:nvPr>
            <p:ph idx="4" type="subTitle"/>
          </p:nvPr>
        </p:nvSpPr>
        <p:spPr>
          <a:xfrm>
            <a:off x="457200" y="2076966"/>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7" name="Google Shape;297;p16"/>
          <p:cNvSpPr txBox="1"/>
          <p:nvPr>
            <p:ph idx="5" type="subTitle"/>
          </p:nvPr>
        </p:nvSpPr>
        <p:spPr>
          <a:xfrm>
            <a:off x="457200" y="30138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8" name="Google Shape;298;p16"/>
          <p:cNvSpPr txBox="1"/>
          <p:nvPr>
            <p:ph type="title"/>
          </p:nvPr>
        </p:nvSpPr>
        <p:spPr>
          <a:xfrm>
            <a:off x="457200" y="445025"/>
            <a:ext cx="8229600" cy="572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299" name="Google Shape;299;p16"/>
          <p:cNvSpPr txBox="1"/>
          <p:nvPr>
            <p:ph idx="6" type="body"/>
          </p:nvPr>
        </p:nvSpPr>
        <p:spPr>
          <a:xfrm>
            <a:off x="2064350" y="3013870"/>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00" name="Google Shape;300;p16"/>
          <p:cNvSpPr txBox="1"/>
          <p:nvPr>
            <p:ph idx="7" type="subTitle"/>
          </p:nvPr>
        </p:nvSpPr>
        <p:spPr>
          <a:xfrm>
            <a:off x="457200" y="3950775"/>
            <a:ext cx="1404000" cy="756600"/>
          </a:xfrm>
          <a:prstGeom prst="rect">
            <a:avLst/>
          </a:prstGeom>
        </p:spPr>
        <p:txBody>
          <a:bodyPr anchorCtr="0" anchor="ctr" bIns="91425" lIns="91425" spcFirstLastPara="1" rIns="91425" wrap="square" tIns="91425">
            <a:normAutofit/>
          </a:bodyPr>
          <a:lstStyle>
            <a:lvl1pPr indent="0" lvl="0" marL="0" marR="0" algn="l">
              <a:lnSpc>
                <a:spcPct val="105000"/>
              </a:lnSpc>
              <a:spcBef>
                <a:spcPts val="0"/>
              </a:spcBef>
              <a:spcAft>
                <a:spcPts val="0"/>
              </a:spcAft>
              <a:buNone/>
              <a:defRPr sz="14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1" name="Google Shape;301;p16"/>
          <p:cNvSpPr txBox="1"/>
          <p:nvPr>
            <p:ph idx="8" type="body"/>
          </p:nvPr>
        </p:nvSpPr>
        <p:spPr>
          <a:xfrm>
            <a:off x="2064350" y="3950773"/>
            <a:ext cx="6176100" cy="756600"/>
          </a:xfrm>
          <a:prstGeom prst="rect">
            <a:avLst/>
          </a:prstGeom>
          <a:noFill/>
          <a:ln>
            <a:noFill/>
          </a:ln>
        </p:spPr>
        <p:txBody>
          <a:bodyPr anchorCtr="0" anchor="ctr"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ullet-1">
  <p:cSld name="CUSTOM_3_2">
    <p:spTree>
      <p:nvGrpSpPr>
        <p:cNvPr id="302" name="Shape 302"/>
        <p:cNvGrpSpPr/>
        <p:nvPr/>
      </p:nvGrpSpPr>
      <p:grpSpPr>
        <a:xfrm>
          <a:off x="0" y="0"/>
          <a:ext cx="0" cy="0"/>
          <a:chOff x="0" y="0"/>
          <a:chExt cx="0" cy="0"/>
        </a:xfrm>
      </p:grpSpPr>
      <p:sp>
        <p:nvSpPr>
          <p:cNvPr id="303" name="Google Shape;303;p17"/>
          <p:cNvSpPr txBox="1"/>
          <p:nvPr>
            <p:ph idx="1" type="body"/>
          </p:nvPr>
        </p:nvSpPr>
        <p:spPr>
          <a:xfrm>
            <a:off x="1373975" y="2361292"/>
            <a:ext cx="5945700" cy="986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298450" lvl="1" marL="914400">
              <a:spcBef>
                <a:spcPts val="1000"/>
              </a:spcBef>
              <a:spcAft>
                <a:spcPts val="0"/>
              </a:spcAft>
              <a:buClr>
                <a:schemeClr val="dk1"/>
              </a:buClr>
              <a:buSzPts val="1100"/>
              <a:buChar char="○"/>
              <a:defRPr>
                <a:solidFill>
                  <a:schemeClr val="dk1"/>
                </a:solidFill>
              </a:defRPr>
            </a:lvl2pPr>
            <a:lvl3pPr indent="-298450" lvl="2" marL="1371600">
              <a:spcBef>
                <a:spcPts val="1000"/>
              </a:spcBef>
              <a:spcAft>
                <a:spcPts val="0"/>
              </a:spcAft>
              <a:buClr>
                <a:schemeClr val="dk1"/>
              </a:buClr>
              <a:buSzPts val="1100"/>
              <a:buChar char="■"/>
              <a:defRPr>
                <a:solidFill>
                  <a:schemeClr val="dk1"/>
                </a:solidFill>
              </a:defRPr>
            </a:lvl3pPr>
            <a:lvl4pPr indent="-298450" lvl="3" marL="1828800">
              <a:spcBef>
                <a:spcPts val="1000"/>
              </a:spcBef>
              <a:spcAft>
                <a:spcPts val="0"/>
              </a:spcAft>
              <a:buClr>
                <a:schemeClr val="dk1"/>
              </a:buClr>
              <a:buSzPts val="1100"/>
              <a:buChar char="●"/>
              <a:defRPr>
                <a:solidFill>
                  <a:schemeClr val="dk1"/>
                </a:solidFill>
              </a:defRPr>
            </a:lvl4pPr>
            <a:lvl5pPr indent="-298450" lvl="4" marL="2286000">
              <a:spcBef>
                <a:spcPts val="1000"/>
              </a:spcBef>
              <a:spcAft>
                <a:spcPts val="0"/>
              </a:spcAft>
              <a:buClr>
                <a:schemeClr val="dk1"/>
              </a:buClr>
              <a:buSzPts val="1100"/>
              <a:buChar char="○"/>
              <a:defRPr>
                <a:solidFill>
                  <a:schemeClr val="dk1"/>
                </a:solidFill>
              </a:defRPr>
            </a:lvl5pPr>
            <a:lvl6pPr indent="-298450" lvl="5" marL="2743200">
              <a:spcBef>
                <a:spcPts val="1000"/>
              </a:spcBef>
              <a:spcAft>
                <a:spcPts val="0"/>
              </a:spcAft>
              <a:buClr>
                <a:schemeClr val="dk1"/>
              </a:buClr>
              <a:buSzPts val="1100"/>
              <a:buChar char="■"/>
              <a:defRPr>
                <a:solidFill>
                  <a:schemeClr val="dk1"/>
                </a:solidFill>
              </a:defRPr>
            </a:lvl6pPr>
            <a:lvl7pPr indent="-298450" lvl="6" marL="3200400">
              <a:spcBef>
                <a:spcPts val="1000"/>
              </a:spcBef>
              <a:spcAft>
                <a:spcPts val="0"/>
              </a:spcAft>
              <a:buClr>
                <a:schemeClr val="dk1"/>
              </a:buClr>
              <a:buSzPts val="1100"/>
              <a:buChar char="●"/>
              <a:defRPr>
                <a:solidFill>
                  <a:schemeClr val="dk1"/>
                </a:solidFill>
              </a:defRPr>
            </a:lvl7pPr>
            <a:lvl8pPr indent="-298450" lvl="7" marL="3657600">
              <a:spcBef>
                <a:spcPts val="1000"/>
              </a:spcBef>
              <a:spcAft>
                <a:spcPts val="0"/>
              </a:spcAft>
              <a:buClr>
                <a:schemeClr val="dk1"/>
              </a:buClr>
              <a:buSzPts val="1100"/>
              <a:buChar char="○"/>
              <a:defRPr>
                <a:solidFill>
                  <a:schemeClr val="dk1"/>
                </a:solidFill>
              </a:defRPr>
            </a:lvl8pPr>
            <a:lvl9pPr indent="-298450" lvl="8" marL="4114800">
              <a:spcBef>
                <a:spcPts val="1000"/>
              </a:spcBef>
              <a:spcAft>
                <a:spcPts val="1000"/>
              </a:spcAft>
              <a:buClr>
                <a:schemeClr val="dk1"/>
              </a:buClr>
              <a:buSzPts val="1100"/>
              <a:buChar char="■"/>
              <a:defRPr>
                <a:solidFill>
                  <a:schemeClr val="dk1"/>
                </a:solidFill>
              </a:defRPr>
            </a:lvl9pPr>
          </a:lstStyle>
          <a:p/>
        </p:txBody>
      </p:sp>
      <p:sp>
        <p:nvSpPr>
          <p:cNvPr id="304" name="Google Shape;304;p17"/>
          <p:cNvSpPr txBox="1"/>
          <p:nvPr>
            <p:ph idx="2" type="body"/>
          </p:nvPr>
        </p:nvSpPr>
        <p:spPr>
          <a:xfrm>
            <a:off x="1373975" y="3582596"/>
            <a:ext cx="5945700" cy="986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298450" lvl="1" marL="914400">
              <a:spcBef>
                <a:spcPts val="1000"/>
              </a:spcBef>
              <a:spcAft>
                <a:spcPts val="0"/>
              </a:spcAft>
              <a:buClr>
                <a:schemeClr val="dk1"/>
              </a:buClr>
              <a:buSzPts val="1100"/>
              <a:buChar char="○"/>
              <a:defRPr>
                <a:solidFill>
                  <a:schemeClr val="dk1"/>
                </a:solidFill>
              </a:defRPr>
            </a:lvl2pPr>
            <a:lvl3pPr indent="-298450" lvl="2" marL="1371600">
              <a:spcBef>
                <a:spcPts val="1000"/>
              </a:spcBef>
              <a:spcAft>
                <a:spcPts val="0"/>
              </a:spcAft>
              <a:buClr>
                <a:schemeClr val="dk1"/>
              </a:buClr>
              <a:buSzPts val="1100"/>
              <a:buChar char="■"/>
              <a:defRPr>
                <a:solidFill>
                  <a:schemeClr val="dk1"/>
                </a:solidFill>
              </a:defRPr>
            </a:lvl3pPr>
            <a:lvl4pPr indent="-298450" lvl="3" marL="1828800">
              <a:spcBef>
                <a:spcPts val="1000"/>
              </a:spcBef>
              <a:spcAft>
                <a:spcPts val="0"/>
              </a:spcAft>
              <a:buClr>
                <a:schemeClr val="dk1"/>
              </a:buClr>
              <a:buSzPts val="1100"/>
              <a:buChar char="●"/>
              <a:defRPr>
                <a:solidFill>
                  <a:schemeClr val="dk1"/>
                </a:solidFill>
              </a:defRPr>
            </a:lvl4pPr>
            <a:lvl5pPr indent="-298450" lvl="4" marL="2286000">
              <a:spcBef>
                <a:spcPts val="1000"/>
              </a:spcBef>
              <a:spcAft>
                <a:spcPts val="0"/>
              </a:spcAft>
              <a:buClr>
                <a:schemeClr val="dk1"/>
              </a:buClr>
              <a:buSzPts val="1100"/>
              <a:buChar char="○"/>
              <a:defRPr>
                <a:solidFill>
                  <a:schemeClr val="dk1"/>
                </a:solidFill>
              </a:defRPr>
            </a:lvl5pPr>
            <a:lvl6pPr indent="-298450" lvl="5" marL="2743200">
              <a:spcBef>
                <a:spcPts val="1000"/>
              </a:spcBef>
              <a:spcAft>
                <a:spcPts val="0"/>
              </a:spcAft>
              <a:buClr>
                <a:schemeClr val="dk1"/>
              </a:buClr>
              <a:buSzPts val="1100"/>
              <a:buChar char="■"/>
              <a:defRPr>
                <a:solidFill>
                  <a:schemeClr val="dk1"/>
                </a:solidFill>
              </a:defRPr>
            </a:lvl6pPr>
            <a:lvl7pPr indent="-298450" lvl="6" marL="3200400">
              <a:spcBef>
                <a:spcPts val="1000"/>
              </a:spcBef>
              <a:spcAft>
                <a:spcPts val="0"/>
              </a:spcAft>
              <a:buClr>
                <a:schemeClr val="dk1"/>
              </a:buClr>
              <a:buSzPts val="1100"/>
              <a:buChar char="●"/>
              <a:defRPr>
                <a:solidFill>
                  <a:schemeClr val="dk1"/>
                </a:solidFill>
              </a:defRPr>
            </a:lvl7pPr>
            <a:lvl8pPr indent="-298450" lvl="7" marL="3657600">
              <a:spcBef>
                <a:spcPts val="1000"/>
              </a:spcBef>
              <a:spcAft>
                <a:spcPts val="0"/>
              </a:spcAft>
              <a:buClr>
                <a:schemeClr val="dk1"/>
              </a:buClr>
              <a:buSzPts val="1100"/>
              <a:buChar char="○"/>
              <a:defRPr>
                <a:solidFill>
                  <a:schemeClr val="dk1"/>
                </a:solidFill>
              </a:defRPr>
            </a:lvl8pPr>
            <a:lvl9pPr indent="-298450" lvl="8" marL="4114800">
              <a:spcBef>
                <a:spcPts val="1000"/>
              </a:spcBef>
              <a:spcAft>
                <a:spcPts val="1000"/>
              </a:spcAft>
              <a:buClr>
                <a:schemeClr val="dk1"/>
              </a:buClr>
              <a:buSzPts val="1100"/>
              <a:buChar char="■"/>
              <a:defRPr>
                <a:solidFill>
                  <a:schemeClr val="dk1"/>
                </a:solidFill>
              </a:defRPr>
            </a:lvl9pPr>
          </a:lstStyle>
          <a:p/>
        </p:txBody>
      </p:sp>
      <p:sp>
        <p:nvSpPr>
          <p:cNvPr id="305" name="Google Shape;305;p17"/>
          <p:cNvSpPr txBox="1"/>
          <p:nvPr>
            <p:ph type="title"/>
          </p:nvPr>
        </p:nvSpPr>
        <p:spPr>
          <a:xfrm>
            <a:off x="457200" y="445025"/>
            <a:ext cx="8229600" cy="572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306" name="Google Shape;306;p17"/>
          <p:cNvSpPr txBox="1"/>
          <p:nvPr>
            <p:ph idx="3" type="body"/>
          </p:nvPr>
        </p:nvSpPr>
        <p:spPr>
          <a:xfrm>
            <a:off x="1373975" y="1140000"/>
            <a:ext cx="5945700" cy="986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Clr>
                <a:schemeClr val="dk1"/>
              </a:buClr>
              <a:buSzPts val="1400"/>
              <a:buChar char="•"/>
              <a:defRPr sz="1400">
                <a:solidFill>
                  <a:schemeClr val="dk1"/>
                </a:solidFill>
              </a:defRPr>
            </a:lvl1pPr>
            <a:lvl2pPr indent="-298450" lvl="1" marL="914400">
              <a:spcBef>
                <a:spcPts val="1000"/>
              </a:spcBef>
              <a:spcAft>
                <a:spcPts val="0"/>
              </a:spcAft>
              <a:buClr>
                <a:schemeClr val="dk1"/>
              </a:buClr>
              <a:buSzPts val="1100"/>
              <a:buChar char="○"/>
              <a:defRPr>
                <a:solidFill>
                  <a:schemeClr val="dk1"/>
                </a:solidFill>
              </a:defRPr>
            </a:lvl2pPr>
            <a:lvl3pPr indent="-298450" lvl="2" marL="1371600">
              <a:spcBef>
                <a:spcPts val="1000"/>
              </a:spcBef>
              <a:spcAft>
                <a:spcPts val="0"/>
              </a:spcAft>
              <a:buClr>
                <a:schemeClr val="dk1"/>
              </a:buClr>
              <a:buSzPts val="1100"/>
              <a:buChar char="■"/>
              <a:defRPr>
                <a:solidFill>
                  <a:schemeClr val="dk1"/>
                </a:solidFill>
              </a:defRPr>
            </a:lvl3pPr>
            <a:lvl4pPr indent="-298450" lvl="3" marL="1828800">
              <a:spcBef>
                <a:spcPts val="1000"/>
              </a:spcBef>
              <a:spcAft>
                <a:spcPts val="0"/>
              </a:spcAft>
              <a:buClr>
                <a:schemeClr val="dk1"/>
              </a:buClr>
              <a:buSzPts val="1100"/>
              <a:buChar char="●"/>
              <a:defRPr>
                <a:solidFill>
                  <a:schemeClr val="dk1"/>
                </a:solidFill>
              </a:defRPr>
            </a:lvl4pPr>
            <a:lvl5pPr indent="-298450" lvl="4" marL="2286000">
              <a:spcBef>
                <a:spcPts val="1000"/>
              </a:spcBef>
              <a:spcAft>
                <a:spcPts val="0"/>
              </a:spcAft>
              <a:buClr>
                <a:schemeClr val="dk1"/>
              </a:buClr>
              <a:buSzPts val="1100"/>
              <a:buChar char="○"/>
              <a:defRPr>
                <a:solidFill>
                  <a:schemeClr val="dk1"/>
                </a:solidFill>
              </a:defRPr>
            </a:lvl5pPr>
            <a:lvl6pPr indent="-298450" lvl="5" marL="2743200">
              <a:spcBef>
                <a:spcPts val="1000"/>
              </a:spcBef>
              <a:spcAft>
                <a:spcPts val="0"/>
              </a:spcAft>
              <a:buClr>
                <a:schemeClr val="dk1"/>
              </a:buClr>
              <a:buSzPts val="1100"/>
              <a:buChar char="■"/>
              <a:defRPr>
                <a:solidFill>
                  <a:schemeClr val="dk1"/>
                </a:solidFill>
              </a:defRPr>
            </a:lvl6pPr>
            <a:lvl7pPr indent="-298450" lvl="6" marL="3200400">
              <a:spcBef>
                <a:spcPts val="1000"/>
              </a:spcBef>
              <a:spcAft>
                <a:spcPts val="0"/>
              </a:spcAft>
              <a:buClr>
                <a:schemeClr val="dk1"/>
              </a:buClr>
              <a:buSzPts val="1100"/>
              <a:buChar char="●"/>
              <a:defRPr>
                <a:solidFill>
                  <a:schemeClr val="dk1"/>
                </a:solidFill>
              </a:defRPr>
            </a:lvl7pPr>
            <a:lvl8pPr indent="-298450" lvl="7" marL="3657600">
              <a:spcBef>
                <a:spcPts val="1000"/>
              </a:spcBef>
              <a:spcAft>
                <a:spcPts val="0"/>
              </a:spcAft>
              <a:buClr>
                <a:schemeClr val="dk1"/>
              </a:buClr>
              <a:buSzPts val="1100"/>
              <a:buChar char="○"/>
              <a:defRPr>
                <a:solidFill>
                  <a:schemeClr val="dk1"/>
                </a:solidFill>
              </a:defRPr>
            </a:lvl8pPr>
            <a:lvl9pPr indent="-298450" lvl="8" marL="4114800">
              <a:spcBef>
                <a:spcPts val="1000"/>
              </a:spcBef>
              <a:spcAft>
                <a:spcPts val="1000"/>
              </a:spcAft>
              <a:buClr>
                <a:schemeClr val="dk1"/>
              </a:buClr>
              <a:buSzPts val="1100"/>
              <a:buChar char="■"/>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p:cSld name="CUSTOM_3_1">
    <p:spTree>
      <p:nvGrpSpPr>
        <p:cNvPr id="307" name="Shape 307"/>
        <p:cNvGrpSpPr/>
        <p:nvPr/>
      </p:nvGrpSpPr>
      <p:grpSpPr>
        <a:xfrm>
          <a:off x="0" y="0"/>
          <a:ext cx="0" cy="0"/>
          <a:chOff x="0" y="0"/>
          <a:chExt cx="0" cy="0"/>
        </a:xfrm>
      </p:grpSpPr>
      <p:sp>
        <p:nvSpPr>
          <p:cNvPr id="308" name="Google Shape;308;p18"/>
          <p:cNvSpPr txBox="1"/>
          <p:nvPr>
            <p:ph type="title"/>
          </p:nvPr>
        </p:nvSpPr>
        <p:spPr>
          <a:xfrm>
            <a:off x="457200" y="446225"/>
            <a:ext cx="8229600" cy="572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9" name="Google Shape;309;p18"/>
          <p:cNvSpPr txBox="1"/>
          <p:nvPr>
            <p:ph idx="1" type="body"/>
          </p:nvPr>
        </p:nvSpPr>
        <p:spPr>
          <a:xfrm>
            <a:off x="457200" y="1834900"/>
            <a:ext cx="3776100" cy="2734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0" name="Google Shape;310;p18"/>
          <p:cNvSpPr txBox="1"/>
          <p:nvPr>
            <p:ph idx="2" type="body"/>
          </p:nvPr>
        </p:nvSpPr>
        <p:spPr>
          <a:xfrm>
            <a:off x="4800400" y="1834900"/>
            <a:ext cx="3776100" cy="2734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1" name="Google Shape;311;p18"/>
          <p:cNvSpPr txBox="1"/>
          <p:nvPr>
            <p:ph idx="3" type="subTitle"/>
          </p:nvPr>
        </p:nvSpPr>
        <p:spPr>
          <a:xfrm>
            <a:off x="457200" y="1164900"/>
            <a:ext cx="3776100" cy="572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312" name="Google Shape;312;p18"/>
          <p:cNvSpPr txBox="1"/>
          <p:nvPr>
            <p:ph idx="4" type="subTitle"/>
          </p:nvPr>
        </p:nvSpPr>
        <p:spPr>
          <a:xfrm>
            <a:off x="4800400" y="1164900"/>
            <a:ext cx="3776100" cy="572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2">
  <p:cSld name="CUSTOM_3_1_2">
    <p:spTree>
      <p:nvGrpSpPr>
        <p:cNvPr id="313" name="Shape 313"/>
        <p:cNvGrpSpPr/>
        <p:nvPr/>
      </p:nvGrpSpPr>
      <p:grpSpPr>
        <a:xfrm>
          <a:off x="0" y="0"/>
          <a:ext cx="0" cy="0"/>
          <a:chOff x="0" y="0"/>
          <a:chExt cx="0" cy="0"/>
        </a:xfrm>
      </p:grpSpPr>
      <p:sp>
        <p:nvSpPr>
          <p:cNvPr id="314" name="Google Shape;314;p19"/>
          <p:cNvSpPr txBox="1"/>
          <p:nvPr>
            <p:ph type="title"/>
          </p:nvPr>
        </p:nvSpPr>
        <p:spPr>
          <a:xfrm>
            <a:off x="457200" y="445025"/>
            <a:ext cx="8229600" cy="572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315" name="Google Shape;315;p19"/>
          <p:cNvSpPr txBox="1"/>
          <p:nvPr>
            <p:ph idx="1" type="body"/>
          </p:nvPr>
        </p:nvSpPr>
        <p:spPr>
          <a:xfrm>
            <a:off x="457200" y="1834900"/>
            <a:ext cx="3776100" cy="2734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6" name="Google Shape;316;p19"/>
          <p:cNvSpPr txBox="1"/>
          <p:nvPr>
            <p:ph idx="2" type="body"/>
          </p:nvPr>
        </p:nvSpPr>
        <p:spPr>
          <a:xfrm>
            <a:off x="4800400" y="1834900"/>
            <a:ext cx="3776100" cy="2734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17" name="Google Shape;317;p19"/>
          <p:cNvSpPr txBox="1"/>
          <p:nvPr>
            <p:ph idx="3" type="subTitle"/>
          </p:nvPr>
        </p:nvSpPr>
        <p:spPr>
          <a:xfrm>
            <a:off x="457200" y="1164900"/>
            <a:ext cx="3776100" cy="572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318" name="Google Shape;318;p19"/>
          <p:cNvSpPr txBox="1"/>
          <p:nvPr>
            <p:ph idx="4" type="subTitle"/>
          </p:nvPr>
        </p:nvSpPr>
        <p:spPr>
          <a:xfrm>
            <a:off x="4800400" y="1164900"/>
            <a:ext cx="3776100" cy="572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pos="288">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1 1">
  <p:cSld name="CUSTOM_3_2_1_1_1_1_1_2_1">
    <p:bg>
      <p:bgPr>
        <a:solidFill>
          <a:schemeClr val="lt1"/>
        </a:solidFill>
      </p:bgPr>
    </p:bg>
    <p:spTree>
      <p:nvGrpSpPr>
        <p:cNvPr id="319" name="Shape 319"/>
        <p:cNvGrpSpPr/>
        <p:nvPr/>
      </p:nvGrpSpPr>
      <p:grpSpPr>
        <a:xfrm>
          <a:off x="0" y="0"/>
          <a:ext cx="0" cy="0"/>
          <a:chOff x="0" y="0"/>
          <a:chExt cx="0" cy="0"/>
        </a:xfrm>
      </p:grpSpPr>
      <p:sp>
        <p:nvSpPr>
          <p:cNvPr id="320" name="Google Shape;320;p20"/>
          <p:cNvSpPr txBox="1"/>
          <p:nvPr>
            <p:ph idx="1" type="body"/>
          </p:nvPr>
        </p:nvSpPr>
        <p:spPr>
          <a:xfrm>
            <a:off x="491175" y="1593548"/>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1" name="Google Shape;321;p20"/>
          <p:cNvSpPr txBox="1"/>
          <p:nvPr>
            <p:ph idx="2" type="subTitle"/>
          </p:nvPr>
        </p:nvSpPr>
        <p:spPr>
          <a:xfrm>
            <a:off x="491175" y="1253075"/>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2" name="Google Shape;322;p20"/>
          <p:cNvSpPr txBox="1"/>
          <p:nvPr>
            <p:ph type="title"/>
          </p:nvPr>
        </p:nvSpPr>
        <p:spPr>
          <a:xfrm>
            <a:off x="457200" y="445025"/>
            <a:ext cx="8229600" cy="572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Font typeface="Hanken Grotesk"/>
              <a:buNone/>
              <a:defRPr b="1">
                <a:latin typeface="Hanken Grotesk"/>
                <a:ea typeface="Hanken Grotesk"/>
                <a:cs typeface="Hanken Grotesk"/>
                <a:sym typeface="Hanken Grotesk"/>
              </a:defRPr>
            </a:lvl1pPr>
            <a:lvl2pPr lvl="1">
              <a:spcBef>
                <a:spcPts val="0"/>
              </a:spcBef>
              <a:spcAft>
                <a:spcPts val="0"/>
              </a:spcAft>
              <a:buSzPts val="2800"/>
              <a:buFont typeface="Hanken Grotesk"/>
              <a:buNone/>
              <a:defRPr b="1">
                <a:latin typeface="Hanken Grotesk"/>
                <a:ea typeface="Hanken Grotesk"/>
                <a:cs typeface="Hanken Grotesk"/>
                <a:sym typeface="Hanken Grotesk"/>
              </a:defRPr>
            </a:lvl2pPr>
            <a:lvl3pPr lvl="2">
              <a:spcBef>
                <a:spcPts val="0"/>
              </a:spcBef>
              <a:spcAft>
                <a:spcPts val="0"/>
              </a:spcAft>
              <a:buSzPts val="2800"/>
              <a:buFont typeface="Hanken Grotesk"/>
              <a:buNone/>
              <a:defRPr b="1">
                <a:latin typeface="Hanken Grotesk"/>
                <a:ea typeface="Hanken Grotesk"/>
                <a:cs typeface="Hanken Grotesk"/>
                <a:sym typeface="Hanken Grotesk"/>
              </a:defRPr>
            </a:lvl3pPr>
            <a:lvl4pPr lvl="3">
              <a:spcBef>
                <a:spcPts val="0"/>
              </a:spcBef>
              <a:spcAft>
                <a:spcPts val="0"/>
              </a:spcAft>
              <a:buSzPts val="2800"/>
              <a:buFont typeface="Hanken Grotesk"/>
              <a:buNone/>
              <a:defRPr b="1">
                <a:latin typeface="Hanken Grotesk"/>
                <a:ea typeface="Hanken Grotesk"/>
                <a:cs typeface="Hanken Grotesk"/>
                <a:sym typeface="Hanken Grotesk"/>
              </a:defRPr>
            </a:lvl4pPr>
            <a:lvl5pPr lvl="4">
              <a:spcBef>
                <a:spcPts val="0"/>
              </a:spcBef>
              <a:spcAft>
                <a:spcPts val="0"/>
              </a:spcAft>
              <a:buSzPts val="2800"/>
              <a:buFont typeface="Hanken Grotesk"/>
              <a:buNone/>
              <a:defRPr b="1">
                <a:latin typeface="Hanken Grotesk"/>
                <a:ea typeface="Hanken Grotesk"/>
                <a:cs typeface="Hanken Grotesk"/>
                <a:sym typeface="Hanken Grotesk"/>
              </a:defRPr>
            </a:lvl5pPr>
            <a:lvl6pPr lvl="5">
              <a:spcBef>
                <a:spcPts val="0"/>
              </a:spcBef>
              <a:spcAft>
                <a:spcPts val="0"/>
              </a:spcAft>
              <a:buSzPts val="2800"/>
              <a:buFont typeface="Hanken Grotesk"/>
              <a:buNone/>
              <a:defRPr b="1">
                <a:latin typeface="Hanken Grotesk"/>
                <a:ea typeface="Hanken Grotesk"/>
                <a:cs typeface="Hanken Grotesk"/>
                <a:sym typeface="Hanken Grotesk"/>
              </a:defRPr>
            </a:lvl6pPr>
            <a:lvl7pPr lvl="6">
              <a:spcBef>
                <a:spcPts val="0"/>
              </a:spcBef>
              <a:spcAft>
                <a:spcPts val="0"/>
              </a:spcAft>
              <a:buSzPts val="2800"/>
              <a:buFont typeface="Hanken Grotesk"/>
              <a:buNone/>
              <a:defRPr b="1">
                <a:latin typeface="Hanken Grotesk"/>
                <a:ea typeface="Hanken Grotesk"/>
                <a:cs typeface="Hanken Grotesk"/>
                <a:sym typeface="Hanken Grotesk"/>
              </a:defRPr>
            </a:lvl7pPr>
            <a:lvl8pPr lvl="7">
              <a:spcBef>
                <a:spcPts val="0"/>
              </a:spcBef>
              <a:spcAft>
                <a:spcPts val="0"/>
              </a:spcAft>
              <a:buSzPts val="2800"/>
              <a:buFont typeface="Hanken Grotesk"/>
              <a:buNone/>
              <a:defRPr b="1">
                <a:latin typeface="Hanken Grotesk"/>
                <a:ea typeface="Hanken Grotesk"/>
                <a:cs typeface="Hanken Grotesk"/>
                <a:sym typeface="Hanken Grotesk"/>
              </a:defRPr>
            </a:lvl8pPr>
            <a:lvl9pPr lvl="8">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323" name="Google Shape;323;p20"/>
          <p:cNvSpPr txBox="1"/>
          <p:nvPr>
            <p:ph idx="3" type="body"/>
          </p:nvPr>
        </p:nvSpPr>
        <p:spPr>
          <a:xfrm>
            <a:off x="4762105" y="1593548"/>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4" name="Google Shape;324;p20"/>
          <p:cNvSpPr txBox="1"/>
          <p:nvPr>
            <p:ph idx="4" type="subTitle"/>
          </p:nvPr>
        </p:nvSpPr>
        <p:spPr>
          <a:xfrm>
            <a:off x="4762102" y="1253075"/>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5" name="Google Shape;325;p20"/>
          <p:cNvSpPr txBox="1"/>
          <p:nvPr>
            <p:ph idx="5" type="body"/>
          </p:nvPr>
        </p:nvSpPr>
        <p:spPr>
          <a:xfrm>
            <a:off x="491113" y="3393823"/>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6" name="Google Shape;326;p20"/>
          <p:cNvSpPr txBox="1"/>
          <p:nvPr>
            <p:ph idx="6" type="subTitle"/>
          </p:nvPr>
        </p:nvSpPr>
        <p:spPr>
          <a:xfrm>
            <a:off x="491113" y="3053350"/>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7" name="Google Shape;327;p20"/>
          <p:cNvSpPr txBox="1"/>
          <p:nvPr>
            <p:ph idx="7" type="body"/>
          </p:nvPr>
        </p:nvSpPr>
        <p:spPr>
          <a:xfrm>
            <a:off x="4762042" y="3393823"/>
            <a:ext cx="3958800" cy="1266600"/>
          </a:xfrm>
          <a:prstGeom prst="rect">
            <a:avLst/>
          </a:prstGeom>
          <a:noFill/>
          <a:ln>
            <a:noFill/>
          </a:ln>
        </p:spPr>
        <p:txBody>
          <a:bodyPr anchorCtr="0" anchor="t" bIns="91425" lIns="91425" spcFirstLastPara="1" rIns="91425" wrap="square" tIns="9142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328" name="Google Shape;328;p20"/>
          <p:cNvSpPr txBox="1"/>
          <p:nvPr>
            <p:ph idx="8" type="subTitle"/>
          </p:nvPr>
        </p:nvSpPr>
        <p:spPr>
          <a:xfrm>
            <a:off x="4762040" y="3053350"/>
            <a:ext cx="3958800" cy="340500"/>
          </a:xfrm>
          <a:prstGeom prst="rect">
            <a:avLst/>
          </a:prstGeom>
        </p:spPr>
        <p:txBody>
          <a:bodyPr anchorCtr="0" anchor="t" bIns="91425" lIns="91425" spcFirstLastPara="1" rIns="91425" wrap="square" tIns="0">
            <a:noAutofit/>
          </a:bodyPr>
          <a:lstStyle>
            <a:lvl1pPr indent="0" lvl="0" marL="0" marR="0" algn="l">
              <a:lnSpc>
                <a:spcPct val="105000"/>
              </a:lnSpc>
              <a:spcBef>
                <a:spcPts val="0"/>
              </a:spcBef>
              <a:spcAft>
                <a:spcPts val="0"/>
              </a:spcAft>
              <a:buNone/>
              <a:defRPr sz="1600">
                <a:solidFill>
                  <a:schemeClr val="accent1"/>
                </a:solidFill>
                <a:latin typeface="Hanken Grotesk SemiBold"/>
                <a:ea typeface="Hanken Grotesk SemiBold"/>
                <a:cs typeface="Hanken Grotesk SemiBold"/>
                <a:sym typeface="Hanken Grotesk SemiBold"/>
              </a:defRPr>
            </a:lvl1pPr>
            <a:lvl2pPr lvl="1">
              <a:spcBef>
                <a:spcPts val="100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31.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29.png"/><Relationship Id="rId4" Type="http://schemas.openxmlformats.org/officeDocument/2006/relationships/image" Target="../media/image16.png"/><Relationship Id="rId5" Type="http://schemas.openxmlformats.org/officeDocument/2006/relationships/image" Target="../media/image7.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5.jpg"/><Relationship Id="rId5" Type="http://schemas.openxmlformats.org/officeDocument/2006/relationships/image" Target="../media/image30.jpg"/><Relationship Id="rId6" Type="http://schemas.openxmlformats.org/officeDocument/2006/relationships/image" Target="../media/image20.jp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image" Target="../media/image34.png"/><Relationship Id="rId7"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image" Target="../media/image7.png"/><Relationship Id="rId7"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image" Target="../media/image22.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7.pn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2" name="Shape 332"/>
        <p:cNvGrpSpPr/>
        <p:nvPr/>
      </p:nvGrpSpPr>
      <p:grpSpPr>
        <a:xfrm>
          <a:off x="0" y="0"/>
          <a:ext cx="0" cy="0"/>
          <a:chOff x="0" y="0"/>
          <a:chExt cx="0" cy="0"/>
        </a:xfrm>
      </p:grpSpPr>
      <p:sp>
        <p:nvSpPr>
          <p:cNvPr descr="presentation_title" id="333" name="Google Shape;333;p21"/>
          <p:cNvSpPr txBox="1"/>
          <p:nvPr>
            <p:ph type="ctrTitle"/>
          </p:nvPr>
        </p:nvSpPr>
        <p:spPr>
          <a:xfrm>
            <a:off x="1100550" y="1563750"/>
            <a:ext cx="5715000" cy="201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200"/>
              <a:t>Interactive Language Learning Techniques</a:t>
            </a:r>
            <a:endParaRPr sz="4200"/>
          </a:p>
        </p:txBody>
      </p:sp>
      <p:sp>
        <p:nvSpPr>
          <p:cNvPr descr="date" id="334" name="Google Shape;334;p21"/>
          <p:cNvSpPr txBox="1"/>
          <p:nvPr/>
        </p:nvSpPr>
        <p:spPr>
          <a:xfrm>
            <a:off x="1100550" y="4092775"/>
            <a:ext cx="4659600" cy="38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Hanken Grotesk"/>
                <a:ea typeface="Hanken Grotesk"/>
                <a:cs typeface="Hanken Grotesk"/>
                <a:sym typeface="Hanken Grotesk"/>
              </a:rPr>
              <a:t>November 5, 2024</a:t>
            </a:r>
            <a:endParaRPr sz="1600">
              <a:solidFill>
                <a:schemeClr val="dk2"/>
              </a:solidFill>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8" name="Shape 338"/>
        <p:cNvGrpSpPr/>
        <p:nvPr/>
      </p:nvGrpSpPr>
      <p:grpSpPr>
        <a:xfrm>
          <a:off x="0" y="0"/>
          <a:ext cx="0" cy="0"/>
          <a:chOff x="0" y="0"/>
          <a:chExt cx="0" cy="0"/>
        </a:xfrm>
      </p:grpSpPr>
      <p:sp>
        <p:nvSpPr>
          <p:cNvPr descr="agenda_0" id="339" name="Google Shape;339;p22"/>
          <p:cNvSpPr txBox="1"/>
          <p:nvPr>
            <p:ph idx="1" type="body"/>
          </p:nvPr>
        </p:nvSpPr>
        <p:spPr>
          <a:xfrm>
            <a:off x="414300" y="1017725"/>
            <a:ext cx="4069200" cy="3551400"/>
          </a:xfrm>
          <a:prstGeom prst="rect">
            <a:avLst/>
          </a:prstGeom>
        </p:spPr>
        <p:txBody>
          <a:bodyPr anchorCtr="0" anchor="t" bIns="91425" lIns="91425" spcFirstLastPara="1" rIns="91425" wrap="square" tIns="91425">
            <a:noAutofit/>
          </a:bodyPr>
          <a:lstStyle/>
          <a:p>
            <a:pPr indent="-254000" lvl="0" marL="285750" rtl="0" algn="l">
              <a:lnSpc>
                <a:spcPct val="100000"/>
              </a:lnSpc>
              <a:spcBef>
                <a:spcPts val="0"/>
              </a:spcBef>
              <a:spcAft>
                <a:spcPts val="0"/>
              </a:spcAft>
              <a:buClr>
                <a:schemeClr val="accent1"/>
              </a:buClr>
              <a:buSzPts val="1300"/>
              <a:buFont typeface="Hanken Grotesk"/>
              <a:buChar char="•"/>
            </a:pPr>
            <a:r>
              <a:rPr lang="en"/>
              <a:t>Introduction to Interactive Methodologies</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Games in Language Learning</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Songs and Chants for Engagement</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Storytelling in Language Teaching</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Role Playing as a Learning Tool</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Integrating Technology in Language Classes</a:t>
            </a:r>
            <a:endParaRPr/>
          </a:p>
          <a:p>
            <a:pPr indent="-254000" lvl="0" marL="285750" rtl="0" algn="l">
              <a:lnSpc>
                <a:spcPct val="100000"/>
              </a:lnSpc>
              <a:spcBef>
                <a:spcPts val="800"/>
              </a:spcBef>
              <a:spcAft>
                <a:spcPts val="800"/>
              </a:spcAft>
              <a:buClr>
                <a:schemeClr val="accent1"/>
              </a:buClr>
              <a:buSzPts val="1300"/>
              <a:buFont typeface="Hanken Grotesk"/>
              <a:buChar char="•"/>
            </a:pPr>
            <a:r>
              <a:rPr lang="en"/>
              <a:t>Collaborative Projects and Tools</a:t>
            </a:r>
            <a:endParaRPr/>
          </a:p>
        </p:txBody>
      </p:sp>
      <p:sp>
        <p:nvSpPr>
          <p:cNvPr descr="title_static" id="340" name="Google Shape;340;p22"/>
          <p:cNvSpPr txBox="1"/>
          <p:nvPr>
            <p:ph type="title"/>
          </p:nvPr>
        </p:nvSpPr>
        <p:spPr>
          <a:xfrm>
            <a:off x="414300" y="342900"/>
            <a:ext cx="83154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220"/>
              <a:t>Agenda</a:t>
            </a:r>
            <a:endParaRPr sz="2220"/>
          </a:p>
        </p:txBody>
      </p:sp>
      <p:sp>
        <p:nvSpPr>
          <p:cNvPr descr="agenda_1" id="341" name="Google Shape;341;p22"/>
          <p:cNvSpPr txBox="1"/>
          <p:nvPr>
            <p:ph idx="1" type="body"/>
          </p:nvPr>
        </p:nvSpPr>
        <p:spPr>
          <a:xfrm>
            <a:off x="4572000" y="1017725"/>
            <a:ext cx="4069200" cy="3551400"/>
          </a:xfrm>
          <a:prstGeom prst="rect">
            <a:avLst/>
          </a:prstGeom>
        </p:spPr>
        <p:txBody>
          <a:bodyPr anchorCtr="0" anchor="t" bIns="91425" lIns="91425" spcFirstLastPara="1" rIns="91425" wrap="square" tIns="91425">
            <a:noAutofit/>
          </a:bodyPr>
          <a:lstStyle/>
          <a:p>
            <a:pPr indent="-254000" lvl="0" marL="285750" rtl="0" algn="l">
              <a:lnSpc>
                <a:spcPct val="100000"/>
              </a:lnSpc>
              <a:spcBef>
                <a:spcPts val="0"/>
              </a:spcBef>
              <a:spcAft>
                <a:spcPts val="0"/>
              </a:spcAft>
              <a:buClr>
                <a:schemeClr val="accent1"/>
              </a:buClr>
              <a:buSzPts val="1300"/>
              <a:buFont typeface="Hanken Grotesk"/>
              <a:buChar char="•"/>
            </a:pPr>
            <a:r>
              <a:rPr lang="en"/>
              <a:t>Implementing a Flipped Classroom</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Overview of Language Learning Apps</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Collaborative Learning Platforms</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Multimedia Creation Tools for Language Learning</a:t>
            </a:r>
            <a:endParaRPr/>
          </a:p>
          <a:p>
            <a:pPr indent="-254000" lvl="0" marL="285750" rtl="0" algn="l">
              <a:lnSpc>
                <a:spcPct val="100000"/>
              </a:lnSpc>
              <a:spcBef>
                <a:spcPts val="800"/>
              </a:spcBef>
              <a:spcAft>
                <a:spcPts val="0"/>
              </a:spcAft>
              <a:buClr>
                <a:schemeClr val="accent1"/>
              </a:buClr>
              <a:buSzPts val="1300"/>
              <a:buFont typeface="Hanken Grotesk"/>
              <a:buChar char="•"/>
            </a:pPr>
            <a:r>
              <a:rPr lang="en"/>
              <a:t>Speech and Pronunciation Enhancement Tools</a:t>
            </a:r>
            <a:endParaRPr/>
          </a:p>
          <a:p>
            <a:pPr indent="-254000" lvl="0" marL="285750" rtl="0" algn="l">
              <a:lnSpc>
                <a:spcPct val="100000"/>
              </a:lnSpc>
              <a:spcBef>
                <a:spcPts val="800"/>
              </a:spcBef>
              <a:spcAft>
                <a:spcPts val="800"/>
              </a:spcAft>
              <a:buClr>
                <a:schemeClr val="accent1"/>
              </a:buClr>
              <a:buSzPts val="1300"/>
              <a:buFont typeface="Hanken Grotesk"/>
              <a:buChar char="•"/>
            </a:pPr>
            <a:r>
              <a:rPr lang="en"/>
              <a:t>Conclusion and Future Directions</a:t>
            </a:r>
            <a:endParaRPr/>
          </a:p>
        </p:txBody>
      </p:sp>
      <p:pic>
        <p:nvPicPr>
          <p:cNvPr descr="logo" id="342" name="Google Shape;342;p22"/>
          <p:cNvPicPr preferRelativeResize="0"/>
          <p:nvPr/>
        </p:nvPicPr>
        <p:blipFill>
          <a:blip r:embed="rId3">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 name="Shape 346"/>
        <p:cNvGrpSpPr/>
        <p:nvPr/>
      </p:nvGrpSpPr>
      <p:grpSpPr>
        <a:xfrm>
          <a:off x="0" y="0"/>
          <a:ext cx="0" cy="0"/>
          <a:chOff x="0" y="0"/>
          <a:chExt cx="0" cy="0"/>
        </a:xfrm>
      </p:grpSpPr>
      <p:pic>
        <p:nvPicPr>
          <p:cNvPr descr="logo" id="347" name="Google Shape;347;p23"/>
          <p:cNvPicPr preferRelativeResize="0"/>
          <p:nvPr/>
        </p:nvPicPr>
        <p:blipFill>
          <a:blip r:embed="rId3">
            <a:alphaModFix/>
          </a:blip>
          <a:stretch>
            <a:fillRect/>
          </a:stretch>
        </p:blipFill>
        <p:spPr>
          <a:xfrm>
            <a:off x="488050" y="4799275"/>
            <a:ext cx="1371600" cy="146304"/>
          </a:xfrm>
          <a:prstGeom prst="rect">
            <a:avLst/>
          </a:prstGeom>
          <a:noFill/>
          <a:ln>
            <a:noFill/>
          </a:ln>
        </p:spPr>
      </p:pic>
      <p:sp>
        <p:nvSpPr>
          <p:cNvPr descr="detail_0" id="348" name="Google Shape;348;p23"/>
          <p:cNvSpPr txBox="1"/>
          <p:nvPr/>
        </p:nvSpPr>
        <p:spPr>
          <a:xfrm>
            <a:off x="4568725" y="347475"/>
            <a:ext cx="4163400" cy="44532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1200">
                <a:solidFill>
                  <a:schemeClr val="dk1"/>
                </a:solidFill>
                <a:latin typeface="Hanken Grotesk"/>
                <a:ea typeface="Hanken Grotesk"/>
                <a:cs typeface="Hanken Grotesk"/>
                <a:sym typeface="Hanken Grotesk"/>
              </a:rPr>
              <a:t>Integrating interactive methodologies and technology into language teaching can create an engaging and dynamic learning environment.</a:t>
            </a:r>
            <a:endParaRPr sz="1200">
              <a:solidFill>
                <a:schemeClr val="dk1"/>
              </a:solidFill>
              <a:latin typeface="Hanken Grotesk"/>
              <a:ea typeface="Hanken Grotesk"/>
              <a:cs typeface="Hanken Grotesk"/>
              <a:sym typeface="Hanken Grotesk"/>
            </a:endParaRPr>
          </a:p>
          <a:p>
            <a:pPr indent="0" lvl="0" marL="0" rtl="0" algn="l">
              <a:lnSpc>
                <a:spcPct val="150000"/>
              </a:lnSpc>
              <a:spcBef>
                <a:spcPts val="800"/>
              </a:spcBef>
              <a:spcAft>
                <a:spcPts val="0"/>
              </a:spcAft>
              <a:buNone/>
            </a:pPr>
            <a:r>
              <a:rPr lang="en" sz="1200">
                <a:solidFill>
                  <a:schemeClr val="dk1"/>
                </a:solidFill>
                <a:latin typeface="Hanken Grotesk"/>
                <a:ea typeface="Hanken Grotesk"/>
                <a:cs typeface="Hanken Grotesk"/>
                <a:sym typeface="Hanken Grotesk"/>
              </a:rPr>
              <a:t>These approaches cater to different learning styles, ensuring that every student can participate and thrive in their language journey.</a:t>
            </a:r>
            <a:endParaRPr sz="1200">
              <a:solidFill>
                <a:schemeClr val="dk1"/>
              </a:solidFill>
              <a:latin typeface="Hanken Grotesk"/>
              <a:ea typeface="Hanken Grotesk"/>
              <a:cs typeface="Hanken Grotesk"/>
              <a:sym typeface="Hanken Grotesk"/>
            </a:endParaRPr>
          </a:p>
          <a:p>
            <a:pPr indent="0" lvl="0" marL="0" rtl="0" algn="l">
              <a:lnSpc>
                <a:spcPct val="150000"/>
              </a:lnSpc>
              <a:spcBef>
                <a:spcPts val="800"/>
              </a:spcBef>
              <a:spcAft>
                <a:spcPts val="800"/>
              </a:spcAft>
              <a:buNone/>
            </a:pPr>
            <a:r>
              <a:rPr lang="en" sz="1200">
                <a:solidFill>
                  <a:schemeClr val="dk1"/>
                </a:solidFill>
                <a:latin typeface="Hanken Grotesk"/>
                <a:ea typeface="Hanken Grotesk"/>
                <a:cs typeface="Hanken Grotesk"/>
                <a:sym typeface="Hanken Grotesk"/>
              </a:rPr>
              <a:t>By incorporating these interactive methodologies and leveraging technology, teachers can create a vibrant and inclusive language learning environment.</a:t>
            </a:r>
            <a:endParaRPr sz="1200">
              <a:solidFill>
                <a:schemeClr val="dk1"/>
              </a:solidFill>
              <a:latin typeface="Hanken Grotesk"/>
              <a:ea typeface="Hanken Grotesk"/>
              <a:cs typeface="Hanken Grotesk"/>
              <a:sym typeface="Hanken Grotesk"/>
            </a:endParaRPr>
          </a:p>
        </p:txBody>
      </p:sp>
      <p:sp>
        <p:nvSpPr>
          <p:cNvPr descr="title" id="349" name="Google Shape;349;p23"/>
          <p:cNvSpPr txBox="1"/>
          <p:nvPr/>
        </p:nvSpPr>
        <p:spPr>
          <a:xfrm>
            <a:off x="411950" y="915900"/>
            <a:ext cx="3697200" cy="331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accent1"/>
                </a:solidFill>
                <a:latin typeface="Hanken Grotesk"/>
                <a:ea typeface="Hanken Grotesk"/>
                <a:cs typeface="Hanken Grotesk"/>
                <a:sym typeface="Hanken Grotesk"/>
              </a:rPr>
              <a:t>Introduction to Interactive Methodologies</a:t>
            </a:r>
            <a:endParaRPr b="1" sz="2200">
              <a:solidFill>
                <a:schemeClr val="accent1"/>
              </a:solidFill>
              <a:latin typeface="Hanken Grotesk"/>
              <a:ea typeface="Hanken Grotesk"/>
              <a:cs typeface="Hanken Grotesk"/>
              <a:sym typeface="Hanken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3" name="Shape 353"/>
        <p:cNvGrpSpPr/>
        <p:nvPr/>
      </p:nvGrpSpPr>
      <p:grpSpPr>
        <a:xfrm>
          <a:off x="0" y="0"/>
          <a:ext cx="0" cy="0"/>
          <a:chOff x="0" y="0"/>
          <a:chExt cx="0" cy="0"/>
        </a:xfrm>
      </p:grpSpPr>
      <p:sp>
        <p:nvSpPr>
          <p:cNvPr descr="title" id="354" name="Google Shape;354;p24"/>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Games in Language Learning</a:t>
            </a:r>
            <a:endParaRPr b="1" sz="2200">
              <a:solidFill>
                <a:schemeClr val="dk1"/>
              </a:solidFill>
              <a:latin typeface="Hanken Grotesk"/>
              <a:ea typeface="Hanken Grotesk"/>
              <a:cs typeface="Hanken Grotesk"/>
              <a:sym typeface="Hanken Grotesk"/>
            </a:endParaRPr>
          </a:p>
        </p:txBody>
      </p:sp>
      <p:cxnSp>
        <p:nvCxnSpPr>
          <p:cNvPr id="355" name="Google Shape;355;p24"/>
          <p:cNvCxnSpPr/>
          <p:nvPr/>
        </p:nvCxnSpPr>
        <p:spPr>
          <a:xfrm>
            <a:off x="571450" y="1107850"/>
            <a:ext cx="0" cy="3382200"/>
          </a:xfrm>
          <a:prstGeom prst="straightConnector1">
            <a:avLst/>
          </a:prstGeom>
          <a:noFill/>
          <a:ln cap="flat" cmpd="sng" w="9525">
            <a:solidFill>
              <a:schemeClr val="dk1"/>
            </a:solidFill>
            <a:prstDash val="dot"/>
            <a:round/>
            <a:headEnd len="med" w="med" type="none"/>
            <a:tailEnd len="med" w="med" type="none"/>
          </a:ln>
        </p:spPr>
      </p:cxnSp>
      <p:cxnSp>
        <p:nvCxnSpPr>
          <p:cNvPr id="356" name="Google Shape;356;p24"/>
          <p:cNvCxnSpPr/>
          <p:nvPr/>
        </p:nvCxnSpPr>
        <p:spPr>
          <a:xfrm>
            <a:off x="531525" y="2324793"/>
            <a:ext cx="378900" cy="0"/>
          </a:xfrm>
          <a:prstGeom prst="straightConnector1">
            <a:avLst/>
          </a:prstGeom>
          <a:noFill/>
          <a:ln cap="flat" cmpd="sng" w="19050">
            <a:solidFill>
              <a:schemeClr val="dk2"/>
            </a:solidFill>
            <a:prstDash val="solid"/>
            <a:round/>
            <a:headEnd len="med" w="med" type="oval"/>
            <a:tailEnd len="med" w="med" type="none"/>
          </a:ln>
        </p:spPr>
      </p:cxnSp>
      <p:cxnSp>
        <p:nvCxnSpPr>
          <p:cNvPr id="357" name="Google Shape;357;p24"/>
          <p:cNvCxnSpPr/>
          <p:nvPr/>
        </p:nvCxnSpPr>
        <p:spPr>
          <a:xfrm>
            <a:off x="531525" y="3185344"/>
            <a:ext cx="378900" cy="0"/>
          </a:xfrm>
          <a:prstGeom prst="straightConnector1">
            <a:avLst/>
          </a:prstGeom>
          <a:noFill/>
          <a:ln cap="flat" cmpd="sng" w="19050">
            <a:solidFill>
              <a:schemeClr val="dk2"/>
            </a:solidFill>
            <a:prstDash val="solid"/>
            <a:round/>
            <a:headEnd len="med" w="med" type="oval"/>
            <a:tailEnd len="med" w="med" type="none"/>
          </a:ln>
        </p:spPr>
      </p:cxnSp>
      <p:cxnSp>
        <p:nvCxnSpPr>
          <p:cNvPr id="358" name="Google Shape;358;p24"/>
          <p:cNvCxnSpPr/>
          <p:nvPr/>
        </p:nvCxnSpPr>
        <p:spPr>
          <a:xfrm>
            <a:off x="531525" y="1464250"/>
            <a:ext cx="378900" cy="0"/>
          </a:xfrm>
          <a:prstGeom prst="straightConnector1">
            <a:avLst/>
          </a:prstGeom>
          <a:noFill/>
          <a:ln cap="flat" cmpd="sng" w="19050">
            <a:solidFill>
              <a:schemeClr val="dk2"/>
            </a:solidFill>
            <a:prstDash val="solid"/>
            <a:round/>
            <a:headEnd len="med" w="med" type="oval"/>
            <a:tailEnd len="med" w="med" type="none"/>
          </a:ln>
        </p:spPr>
      </p:cxnSp>
      <p:cxnSp>
        <p:nvCxnSpPr>
          <p:cNvPr id="359" name="Google Shape;359;p24"/>
          <p:cNvCxnSpPr/>
          <p:nvPr/>
        </p:nvCxnSpPr>
        <p:spPr>
          <a:xfrm>
            <a:off x="531525" y="4045900"/>
            <a:ext cx="378900" cy="0"/>
          </a:xfrm>
          <a:prstGeom prst="straightConnector1">
            <a:avLst/>
          </a:prstGeom>
          <a:noFill/>
          <a:ln cap="flat" cmpd="sng" w="19050">
            <a:solidFill>
              <a:schemeClr val="dk2"/>
            </a:solidFill>
            <a:prstDash val="solid"/>
            <a:round/>
            <a:headEnd len="med" w="med" type="oval"/>
            <a:tailEnd len="med" w="med" type="none"/>
          </a:ln>
        </p:spPr>
      </p:cxnSp>
      <p:sp>
        <p:nvSpPr>
          <p:cNvPr descr="detail_2" id="360" name="Google Shape;360;p24"/>
          <p:cNvSpPr txBox="1"/>
          <p:nvPr>
            <p:ph idx="6" type="body"/>
          </p:nvPr>
        </p:nvSpPr>
        <p:spPr>
          <a:xfrm>
            <a:off x="2749750" y="2828945"/>
            <a:ext cx="5701500" cy="7128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000"/>
              <a:t>Incorporate online language games and apps such as Kahoot! or Quizlet Live to make learning competitive and fun.</a:t>
            </a:r>
            <a:endParaRPr sz="1000">
              <a:latin typeface="Hanken Grotesk"/>
              <a:ea typeface="Hanken Grotesk"/>
              <a:cs typeface="Hanken Grotesk"/>
              <a:sym typeface="Hanken Grotesk"/>
            </a:endParaRPr>
          </a:p>
        </p:txBody>
      </p:sp>
      <p:sp>
        <p:nvSpPr>
          <p:cNvPr descr="detail_1" id="361" name="Google Shape;361;p24"/>
          <p:cNvSpPr txBox="1"/>
          <p:nvPr>
            <p:ph idx="2" type="body"/>
          </p:nvPr>
        </p:nvSpPr>
        <p:spPr>
          <a:xfrm>
            <a:off x="2749750" y="1968393"/>
            <a:ext cx="5701500" cy="7128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000"/>
              <a:t>Create a bingo card with vocabulary words; call out definitions or images, and students mark the corresponding word.</a:t>
            </a:r>
            <a:endParaRPr sz="1000">
              <a:latin typeface="Hanken Grotesk"/>
              <a:ea typeface="Hanken Grotesk"/>
              <a:cs typeface="Hanken Grotesk"/>
              <a:sym typeface="Hanken Grotesk"/>
            </a:endParaRPr>
          </a:p>
        </p:txBody>
      </p:sp>
      <p:sp>
        <p:nvSpPr>
          <p:cNvPr descr="detail_0" id="362" name="Google Shape;362;p24"/>
          <p:cNvSpPr txBox="1"/>
          <p:nvPr>
            <p:ph idx="1" type="body"/>
          </p:nvPr>
        </p:nvSpPr>
        <p:spPr>
          <a:xfrm>
            <a:off x="2749750" y="1107850"/>
            <a:ext cx="5701500" cy="7128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SzPts val="1018"/>
              <a:buNone/>
            </a:pPr>
            <a:r>
              <a:rPr lang="en" sz="1000"/>
              <a:t>Use games like word bingo, charades, or Pictionary to reinforce vocabulary and grammar.</a:t>
            </a:r>
            <a:endParaRPr sz="1000">
              <a:latin typeface="Hanken Grotesk"/>
              <a:ea typeface="Hanken Grotesk"/>
              <a:cs typeface="Hanken Grotesk"/>
              <a:sym typeface="Hanken Grotesk"/>
            </a:endParaRPr>
          </a:p>
        </p:txBody>
      </p:sp>
      <p:sp>
        <p:nvSpPr>
          <p:cNvPr descr="detail_3" id="363" name="Google Shape;363;p24"/>
          <p:cNvSpPr txBox="1"/>
          <p:nvPr>
            <p:ph idx="6" type="body"/>
          </p:nvPr>
        </p:nvSpPr>
        <p:spPr>
          <a:xfrm>
            <a:off x="2749750" y="3689501"/>
            <a:ext cx="5701500" cy="7128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000"/>
              <a:t>Use Kahoot! to create quizzes on vocabulary or grammar that students can answer on their devices.</a:t>
            </a:r>
            <a:endParaRPr sz="1000">
              <a:latin typeface="Hanken Grotesk"/>
              <a:ea typeface="Hanken Grotesk"/>
              <a:cs typeface="Hanken Grotesk"/>
              <a:sym typeface="Hanken Grotesk"/>
            </a:endParaRPr>
          </a:p>
        </p:txBody>
      </p:sp>
      <p:sp>
        <p:nvSpPr>
          <p:cNvPr descr="header_0" id="364" name="Google Shape;364;p24"/>
          <p:cNvSpPr txBox="1"/>
          <p:nvPr>
            <p:ph idx="3" type="subTitle"/>
          </p:nvPr>
        </p:nvSpPr>
        <p:spPr>
          <a:xfrm>
            <a:off x="1069975" y="1107850"/>
            <a:ext cx="1575600" cy="712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000"/>
              </a:spcAft>
              <a:buNone/>
            </a:pPr>
            <a:r>
              <a:rPr lang="en" sz="1200">
                <a:solidFill>
                  <a:schemeClr val="dk1"/>
                </a:solidFill>
              </a:rPr>
              <a:t>Language Games</a:t>
            </a:r>
            <a:endParaRPr sz="1200">
              <a:solidFill>
                <a:schemeClr val="dk1"/>
              </a:solidFill>
            </a:endParaRPr>
          </a:p>
        </p:txBody>
      </p:sp>
      <p:sp>
        <p:nvSpPr>
          <p:cNvPr descr="header_1" id="365" name="Google Shape;365;p24"/>
          <p:cNvSpPr txBox="1"/>
          <p:nvPr>
            <p:ph idx="4" type="subTitle"/>
          </p:nvPr>
        </p:nvSpPr>
        <p:spPr>
          <a:xfrm>
            <a:off x="1069975" y="1968393"/>
            <a:ext cx="1575600" cy="712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000"/>
              </a:spcAft>
              <a:buNone/>
            </a:pPr>
            <a:r>
              <a:rPr lang="en" sz="1200">
                <a:solidFill>
                  <a:schemeClr val="dk1"/>
                </a:solidFill>
              </a:rPr>
              <a:t>Example of Language Games</a:t>
            </a:r>
            <a:endParaRPr sz="1200">
              <a:solidFill>
                <a:schemeClr val="dk1"/>
              </a:solidFill>
            </a:endParaRPr>
          </a:p>
        </p:txBody>
      </p:sp>
      <p:sp>
        <p:nvSpPr>
          <p:cNvPr descr="header_2" id="366" name="Google Shape;366;p24"/>
          <p:cNvSpPr txBox="1"/>
          <p:nvPr>
            <p:ph idx="5" type="subTitle"/>
          </p:nvPr>
        </p:nvSpPr>
        <p:spPr>
          <a:xfrm>
            <a:off x="1069975" y="2828944"/>
            <a:ext cx="1575600" cy="7128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000"/>
              </a:spcAft>
              <a:buNone/>
            </a:pPr>
            <a:r>
              <a:rPr lang="en" sz="1200">
                <a:solidFill>
                  <a:schemeClr val="dk1"/>
                </a:solidFill>
              </a:rPr>
              <a:t>Digital Games</a:t>
            </a:r>
            <a:endParaRPr sz="1200">
              <a:solidFill>
                <a:schemeClr val="dk1"/>
              </a:solidFill>
            </a:endParaRPr>
          </a:p>
        </p:txBody>
      </p:sp>
      <p:sp>
        <p:nvSpPr>
          <p:cNvPr descr="header_3" id="367" name="Google Shape;367;p24"/>
          <p:cNvSpPr txBox="1"/>
          <p:nvPr>
            <p:ph idx="7" type="subTitle"/>
          </p:nvPr>
        </p:nvSpPr>
        <p:spPr>
          <a:xfrm>
            <a:off x="1069975" y="3689500"/>
            <a:ext cx="1575600" cy="712800"/>
          </a:xfrm>
          <a:prstGeom prst="rect">
            <a:avLst/>
          </a:prstGeom>
        </p:spPr>
        <p:txBody>
          <a:bodyPr anchorCtr="0" anchor="ctr" bIns="91425" lIns="91425" spcFirstLastPara="1" rIns="91425" wrap="square" tIns="91425">
            <a:noAutofit/>
          </a:bodyPr>
          <a:lstStyle/>
          <a:p>
            <a:pPr indent="0" lvl="0" marL="0" rtl="0" algn="l">
              <a:spcBef>
                <a:spcPts val="0"/>
              </a:spcBef>
              <a:spcAft>
                <a:spcPts val="1000"/>
              </a:spcAft>
              <a:buNone/>
            </a:pPr>
            <a:r>
              <a:rPr lang="en" sz="1200">
                <a:solidFill>
                  <a:schemeClr val="dk1"/>
                </a:solidFill>
              </a:rPr>
              <a:t>Example of Digital Games</a:t>
            </a:r>
            <a:endParaRPr sz="1200">
              <a:solidFill>
                <a:schemeClr val="dk1"/>
              </a:solidFill>
            </a:endParaRPr>
          </a:p>
        </p:txBody>
      </p:sp>
      <p:pic>
        <p:nvPicPr>
          <p:cNvPr descr="logo" id="368" name="Google Shape;368;p24"/>
          <p:cNvPicPr preferRelativeResize="0"/>
          <p:nvPr/>
        </p:nvPicPr>
        <p:blipFill>
          <a:blip r:embed="rId3">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descr="title" id="373" name="Google Shape;373;p25"/>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Songs and Chants for Engagement</a:t>
            </a:r>
            <a:endParaRPr b="1" sz="2200">
              <a:solidFill>
                <a:schemeClr val="dk1"/>
              </a:solidFill>
              <a:latin typeface="Hanken Grotesk"/>
              <a:ea typeface="Hanken Grotesk"/>
              <a:cs typeface="Hanken Grotesk"/>
              <a:sym typeface="Hanken Grotesk"/>
            </a:endParaRPr>
          </a:p>
        </p:txBody>
      </p:sp>
      <p:sp>
        <p:nvSpPr>
          <p:cNvPr descr="detail_2" id="374" name="Google Shape;374;p25"/>
          <p:cNvSpPr txBox="1"/>
          <p:nvPr>
            <p:ph idx="2" type="body"/>
          </p:nvPr>
        </p:nvSpPr>
        <p:spPr>
          <a:xfrm>
            <a:off x="2058975" y="3473378"/>
            <a:ext cx="5709600" cy="9540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200"/>
              <a:t>Chants emphasize rhythm and repetition, making language patterns easier to remember, such as simple chants for counting or days of the week.</a:t>
            </a:r>
            <a:endParaRPr sz="1200">
              <a:latin typeface="Hanken Grotesk"/>
              <a:ea typeface="Hanken Grotesk"/>
              <a:cs typeface="Hanken Grotesk"/>
              <a:sym typeface="Hanken Grotesk"/>
            </a:endParaRPr>
          </a:p>
        </p:txBody>
      </p:sp>
      <p:sp>
        <p:nvSpPr>
          <p:cNvPr descr="detail_1" id="375" name="Google Shape;375;p25"/>
          <p:cNvSpPr txBox="1"/>
          <p:nvPr>
            <p:ph idx="1" type="body"/>
          </p:nvPr>
        </p:nvSpPr>
        <p:spPr>
          <a:xfrm>
            <a:off x="2058975" y="2292033"/>
            <a:ext cx="5709600" cy="9540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200"/>
              <a:t>Catchy songs can teach common phrases or vocabulary, allowing students to sing along, which aids retention and language use.</a:t>
            </a:r>
            <a:endParaRPr sz="1200">
              <a:latin typeface="Hanken Grotesk"/>
              <a:ea typeface="Hanken Grotesk"/>
              <a:cs typeface="Hanken Grotesk"/>
              <a:sym typeface="Hanken Grotesk"/>
            </a:endParaRPr>
          </a:p>
        </p:txBody>
      </p:sp>
      <p:sp>
        <p:nvSpPr>
          <p:cNvPr descr="detail_0" id="376" name="Google Shape;376;p25"/>
          <p:cNvSpPr txBox="1"/>
          <p:nvPr>
            <p:ph idx="3" type="body"/>
          </p:nvPr>
        </p:nvSpPr>
        <p:spPr>
          <a:xfrm>
            <a:off x="2058975" y="1110700"/>
            <a:ext cx="5709600" cy="9540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Clr>
                <a:srgbClr val="000000"/>
              </a:buClr>
              <a:buSzPts val="1018"/>
              <a:buFont typeface="Arial"/>
              <a:buNone/>
            </a:pPr>
            <a:r>
              <a:rPr lang="en" sz="1200"/>
              <a:t>Utilizing songs helps students memorize vocabulary and grammar structures, enhancing pronunciation skills through repetition and rhythm. Songs make learning enjoyable and memorable.</a:t>
            </a:r>
            <a:endParaRPr sz="1200">
              <a:latin typeface="Hanken Grotesk"/>
              <a:ea typeface="Hanken Grotesk"/>
              <a:cs typeface="Hanken Grotesk"/>
              <a:sym typeface="Hanken Grotesk"/>
            </a:endParaRPr>
          </a:p>
        </p:txBody>
      </p:sp>
      <p:pic>
        <p:nvPicPr>
          <p:cNvPr id="377" name="Google Shape;377;p25"/>
          <p:cNvPicPr preferRelativeResize="0"/>
          <p:nvPr/>
        </p:nvPicPr>
        <p:blipFill>
          <a:blip r:embed="rId3">
            <a:alphaModFix/>
          </a:blip>
          <a:stretch>
            <a:fillRect/>
          </a:stretch>
        </p:blipFill>
        <p:spPr>
          <a:xfrm>
            <a:off x="688738" y="1436802"/>
            <a:ext cx="301752" cy="301752"/>
          </a:xfrm>
          <a:prstGeom prst="rect">
            <a:avLst/>
          </a:prstGeom>
          <a:noFill/>
          <a:ln>
            <a:noFill/>
          </a:ln>
        </p:spPr>
      </p:pic>
      <p:sp>
        <p:nvSpPr>
          <p:cNvPr id="378" name="Google Shape;378;p25"/>
          <p:cNvSpPr/>
          <p:nvPr/>
        </p:nvSpPr>
        <p:spPr>
          <a:xfrm>
            <a:off x="1596775" y="1517175"/>
            <a:ext cx="141000" cy="1410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379" name="Google Shape;379;p25"/>
          <p:cNvPicPr preferRelativeResize="0"/>
          <p:nvPr/>
        </p:nvPicPr>
        <p:blipFill>
          <a:blip r:embed="rId4">
            <a:alphaModFix/>
          </a:blip>
          <a:stretch>
            <a:fillRect/>
          </a:stretch>
        </p:blipFill>
        <p:spPr>
          <a:xfrm>
            <a:off x="688738" y="2550527"/>
            <a:ext cx="301752" cy="301752"/>
          </a:xfrm>
          <a:prstGeom prst="rect">
            <a:avLst/>
          </a:prstGeom>
          <a:noFill/>
          <a:ln>
            <a:noFill/>
          </a:ln>
        </p:spPr>
      </p:pic>
      <p:pic>
        <p:nvPicPr>
          <p:cNvPr id="380" name="Google Shape;380;p25"/>
          <p:cNvPicPr preferRelativeResize="0"/>
          <p:nvPr/>
        </p:nvPicPr>
        <p:blipFill>
          <a:blip r:embed="rId5">
            <a:alphaModFix/>
          </a:blip>
          <a:stretch>
            <a:fillRect/>
          </a:stretch>
        </p:blipFill>
        <p:spPr>
          <a:xfrm>
            <a:off x="688738" y="3799490"/>
            <a:ext cx="301752" cy="301752"/>
          </a:xfrm>
          <a:prstGeom prst="rect">
            <a:avLst/>
          </a:prstGeom>
          <a:noFill/>
          <a:ln>
            <a:noFill/>
          </a:ln>
        </p:spPr>
      </p:pic>
      <p:sp>
        <p:nvSpPr>
          <p:cNvPr id="381" name="Google Shape;381;p25"/>
          <p:cNvSpPr/>
          <p:nvPr/>
        </p:nvSpPr>
        <p:spPr>
          <a:xfrm>
            <a:off x="1596775" y="2630900"/>
            <a:ext cx="1410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2" name="Google Shape;382;p25"/>
          <p:cNvSpPr/>
          <p:nvPr/>
        </p:nvSpPr>
        <p:spPr>
          <a:xfrm>
            <a:off x="1596775" y="3879863"/>
            <a:ext cx="141000" cy="1410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descr="logo" id="383" name="Google Shape;383;p25"/>
          <p:cNvPicPr preferRelativeResize="0"/>
          <p:nvPr/>
        </p:nvPicPr>
        <p:blipFill>
          <a:blip r:embed="rId6">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descr="title" id="388" name="Google Shape;388;p26"/>
          <p:cNvSpPr txBox="1"/>
          <p:nvPr>
            <p:ph type="title"/>
          </p:nvPr>
        </p:nvSpPr>
        <p:spPr>
          <a:xfrm>
            <a:off x="411950" y="342900"/>
            <a:ext cx="83202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Storytelling in Language Teaching</a:t>
            </a:r>
            <a:endParaRPr/>
          </a:p>
        </p:txBody>
      </p:sp>
      <p:sp>
        <p:nvSpPr>
          <p:cNvPr descr="header_0" id="389" name="Google Shape;389;p26"/>
          <p:cNvSpPr txBox="1"/>
          <p:nvPr>
            <p:ph idx="3" type="subTitle"/>
          </p:nvPr>
        </p:nvSpPr>
        <p:spPr>
          <a:xfrm>
            <a:off x="411850" y="1367126"/>
            <a:ext cx="2098200" cy="152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t>Interactive Storytelling Techniques</a:t>
            </a:r>
            <a:endParaRPr sz="1200">
              <a:solidFill>
                <a:schemeClr val="dk1"/>
              </a:solidFill>
            </a:endParaRPr>
          </a:p>
        </p:txBody>
      </p:sp>
      <p:sp>
        <p:nvSpPr>
          <p:cNvPr descr="detail_0" id="390" name="Google Shape;390;p26"/>
          <p:cNvSpPr txBox="1"/>
          <p:nvPr>
            <p:ph idx="1" type="body"/>
          </p:nvPr>
        </p:nvSpPr>
        <p:spPr>
          <a:xfrm>
            <a:off x="2510050" y="1367126"/>
            <a:ext cx="6222000" cy="1526100"/>
          </a:xfrm>
          <a:prstGeom prst="rect">
            <a:avLst/>
          </a:prstGeom>
        </p:spPr>
        <p:txBody>
          <a:bodyPr anchorCtr="0" anchor="t" bIns="91425" lIns="91425" spcFirstLastPara="1" rIns="91425" wrap="square" tIns="91425">
            <a:noAutofit/>
          </a:bodyPr>
          <a:lstStyle/>
          <a:p>
            <a:pPr indent="-241300" lvl="0" marL="371475" rtl="0" algn="l">
              <a:lnSpc>
                <a:spcPct val="105000"/>
              </a:lnSpc>
              <a:spcBef>
                <a:spcPts val="0"/>
              </a:spcBef>
              <a:spcAft>
                <a:spcPts val="0"/>
              </a:spcAft>
              <a:buClr>
                <a:schemeClr val="dk1"/>
              </a:buClr>
              <a:buSzPts val="1100"/>
              <a:buChar char="•"/>
            </a:pPr>
            <a:r>
              <a:rPr lang="en" sz="1100"/>
              <a:t>Use storytelling techniques where students can contribute to the plot, promoting language use and creativity.</a:t>
            </a:r>
            <a:endParaRPr sz="1100"/>
          </a:p>
          <a:p>
            <a:pPr indent="-241300" lvl="0" marL="371475" rtl="0" algn="l">
              <a:lnSpc>
                <a:spcPct val="105000"/>
              </a:lnSpc>
              <a:spcBef>
                <a:spcPts val="800"/>
              </a:spcBef>
              <a:spcAft>
                <a:spcPts val="0"/>
              </a:spcAft>
              <a:buClr>
                <a:schemeClr val="dk1"/>
              </a:buClr>
              <a:buSzPts val="1100"/>
              <a:buChar char="•"/>
            </a:pPr>
            <a:r>
              <a:rPr lang="en" sz="1100"/>
              <a:t>Start a story and let students take turns adding sentences or characters, encouraging them to use new vocabulary.</a:t>
            </a:r>
            <a:endParaRPr sz="1100"/>
          </a:p>
          <a:p>
            <a:pPr indent="-241300" lvl="0" marL="371475" rtl="0" algn="l">
              <a:lnSpc>
                <a:spcPct val="105000"/>
              </a:lnSpc>
              <a:spcBef>
                <a:spcPts val="800"/>
              </a:spcBef>
              <a:spcAft>
                <a:spcPts val="800"/>
              </a:spcAft>
              <a:buClr>
                <a:schemeClr val="dk1"/>
              </a:buClr>
              <a:buSzPts val="1100"/>
              <a:buChar char="•"/>
            </a:pPr>
            <a:r>
              <a:rPr lang="en" sz="1100"/>
              <a:t>Interactive storytelling fosters engagement and collaboration among students.</a:t>
            </a:r>
            <a:endParaRPr sz="1100"/>
          </a:p>
        </p:txBody>
      </p:sp>
      <p:sp>
        <p:nvSpPr>
          <p:cNvPr descr="detail_1" id="391" name="Google Shape;391;p26"/>
          <p:cNvSpPr txBox="1"/>
          <p:nvPr>
            <p:ph idx="1" type="body"/>
          </p:nvPr>
        </p:nvSpPr>
        <p:spPr>
          <a:xfrm>
            <a:off x="2510050" y="3053235"/>
            <a:ext cx="6222000" cy="1526100"/>
          </a:xfrm>
          <a:prstGeom prst="rect">
            <a:avLst/>
          </a:prstGeom>
        </p:spPr>
        <p:txBody>
          <a:bodyPr anchorCtr="0" anchor="t" bIns="91425" lIns="91425" spcFirstLastPara="1" rIns="91425" wrap="square" tIns="91425">
            <a:noAutofit/>
          </a:bodyPr>
          <a:lstStyle/>
          <a:p>
            <a:pPr indent="-247650" lvl="0" marL="371475" rtl="0" algn="l">
              <a:lnSpc>
                <a:spcPct val="105000"/>
              </a:lnSpc>
              <a:spcBef>
                <a:spcPts val="0"/>
              </a:spcBef>
              <a:spcAft>
                <a:spcPts val="0"/>
              </a:spcAft>
              <a:buClr>
                <a:schemeClr val="dk1"/>
              </a:buClr>
              <a:buSzPts val="1200"/>
              <a:buChar char="•"/>
            </a:pPr>
            <a:r>
              <a:rPr lang="en" sz="1200"/>
              <a:t>Utilize tools like Storybird or Book Creator to create multimedia stories.</a:t>
            </a:r>
            <a:endParaRPr sz="1200"/>
          </a:p>
          <a:p>
            <a:pPr indent="-247650" lvl="0" marL="371475" rtl="0" algn="l">
              <a:lnSpc>
                <a:spcPct val="105000"/>
              </a:lnSpc>
              <a:spcBef>
                <a:spcPts val="800"/>
              </a:spcBef>
              <a:spcAft>
                <a:spcPts val="0"/>
              </a:spcAft>
              <a:buClr>
                <a:schemeClr val="dk1"/>
              </a:buClr>
              <a:buSzPts val="1200"/>
              <a:buChar char="•"/>
            </a:pPr>
            <a:r>
              <a:rPr lang="en" sz="1200"/>
              <a:t>Students can create their own digital books or presentations that include text, images, and audio recordings.</a:t>
            </a:r>
            <a:endParaRPr sz="1200"/>
          </a:p>
          <a:p>
            <a:pPr indent="-247650" lvl="0" marL="371475" rtl="0" algn="l">
              <a:lnSpc>
                <a:spcPct val="105000"/>
              </a:lnSpc>
              <a:spcBef>
                <a:spcPts val="800"/>
              </a:spcBef>
              <a:spcAft>
                <a:spcPts val="800"/>
              </a:spcAft>
              <a:buClr>
                <a:schemeClr val="dk1"/>
              </a:buClr>
              <a:buSzPts val="1200"/>
              <a:buChar char="•"/>
            </a:pPr>
            <a:r>
              <a:rPr lang="en" sz="1200"/>
              <a:t>Digital storytelling enhances creativity and allows for diverse expression in the target language.</a:t>
            </a:r>
            <a:endParaRPr sz="1200"/>
          </a:p>
        </p:txBody>
      </p:sp>
      <p:sp>
        <p:nvSpPr>
          <p:cNvPr descr="header_1" id="392" name="Google Shape;392;p26"/>
          <p:cNvSpPr txBox="1"/>
          <p:nvPr>
            <p:ph idx="3" type="subTitle"/>
          </p:nvPr>
        </p:nvSpPr>
        <p:spPr>
          <a:xfrm>
            <a:off x="411850" y="3053235"/>
            <a:ext cx="2098200" cy="152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t>Digital Storytelling Tools</a:t>
            </a:r>
            <a:endParaRPr sz="1200">
              <a:solidFill>
                <a:schemeClr val="dk1"/>
              </a:solidFill>
            </a:endParaRPr>
          </a:p>
        </p:txBody>
      </p:sp>
      <p:pic>
        <p:nvPicPr>
          <p:cNvPr descr="logo" id="393" name="Google Shape;393;p26"/>
          <p:cNvPicPr preferRelativeResize="0"/>
          <p:nvPr/>
        </p:nvPicPr>
        <p:blipFill>
          <a:blip r:embed="rId3">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97" name="Shape 397"/>
        <p:cNvGrpSpPr/>
        <p:nvPr/>
      </p:nvGrpSpPr>
      <p:grpSpPr>
        <a:xfrm>
          <a:off x="0" y="0"/>
          <a:ext cx="0" cy="0"/>
          <a:chOff x="0" y="0"/>
          <a:chExt cx="0" cy="0"/>
        </a:xfrm>
      </p:grpSpPr>
      <p:sp>
        <p:nvSpPr>
          <p:cNvPr id="398" name="Google Shape;398;p27"/>
          <p:cNvSpPr/>
          <p:nvPr/>
        </p:nvSpPr>
        <p:spPr>
          <a:xfrm>
            <a:off x="412100" y="1101125"/>
            <a:ext cx="3995100" cy="3518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4574397" y="1101063"/>
            <a:ext cx="3995100" cy="3518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descr="detail_0" id="400" name="Google Shape;400;p27"/>
          <p:cNvSpPr txBox="1"/>
          <p:nvPr>
            <p:ph idx="1" type="body"/>
          </p:nvPr>
        </p:nvSpPr>
        <p:spPr>
          <a:xfrm>
            <a:off x="412000" y="2079250"/>
            <a:ext cx="3995100" cy="2540400"/>
          </a:xfrm>
          <a:prstGeom prst="rect">
            <a:avLst/>
          </a:prstGeom>
        </p:spPr>
        <p:txBody>
          <a:bodyPr anchorCtr="0" anchor="t" bIns="91425" lIns="91425" spcFirstLastPara="1" rIns="91425" wrap="square" tIns="91425">
            <a:noAutofit/>
          </a:bodyPr>
          <a:lstStyle/>
          <a:p>
            <a:pPr indent="-234950" lvl="0" marL="285750" rtl="0" algn="l">
              <a:lnSpc>
                <a:spcPct val="115000"/>
              </a:lnSpc>
              <a:spcBef>
                <a:spcPts val="0"/>
              </a:spcBef>
              <a:spcAft>
                <a:spcPts val="0"/>
              </a:spcAft>
              <a:buClr>
                <a:schemeClr val="dk2"/>
              </a:buClr>
              <a:buSzPts val="1000"/>
              <a:buChar char="•"/>
            </a:pPr>
            <a:r>
              <a:rPr lang="en" sz="1000"/>
              <a:t>Incorporate role playing scenarios to act out dialogues and real-life situations.</a:t>
            </a:r>
            <a:endParaRPr sz="1000"/>
          </a:p>
          <a:p>
            <a:pPr indent="-234950" lvl="0" marL="285750" rtl="0" algn="l">
              <a:lnSpc>
                <a:spcPct val="115000"/>
              </a:lnSpc>
              <a:spcBef>
                <a:spcPts val="1000"/>
              </a:spcBef>
              <a:spcAft>
                <a:spcPts val="0"/>
              </a:spcAft>
              <a:buClr>
                <a:schemeClr val="dk2"/>
              </a:buClr>
              <a:buSzPts val="1000"/>
              <a:buChar char="•"/>
            </a:pPr>
            <a:r>
              <a:rPr lang="en" sz="1000"/>
              <a:t>Engages students in practical language use, enhancing their speaking skills.</a:t>
            </a:r>
            <a:endParaRPr sz="1000"/>
          </a:p>
          <a:p>
            <a:pPr indent="-234950" lvl="0" marL="285750" rtl="0" algn="l">
              <a:lnSpc>
                <a:spcPct val="115000"/>
              </a:lnSpc>
              <a:spcBef>
                <a:spcPts val="1000"/>
              </a:spcBef>
              <a:spcAft>
                <a:spcPts val="1000"/>
              </a:spcAft>
              <a:buClr>
                <a:schemeClr val="dk2"/>
              </a:buClr>
              <a:buSzPts val="1000"/>
              <a:buChar char="•"/>
            </a:pPr>
            <a:r>
              <a:rPr lang="en" sz="1000"/>
              <a:t>Example: Set up a mock restaurant where students role-play as customers and waitstaff.</a:t>
            </a:r>
            <a:endParaRPr sz="1000"/>
          </a:p>
        </p:txBody>
      </p:sp>
      <p:sp>
        <p:nvSpPr>
          <p:cNvPr descr="header_0" id="401" name="Google Shape;401;p27"/>
          <p:cNvSpPr txBox="1"/>
          <p:nvPr>
            <p:ph idx="3" type="subTitle"/>
          </p:nvPr>
        </p:nvSpPr>
        <p:spPr>
          <a:xfrm>
            <a:off x="411950" y="1570450"/>
            <a:ext cx="3995100" cy="508800"/>
          </a:xfrm>
          <a:prstGeom prst="rect">
            <a:avLst/>
          </a:prstGeom>
        </p:spPr>
        <p:txBody>
          <a:bodyPr anchorCtr="0" anchor="ctr" bIns="91425" lIns="182875" spcFirstLastPara="1" rIns="137150" wrap="square" tIns="91425">
            <a:noAutofit/>
          </a:bodyPr>
          <a:lstStyle/>
          <a:p>
            <a:pPr indent="0" lvl="0" marL="0" rtl="0" algn="l">
              <a:spcBef>
                <a:spcPts val="0"/>
              </a:spcBef>
              <a:spcAft>
                <a:spcPts val="1200"/>
              </a:spcAft>
              <a:buNone/>
            </a:pPr>
            <a:r>
              <a:rPr lang="en" sz="1300"/>
              <a:t>Enhancing Speaking Skills through Role Playing</a:t>
            </a:r>
            <a:endParaRPr sz="1300"/>
          </a:p>
        </p:txBody>
      </p:sp>
      <p:sp>
        <p:nvSpPr>
          <p:cNvPr descr="detail_1" id="402" name="Google Shape;402;p27"/>
          <p:cNvSpPr txBox="1"/>
          <p:nvPr>
            <p:ph idx="2" type="body"/>
          </p:nvPr>
        </p:nvSpPr>
        <p:spPr>
          <a:xfrm>
            <a:off x="4574400" y="2079188"/>
            <a:ext cx="3995100" cy="2540400"/>
          </a:xfrm>
          <a:prstGeom prst="rect">
            <a:avLst/>
          </a:prstGeom>
        </p:spPr>
        <p:txBody>
          <a:bodyPr anchorCtr="0" anchor="t" bIns="91425" lIns="91425" spcFirstLastPara="1" rIns="91425" wrap="square" tIns="91425">
            <a:noAutofit/>
          </a:bodyPr>
          <a:lstStyle/>
          <a:p>
            <a:pPr indent="-234950" lvl="0" marL="285750" rtl="0" algn="l">
              <a:lnSpc>
                <a:spcPct val="115000"/>
              </a:lnSpc>
              <a:spcBef>
                <a:spcPts val="0"/>
              </a:spcBef>
              <a:spcAft>
                <a:spcPts val="0"/>
              </a:spcAft>
              <a:buClr>
                <a:schemeClr val="dk2"/>
              </a:buClr>
              <a:buSzPts val="1000"/>
              <a:buChar char="•"/>
            </a:pPr>
            <a:r>
              <a:rPr lang="en" sz="1000"/>
              <a:t>Use platforms like Classcraft to gamify classroom experiences.</a:t>
            </a:r>
            <a:endParaRPr sz="1000"/>
          </a:p>
          <a:p>
            <a:pPr indent="-234950" lvl="0" marL="285750" rtl="0" algn="l">
              <a:lnSpc>
                <a:spcPct val="115000"/>
              </a:lnSpc>
              <a:spcBef>
                <a:spcPts val="1000"/>
              </a:spcBef>
              <a:spcAft>
                <a:spcPts val="0"/>
              </a:spcAft>
              <a:buClr>
                <a:schemeClr val="dk2"/>
              </a:buClr>
              <a:buSzPts val="1000"/>
              <a:buChar char="•"/>
            </a:pPr>
            <a:r>
              <a:rPr lang="en" sz="1000"/>
              <a:t>Allows students to navigate through scenarios using language effectively.</a:t>
            </a:r>
            <a:endParaRPr sz="1000"/>
          </a:p>
          <a:p>
            <a:pPr indent="-234950" lvl="0" marL="285750" rtl="0" algn="l">
              <a:lnSpc>
                <a:spcPct val="115000"/>
              </a:lnSpc>
              <a:spcBef>
                <a:spcPts val="1000"/>
              </a:spcBef>
              <a:spcAft>
                <a:spcPts val="1000"/>
              </a:spcAft>
              <a:buClr>
                <a:schemeClr val="dk2"/>
              </a:buClr>
              <a:buSzPts val="1000"/>
              <a:buChar char="•"/>
            </a:pPr>
            <a:r>
              <a:rPr lang="en" sz="1000"/>
              <a:t>Encourages collaborative learning and peer interaction in language use.</a:t>
            </a:r>
            <a:endParaRPr sz="1000"/>
          </a:p>
        </p:txBody>
      </p:sp>
      <p:sp>
        <p:nvSpPr>
          <p:cNvPr descr="header_1" id="403" name="Google Shape;403;p27"/>
          <p:cNvSpPr txBox="1"/>
          <p:nvPr>
            <p:ph idx="4" type="subTitle"/>
          </p:nvPr>
        </p:nvSpPr>
        <p:spPr>
          <a:xfrm>
            <a:off x="4574350" y="1570388"/>
            <a:ext cx="3995100" cy="508800"/>
          </a:xfrm>
          <a:prstGeom prst="rect">
            <a:avLst/>
          </a:prstGeom>
        </p:spPr>
        <p:txBody>
          <a:bodyPr anchorCtr="0" anchor="ctr" bIns="91425" lIns="182875" spcFirstLastPara="1" rIns="137150" wrap="square" tIns="91425">
            <a:noAutofit/>
          </a:bodyPr>
          <a:lstStyle/>
          <a:p>
            <a:pPr indent="0" lvl="0" marL="0" marR="0" rtl="0" algn="l">
              <a:lnSpc>
                <a:spcPct val="100000"/>
              </a:lnSpc>
              <a:spcBef>
                <a:spcPts val="0"/>
              </a:spcBef>
              <a:spcAft>
                <a:spcPts val="1200"/>
              </a:spcAft>
              <a:buNone/>
            </a:pPr>
            <a:r>
              <a:rPr lang="en" sz="1300"/>
              <a:t>Interactive Simulations for Language Practice</a:t>
            </a:r>
            <a:endParaRPr sz="1300"/>
          </a:p>
        </p:txBody>
      </p:sp>
      <p:pic>
        <p:nvPicPr>
          <p:cNvPr id="404" name="Google Shape;404;p27"/>
          <p:cNvPicPr preferRelativeResize="0"/>
          <p:nvPr/>
        </p:nvPicPr>
        <p:blipFill>
          <a:blip r:embed="rId3">
            <a:alphaModFix/>
          </a:blip>
          <a:stretch>
            <a:fillRect/>
          </a:stretch>
        </p:blipFill>
        <p:spPr>
          <a:xfrm>
            <a:off x="576938" y="1268690"/>
            <a:ext cx="274320" cy="274320"/>
          </a:xfrm>
          <a:prstGeom prst="rect">
            <a:avLst/>
          </a:prstGeom>
          <a:noFill/>
          <a:ln>
            <a:noFill/>
          </a:ln>
        </p:spPr>
      </p:pic>
      <p:pic>
        <p:nvPicPr>
          <p:cNvPr id="405" name="Google Shape;405;p27"/>
          <p:cNvPicPr preferRelativeResize="0"/>
          <p:nvPr/>
        </p:nvPicPr>
        <p:blipFill>
          <a:blip r:embed="rId4">
            <a:alphaModFix/>
          </a:blip>
          <a:stretch>
            <a:fillRect/>
          </a:stretch>
        </p:blipFill>
        <p:spPr>
          <a:xfrm>
            <a:off x="4725138" y="1268615"/>
            <a:ext cx="274320" cy="274320"/>
          </a:xfrm>
          <a:prstGeom prst="rect">
            <a:avLst/>
          </a:prstGeom>
          <a:noFill/>
          <a:ln>
            <a:noFill/>
          </a:ln>
        </p:spPr>
      </p:pic>
      <p:sp>
        <p:nvSpPr>
          <p:cNvPr descr="title" id="406" name="Google Shape;406;p27"/>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Role Playing as a Learning Tool</a:t>
            </a:r>
            <a:endParaRPr b="1" sz="2200">
              <a:solidFill>
                <a:schemeClr val="dk1"/>
              </a:solidFill>
              <a:latin typeface="Hanken Grotesk"/>
              <a:ea typeface="Hanken Grotesk"/>
              <a:cs typeface="Hanken Grotesk"/>
              <a:sym typeface="Hanken Grotesk"/>
            </a:endParaRPr>
          </a:p>
        </p:txBody>
      </p:sp>
      <p:grpSp>
        <p:nvGrpSpPr>
          <p:cNvPr id="407" name="Google Shape;407;p27"/>
          <p:cNvGrpSpPr/>
          <p:nvPr/>
        </p:nvGrpSpPr>
        <p:grpSpPr>
          <a:xfrm>
            <a:off x="6952825" y="132250"/>
            <a:ext cx="2057400" cy="1033200"/>
            <a:chOff x="6922975" y="1548525"/>
            <a:chExt cx="2057400" cy="1033200"/>
          </a:xfrm>
        </p:grpSpPr>
        <p:grpSp>
          <p:nvGrpSpPr>
            <p:cNvPr id="408" name="Google Shape;408;p27"/>
            <p:cNvGrpSpPr/>
            <p:nvPr/>
          </p:nvGrpSpPr>
          <p:grpSpPr>
            <a:xfrm>
              <a:off x="6922975" y="1548525"/>
              <a:ext cx="2057400" cy="1033200"/>
              <a:chOff x="6172200" y="152400"/>
              <a:chExt cx="2057400" cy="1033200"/>
            </a:xfrm>
          </p:grpSpPr>
          <p:sp>
            <p:nvSpPr>
              <p:cNvPr id="409" name="Google Shape;409;p27"/>
              <p:cNvSpPr/>
              <p:nvPr/>
            </p:nvSpPr>
            <p:spPr>
              <a:xfrm>
                <a:off x="6172200" y="152400"/>
                <a:ext cx="2057400" cy="1033200"/>
              </a:xfrm>
              <a:prstGeom prst="roundRect">
                <a:avLst>
                  <a:gd fmla="val 8292" name="adj"/>
                </a:avLst>
              </a:prstGeom>
              <a:solidFill>
                <a:srgbClr val="FFD90F"/>
              </a:solidFill>
              <a:ln cap="flat" cmpd="sng" w="9525">
                <a:solidFill>
                  <a:srgbClr val="000000"/>
                </a:solidFill>
                <a:prstDash val="solid"/>
                <a:round/>
                <a:headEnd len="sm" w="sm" type="none"/>
                <a:tailEnd len="sm" w="sm" type="none"/>
              </a:ln>
              <a:effectLst>
                <a:outerShdw blurRad="14288" rotWithShape="0" algn="bl" dir="2760000" dist="57150">
                  <a:srgbClr val="000000">
                    <a:alpha val="19000"/>
                  </a:srgbClr>
                </a:outerShdw>
              </a:effectLst>
            </p:spPr>
            <p:txBody>
              <a:bodyPr anchorCtr="0" anchor="t" bIns="91425" lIns="0" spcFirstLastPara="1" rIns="91425" wrap="square" tIns="457200">
                <a:noAutofit/>
              </a:bodyPr>
              <a:lstStyle/>
              <a:p>
                <a:pPr indent="0" lvl="0" marL="0" rtl="0" algn="l">
                  <a:spcBef>
                    <a:spcPts val="0"/>
                  </a:spcBef>
                  <a:spcAft>
                    <a:spcPts val="0"/>
                  </a:spcAft>
                  <a:buClr>
                    <a:srgbClr val="000000"/>
                  </a:buClr>
                  <a:buSzPts val="1100"/>
                  <a:buFont typeface="Arial"/>
                  <a:buNone/>
                </a:pPr>
                <a:r>
                  <a:t/>
                </a:r>
                <a:endParaRPr sz="900">
                  <a:latin typeface="Inter"/>
                  <a:ea typeface="Inter"/>
                  <a:cs typeface="Inter"/>
                  <a:sym typeface="Inter"/>
                </a:endParaRPr>
              </a:p>
            </p:txBody>
          </p:sp>
          <p:sp>
            <p:nvSpPr>
              <p:cNvPr id="410" name="Google Shape;410;p27"/>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rtl="0" algn="l">
                  <a:spcBef>
                    <a:spcPts val="0"/>
                  </a:spcBef>
                  <a:spcAft>
                    <a:spcPts val="0"/>
                  </a:spcAft>
                  <a:buNone/>
                </a:pPr>
                <a:r>
                  <a:rPr b="1" lang="en" sz="900">
                    <a:latin typeface="Inter"/>
                    <a:ea typeface="Inter"/>
                    <a:cs typeface="Inter"/>
                    <a:sym typeface="Inter"/>
                  </a:rPr>
                  <a:t>Plus tip:</a:t>
                </a:r>
                <a:endParaRPr b="1" sz="900">
                  <a:latin typeface="Inter"/>
                  <a:ea typeface="Inter"/>
                  <a:cs typeface="Inter"/>
                  <a:sym typeface="Inter"/>
                </a:endParaRPr>
              </a:p>
            </p:txBody>
          </p:sp>
        </p:grpSp>
        <p:sp>
          <p:nvSpPr>
            <p:cNvPr descr="plus_tip" id="411" name="Google Shape;411;p27"/>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Inter"/>
                  <a:ea typeface="Inter"/>
                  <a:cs typeface="Inter"/>
                  <a:sym typeface="Inter"/>
                </a:rPr>
                <a:t>Consider adding specific examples of role-playing scenarios that you have used in your classroom to make the content more relatable.</a:t>
              </a:r>
              <a:endParaRPr sz="800">
                <a:latin typeface="Inter"/>
                <a:ea typeface="Inter"/>
                <a:cs typeface="Inter"/>
                <a:sym typeface="Inter"/>
              </a:endParaRPr>
            </a:p>
          </p:txBody>
        </p:sp>
        <p:pic>
          <p:nvPicPr>
            <p:cNvPr id="412" name="Google Shape;412;p27"/>
            <p:cNvPicPr preferRelativeResize="0"/>
            <p:nvPr/>
          </p:nvPicPr>
          <p:blipFill>
            <a:blip r:embed="rId5">
              <a:alphaModFix/>
            </a:blip>
            <a:stretch>
              <a:fillRect/>
            </a:stretch>
          </p:blipFill>
          <p:spPr>
            <a:xfrm>
              <a:off x="7016628" y="1652466"/>
              <a:ext cx="164591" cy="164591"/>
            </a:xfrm>
            <a:prstGeom prst="rect">
              <a:avLst/>
            </a:prstGeom>
            <a:noFill/>
            <a:ln>
              <a:noFill/>
            </a:ln>
          </p:spPr>
        </p:pic>
      </p:grpSp>
      <p:pic>
        <p:nvPicPr>
          <p:cNvPr descr="logo" id="413" name="Google Shape;413;p27"/>
          <p:cNvPicPr preferRelativeResize="0"/>
          <p:nvPr/>
        </p:nvPicPr>
        <p:blipFill>
          <a:blip r:embed="rId6">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descr="title" id="418" name="Google Shape;418;p28"/>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Integrating Technology in Language Classes</a:t>
            </a:r>
            <a:endParaRPr b="1" sz="2200">
              <a:solidFill>
                <a:schemeClr val="dk1"/>
              </a:solidFill>
              <a:latin typeface="Hanken Grotesk"/>
              <a:ea typeface="Hanken Grotesk"/>
              <a:cs typeface="Hanken Grotesk"/>
              <a:sym typeface="Hanken Grotesk"/>
            </a:endParaRPr>
          </a:p>
        </p:txBody>
      </p:sp>
      <p:sp>
        <p:nvSpPr>
          <p:cNvPr descr="detail_2" id="419" name="Google Shape;419;p28"/>
          <p:cNvSpPr txBox="1"/>
          <p:nvPr>
            <p:ph idx="2" type="body"/>
          </p:nvPr>
        </p:nvSpPr>
        <p:spPr>
          <a:xfrm>
            <a:off x="993775" y="3464975"/>
            <a:ext cx="3537300" cy="9507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900"/>
              <a:t>Virtual Reality (VR) technology immerses students in a language-rich environment, enhancing conversational skills and cultural understanding.</a:t>
            </a:r>
            <a:endParaRPr sz="900"/>
          </a:p>
        </p:txBody>
      </p:sp>
      <p:sp>
        <p:nvSpPr>
          <p:cNvPr descr="detail_1" id="420" name="Google Shape;420;p28"/>
          <p:cNvSpPr txBox="1"/>
          <p:nvPr>
            <p:ph idx="1" type="body"/>
          </p:nvPr>
        </p:nvSpPr>
        <p:spPr>
          <a:xfrm>
            <a:off x="993775" y="2364031"/>
            <a:ext cx="3537300" cy="9507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900"/>
              <a:t>These apps feature gamified lessons that include vocabulary, grammar, and pronunciation exercises, making learning engaging and interactive.</a:t>
            </a:r>
            <a:endParaRPr sz="900"/>
          </a:p>
        </p:txBody>
      </p:sp>
      <p:sp>
        <p:nvSpPr>
          <p:cNvPr descr="detail_0" id="421" name="Google Shape;421;p28"/>
          <p:cNvSpPr txBox="1"/>
          <p:nvPr>
            <p:ph idx="3" type="body"/>
          </p:nvPr>
        </p:nvSpPr>
        <p:spPr>
          <a:xfrm>
            <a:off x="993775" y="1263100"/>
            <a:ext cx="3537300" cy="9507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900"/>
              <a:t>Language learning apps like Duolingo, Babbel, and Rosetta Stone provide self-paced practice, allowing students to learn at their own speed.</a:t>
            </a:r>
            <a:endParaRPr sz="900"/>
          </a:p>
        </p:txBody>
      </p:sp>
      <p:sp>
        <p:nvSpPr>
          <p:cNvPr descr="detail_5" id="422" name="Google Shape;422;p28"/>
          <p:cNvSpPr txBox="1"/>
          <p:nvPr>
            <p:ph idx="2" type="body"/>
          </p:nvPr>
        </p:nvSpPr>
        <p:spPr>
          <a:xfrm>
            <a:off x="5149425" y="3464976"/>
            <a:ext cx="3537300" cy="9507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900"/>
              <a:t>Integrating digital tools supports personalized instruction tailored to individual learning styles, significantly improving student engagement and outcomes.</a:t>
            </a:r>
            <a:endParaRPr sz="900"/>
          </a:p>
        </p:txBody>
      </p:sp>
      <p:sp>
        <p:nvSpPr>
          <p:cNvPr descr="detail_4" id="423" name="Google Shape;423;p28"/>
          <p:cNvSpPr txBox="1"/>
          <p:nvPr>
            <p:ph idx="1" type="body"/>
          </p:nvPr>
        </p:nvSpPr>
        <p:spPr>
          <a:xfrm>
            <a:off x="5149425" y="2364032"/>
            <a:ext cx="3537300" cy="9507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900"/>
              <a:t>Teachers can leverage tools like Classcraft to gamify classroom experiences, allowing students to navigate through scenarios using the target language.</a:t>
            </a:r>
            <a:endParaRPr sz="900"/>
          </a:p>
        </p:txBody>
      </p:sp>
      <p:sp>
        <p:nvSpPr>
          <p:cNvPr descr="detail_3" id="424" name="Google Shape;424;p28"/>
          <p:cNvSpPr txBox="1"/>
          <p:nvPr>
            <p:ph idx="3" type="body"/>
          </p:nvPr>
        </p:nvSpPr>
        <p:spPr>
          <a:xfrm>
            <a:off x="5149425" y="1263100"/>
            <a:ext cx="3537300" cy="9507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900"/>
              <a:t>Using platforms like Edpuzzle, teachers can assign interactive video lessons for homework, promoting engagement with content before class discussions.</a:t>
            </a:r>
            <a:endParaRPr sz="900"/>
          </a:p>
        </p:txBody>
      </p:sp>
      <p:sp>
        <p:nvSpPr>
          <p:cNvPr id="425" name="Google Shape;425;p28"/>
          <p:cNvSpPr/>
          <p:nvPr/>
        </p:nvSpPr>
        <p:spPr>
          <a:xfrm>
            <a:off x="525738" y="1355000"/>
            <a:ext cx="361800" cy="361800"/>
          </a:xfrm>
          <a:prstGeom prst="ellipse">
            <a:avLst/>
          </a:prstGeom>
          <a:no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800">
                <a:solidFill>
                  <a:schemeClr val="accent1"/>
                </a:solidFill>
                <a:latin typeface="Hanken Grotesk"/>
                <a:ea typeface="Hanken Grotesk"/>
                <a:cs typeface="Hanken Grotesk"/>
                <a:sym typeface="Hanken Grotesk"/>
              </a:rPr>
              <a:t>1</a:t>
            </a:r>
            <a:endParaRPr b="1" sz="1800">
              <a:solidFill>
                <a:schemeClr val="accent1"/>
              </a:solidFill>
              <a:latin typeface="Hanken Grotesk"/>
              <a:ea typeface="Hanken Grotesk"/>
              <a:cs typeface="Hanken Grotesk"/>
              <a:sym typeface="Hanken Grotesk"/>
            </a:endParaRPr>
          </a:p>
        </p:txBody>
      </p:sp>
      <p:sp>
        <p:nvSpPr>
          <p:cNvPr id="426" name="Google Shape;426;p28"/>
          <p:cNvSpPr/>
          <p:nvPr/>
        </p:nvSpPr>
        <p:spPr>
          <a:xfrm>
            <a:off x="525738" y="2502275"/>
            <a:ext cx="361800" cy="361800"/>
          </a:xfrm>
          <a:prstGeom prst="ellipse">
            <a:avLst/>
          </a:prstGeom>
          <a:no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800">
                <a:solidFill>
                  <a:schemeClr val="accent1"/>
                </a:solidFill>
                <a:latin typeface="Hanken Grotesk"/>
                <a:ea typeface="Hanken Grotesk"/>
                <a:cs typeface="Hanken Grotesk"/>
                <a:sym typeface="Hanken Grotesk"/>
              </a:rPr>
              <a:t>2</a:t>
            </a:r>
            <a:endParaRPr b="1" sz="1800">
              <a:solidFill>
                <a:schemeClr val="accent1"/>
              </a:solidFill>
              <a:latin typeface="Hanken Grotesk"/>
              <a:ea typeface="Hanken Grotesk"/>
              <a:cs typeface="Hanken Grotesk"/>
              <a:sym typeface="Hanken Grotesk"/>
            </a:endParaRPr>
          </a:p>
        </p:txBody>
      </p:sp>
      <p:sp>
        <p:nvSpPr>
          <p:cNvPr id="427" name="Google Shape;427;p28"/>
          <p:cNvSpPr/>
          <p:nvPr/>
        </p:nvSpPr>
        <p:spPr>
          <a:xfrm>
            <a:off x="525738" y="3603200"/>
            <a:ext cx="361800" cy="361800"/>
          </a:xfrm>
          <a:prstGeom prst="ellipse">
            <a:avLst/>
          </a:prstGeom>
          <a:no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800">
                <a:solidFill>
                  <a:schemeClr val="accent1"/>
                </a:solidFill>
                <a:latin typeface="Hanken Grotesk"/>
                <a:ea typeface="Hanken Grotesk"/>
                <a:cs typeface="Hanken Grotesk"/>
                <a:sym typeface="Hanken Grotesk"/>
              </a:rPr>
              <a:t>3</a:t>
            </a:r>
            <a:endParaRPr b="1" sz="1800">
              <a:solidFill>
                <a:schemeClr val="accent1"/>
              </a:solidFill>
              <a:latin typeface="Hanken Grotesk"/>
              <a:ea typeface="Hanken Grotesk"/>
              <a:cs typeface="Hanken Grotesk"/>
              <a:sym typeface="Hanken Grotesk"/>
            </a:endParaRPr>
          </a:p>
        </p:txBody>
      </p:sp>
      <p:sp>
        <p:nvSpPr>
          <p:cNvPr id="428" name="Google Shape;428;p28"/>
          <p:cNvSpPr/>
          <p:nvPr/>
        </p:nvSpPr>
        <p:spPr>
          <a:xfrm>
            <a:off x="4702963" y="1355000"/>
            <a:ext cx="361800" cy="361800"/>
          </a:xfrm>
          <a:prstGeom prst="ellipse">
            <a:avLst/>
          </a:prstGeom>
          <a:no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800">
                <a:solidFill>
                  <a:schemeClr val="accent1"/>
                </a:solidFill>
                <a:latin typeface="Hanken Grotesk"/>
                <a:ea typeface="Hanken Grotesk"/>
                <a:cs typeface="Hanken Grotesk"/>
                <a:sym typeface="Hanken Grotesk"/>
              </a:rPr>
              <a:t>4</a:t>
            </a:r>
            <a:endParaRPr b="1" sz="1800">
              <a:solidFill>
                <a:schemeClr val="accent1"/>
              </a:solidFill>
              <a:latin typeface="Hanken Grotesk"/>
              <a:ea typeface="Hanken Grotesk"/>
              <a:cs typeface="Hanken Grotesk"/>
              <a:sym typeface="Hanken Grotesk"/>
            </a:endParaRPr>
          </a:p>
        </p:txBody>
      </p:sp>
      <p:sp>
        <p:nvSpPr>
          <p:cNvPr id="429" name="Google Shape;429;p28"/>
          <p:cNvSpPr/>
          <p:nvPr/>
        </p:nvSpPr>
        <p:spPr>
          <a:xfrm>
            <a:off x="4702963" y="2502275"/>
            <a:ext cx="361800" cy="361800"/>
          </a:xfrm>
          <a:prstGeom prst="ellipse">
            <a:avLst/>
          </a:prstGeom>
          <a:no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800">
                <a:solidFill>
                  <a:schemeClr val="accent1"/>
                </a:solidFill>
                <a:latin typeface="Hanken Grotesk"/>
                <a:ea typeface="Hanken Grotesk"/>
                <a:cs typeface="Hanken Grotesk"/>
                <a:sym typeface="Hanken Grotesk"/>
              </a:rPr>
              <a:t>5</a:t>
            </a:r>
            <a:endParaRPr b="1" sz="1800">
              <a:solidFill>
                <a:schemeClr val="accent1"/>
              </a:solidFill>
              <a:latin typeface="Hanken Grotesk"/>
              <a:ea typeface="Hanken Grotesk"/>
              <a:cs typeface="Hanken Grotesk"/>
              <a:sym typeface="Hanken Grotesk"/>
            </a:endParaRPr>
          </a:p>
        </p:txBody>
      </p:sp>
      <p:sp>
        <p:nvSpPr>
          <p:cNvPr id="430" name="Google Shape;430;p28"/>
          <p:cNvSpPr/>
          <p:nvPr/>
        </p:nvSpPr>
        <p:spPr>
          <a:xfrm>
            <a:off x="4702963" y="3603200"/>
            <a:ext cx="361800" cy="361800"/>
          </a:xfrm>
          <a:prstGeom prst="ellipse">
            <a:avLst/>
          </a:prstGeom>
          <a:no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rPr b="1" lang="en" sz="1800">
                <a:solidFill>
                  <a:schemeClr val="accent1"/>
                </a:solidFill>
                <a:latin typeface="Hanken Grotesk"/>
                <a:ea typeface="Hanken Grotesk"/>
                <a:cs typeface="Hanken Grotesk"/>
                <a:sym typeface="Hanken Grotesk"/>
              </a:rPr>
              <a:t>6</a:t>
            </a:r>
            <a:endParaRPr b="1" sz="1800">
              <a:solidFill>
                <a:schemeClr val="accent1"/>
              </a:solidFill>
              <a:latin typeface="Hanken Grotesk"/>
              <a:ea typeface="Hanken Grotesk"/>
              <a:cs typeface="Hanken Grotesk"/>
              <a:sym typeface="Hanken Grotesk"/>
            </a:endParaRPr>
          </a:p>
        </p:txBody>
      </p:sp>
      <p:grpSp>
        <p:nvGrpSpPr>
          <p:cNvPr id="431" name="Google Shape;431;p28"/>
          <p:cNvGrpSpPr/>
          <p:nvPr/>
        </p:nvGrpSpPr>
        <p:grpSpPr>
          <a:xfrm>
            <a:off x="6952825" y="132250"/>
            <a:ext cx="2057400" cy="1033200"/>
            <a:chOff x="6922975" y="1548525"/>
            <a:chExt cx="2057400" cy="1033200"/>
          </a:xfrm>
        </p:grpSpPr>
        <p:grpSp>
          <p:nvGrpSpPr>
            <p:cNvPr id="432" name="Google Shape;432;p28"/>
            <p:cNvGrpSpPr/>
            <p:nvPr/>
          </p:nvGrpSpPr>
          <p:grpSpPr>
            <a:xfrm>
              <a:off x="6922975" y="1548525"/>
              <a:ext cx="2057400" cy="1033200"/>
              <a:chOff x="6172200" y="152400"/>
              <a:chExt cx="2057400" cy="1033200"/>
            </a:xfrm>
          </p:grpSpPr>
          <p:sp>
            <p:nvSpPr>
              <p:cNvPr id="433" name="Google Shape;433;p28"/>
              <p:cNvSpPr/>
              <p:nvPr/>
            </p:nvSpPr>
            <p:spPr>
              <a:xfrm>
                <a:off x="6172200" y="152400"/>
                <a:ext cx="2057400" cy="1033200"/>
              </a:xfrm>
              <a:prstGeom prst="roundRect">
                <a:avLst>
                  <a:gd fmla="val 8292" name="adj"/>
                </a:avLst>
              </a:prstGeom>
              <a:solidFill>
                <a:srgbClr val="FFD90F"/>
              </a:solidFill>
              <a:ln cap="flat" cmpd="sng" w="9525">
                <a:solidFill>
                  <a:srgbClr val="000000"/>
                </a:solidFill>
                <a:prstDash val="solid"/>
                <a:round/>
                <a:headEnd len="sm" w="sm" type="none"/>
                <a:tailEnd len="sm" w="sm" type="none"/>
              </a:ln>
              <a:effectLst>
                <a:outerShdw blurRad="14288" rotWithShape="0" algn="bl" dir="2760000" dist="57150">
                  <a:srgbClr val="000000">
                    <a:alpha val="19000"/>
                  </a:srgbClr>
                </a:outerShdw>
              </a:effectLst>
            </p:spPr>
            <p:txBody>
              <a:bodyPr anchorCtr="0" anchor="t" bIns="91425" lIns="0" spcFirstLastPara="1" rIns="91425" wrap="square" tIns="457200">
                <a:noAutofit/>
              </a:bodyPr>
              <a:lstStyle/>
              <a:p>
                <a:pPr indent="0" lvl="0" marL="0" rtl="0" algn="l">
                  <a:spcBef>
                    <a:spcPts val="0"/>
                  </a:spcBef>
                  <a:spcAft>
                    <a:spcPts val="0"/>
                  </a:spcAft>
                  <a:buClr>
                    <a:srgbClr val="000000"/>
                  </a:buClr>
                  <a:buSzPts val="1100"/>
                  <a:buFont typeface="Arial"/>
                  <a:buNone/>
                </a:pPr>
                <a:r>
                  <a:t/>
                </a:r>
                <a:endParaRPr sz="900">
                  <a:latin typeface="Inter"/>
                  <a:ea typeface="Inter"/>
                  <a:cs typeface="Inter"/>
                  <a:sym typeface="Inter"/>
                </a:endParaRPr>
              </a:p>
            </p:txBody>
          </p:sp>
          <p:sp>
            <p:nvSpPr>
              <p:cNvPr id="434" name="Google Shape;434;p28"/>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rtl="0" algn="l">
                  <a:spcBef>
                    <a:spcPts val="0"/>
                  </a:spcBef>
                  <a:spcAft>
                    <a:spcPts val="0"/>
                  </a:spcAft>
                  <a:buNone/>
                </a:pPr>
                <a:r>
                  <a:rPr b="1" lang="en" sz="900">
                    <a:latin typeface="Inter"/>
                    <a:ea typeface="Inter"/>
                    <a:cs typeface="Inter"/>
                    <a:sym typeface="Inter"/>
                  </a:rPr>
                  <a:t>Plus tip:</a:t>
                </a:r>
                <a:endParaRPr b="1" sz="900">
                  <a:latin typeface="Inter"/>
                  <a:ea typeface="Inter"/>
                  <a:cs typeface="Inter"/>
                  <a:sym typeface="Inter"/>
                </a:endParaRPr>
              </a:p>
            </p:txBody>
          </p:sp>
        </p:grpSp>
        <p:sp>
          <p:nvSpPr>
            <p:cNvPr descr="plus_tip" id="435" name="Google Shape;435;p28"/>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Inter"/>
                  <a:ea typeface="Inter"/>
                  <a:cs typeface="Inter"/>
                  <a:sym typeface="Inter"/>
                </a:rPr>
                <a:t>Consider including examples of specific activities or lessons using these technologies to illustrate their effectiveness in the classroom.</a:t>
              </a:r>
              <a:endParaRPr sz="800">
                <a:latin typeface="Inter"/>
                <a:ea typeface="Inter"/>
                <a:cs typeface="Inter"/>
                <a:sym typeface="Inter"/>
              </a:endParaRPr>
            </a:p>
          </p:txBody>
        </p:sp>
        <p:pic>
          <p:nvPicPr>
            <p:cNvPr id="436" name="Google Shape;436;p28"/>
            <p:cNvPicPr preferRelativeResize="0"/>
            <p:nvPr/>
          </p:nvPicPr>
          <p:blipFill>
            <a:blip r:embed="rId3">
              <a:alphaModFix/>
            </a:blip>
            <a:stretch>
              <a:fillRect/>
            </a:stretch>
          </p:blipFill>
          <p:spPr>
            <a:xfrm>
              <a:off x="7016628" y="1652466"/>
              <a:ext cx="164591" cy="164591"/>
            </a:xfrm>
            <a:prstGeom prst="rect">
              <a:avLst/>
            </a:prstGeom>
            <a:noFill/>
            <a:ln>
              <a:noFill/>
            </a:ln>
          </p:spPr>
        </p:pic>
      </p:grpSp>
      <p:pic>
        <p:nvPicPr>
          <p:cNvPr descr="logo" id="437" name="Google Shape;437;p28"/>
          <p:cNvPicPr preferRelativeResize="0"/>
          <p:nvPr/>
        </p:nvPicPr>
        <p:blipFill>
          <a:blip r:embed="rId4">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descr="logo" id="442" name="Google Shape;442;p29"/>
          <p:cNvPicPr preferRelativeResize="0"/>
          <p:nvPr/>
        </p:nvPicPr>
        <p:blipFill>
          <a:blip r:embed="rId3">
            <a:alphaModFix/>
          </a:blip>
          <a:stretch>
            <a:fillRect/>
          </a:stretch>
        </p:blipFill>
        <p:spPr>
          <a:xfrm>
            <a:off x="2606050" y="4799275"/>
            <a:ext cx="1371600" cy="146304"/>
          </a:xfrm>
          <a:prstGeom prst="rect">
            <a:avLst/>
          </a:prstGeom>
          <a:noFill/>
          <a:ln>
            <a:noFill/>
          </a:ln>
        </p:spPr>
      </p:pic>
      <p:sp>
        <p:nvSpPr>
          <p:cNvPr id="443" name="Google Shape;443;p29"/>
          <p:cNvSpPr/>
          <p:nvPr/>
        </p:nvSpPr>
        <p:spPr>
          <a:xfrm>
            <a:off x="0" y="8500"/>
            <a:ext cx="21906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pic>
        <p:nvPicPr>
          <p:cNvPr id="444" name="Google Shape;444;p29"/>
          <p:cNvPicPr preferRelativeResize="0"/>
          <p:nvPr/>
        </p:nvPicPr>
        <p:blipFill rotWithShape="1">
          <a:blip r:embed="rId4">
            <a:alphaModFix/>
          </a:blip>
          <a:srcRect b="0" l="0" r="0" t="0"/>
          <a:stretch/>
        </p:blipFill>
        <p:spPr>
          <a:xfrm>
            <a:off x="231375" y="3442507"/>
            <a:ext cx="1701000" cy="1701000"/>
          </a:xfrm>
          <a:prstGeom prst="ellipse">
            <a:avLst/>
          </a:prstGeom>
          <a:noFill/>
          <a:ln>
            <a:noFill/>
          </a:ln>
        </p:spPr>
      </p:pic>
      <p:pic>
        <p:nvPicPr>
          <p:cNvPr id="445" name="Google Shape;445;p29"/>
          <p:cNvPicPr preferRelativeResize="0"/>
          <p:nvPr/>
        </p:nvPicPr>
        <p:blipFill rotWithShape="1">
          <a:blip r:embed="rId5">
            <a:alphaModFix/>
          </a:blip>
          <a:srcRect b="0" l="0" r="0" t="0"/>
          <a:stretch/>
        </p:blipFill>
        <p:spPr>
          <a:xfrm>
            <a:off x="231375" y="1"/>
            <a:ext cx="1701000" cy="1701000"/>
          </a:xfrm>
          <a:prstGeom prst="ellipse">
            <a:avLst/>
          </a:prstGeom>
          <a:noFill/>
          <a:ln>
            <a:noFill/>
          </a:ln>
        </p:spPr>
      </p:pic>
      <p:pic>
        <p:nvPicPr>
          <p:cNvPr id="446" name="Google Shape;446;p29"/>
          <p:cNvPicPr preferRelativeResize="0"/>
          <p:nvPr/>
        </p:nvPicPr>
        <p:blipFill rotWithShape="1">
          <a:blip r:embed="rId6">
            <a:alphaModFix/>
          </a:blip>
          <a:srcRect b="0" l="0" r="0" t="0"/>
          <a:stretch/>
        </p:blipFill>
        <p:spPr>
          <a:xfrm>
            <a:off x="231375" y="1721241"/>
            <a:ext cx="1701000" cy="1701000"/>
          </a:xfrm>
          <a:prstGeom prst="ellipse">
            <a:avLst/>
          </a:prstGeom>
          <a:noFill/>
          <a:ln>
            <a:noFill/>
          </a:ln>
        </p:spPr>
      </p:pic>
      <p:sp>
        <p:nvSpPr>
          <p:cNvPr descr="title" id="447" name="Google Shape;447;p29"/>
          <p:cNvSpPr txBox="1"/>
          <p:nvPr>
            <p:ph type="title"/>
          </p:nvPr>
        </p:nvSpPr>
        <p:spPr>
          <a:xfrm>
            <a:off x="2519900" y="342900"/>
            <a:ext cx="6212100" cy="56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 sz="2220"/>
              <a:t>Collaborative Projects and Tools</a:t>
            </a:r>
            <a:endParaRPr sz="2220"/>
          </a:p>
        </p:txBody>
      </p:sp>
      <p:sp>
        <p:nvSpPr>
          <p:cNvPr descr="detail_0" id="448" name="Google Shape;448;p29"/>
          <p:cNvSpPr txBox="1"/>
          <p:nvPr>
            <p:ph idx="1" type="body"/>
          </p:nvPr>
        </p:nvSpPr>
        <p:spPr>
          <a:xfrm>
            <a:off x="2519900" y="1346008"/>
            <a:ext cx="5704200" cy="867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000"/>
              </a:spcAft>
              <a:buNone/>
            </a:pPr>
            <a:r>
              <a:rPr lang="en" sz="900"/>
              <a:t>Facilitate collaborative projects by allowing students to create posters, presentations, or videos using the target language, enabling real-time editing and feedback.</a:t>
            </a:r>
            <a:endParaRPr sz="900">
              <a:latin typeface="Hanken Grotesk"/>
              <a:ea typeface="Hanken Grotesk"/>
              <a:cs typeface="Hanken Grotesk"/>
              <a:sym typeface="Hanken Grotesk"/>
            </a:endParaRPr>
          </a:p>
        </p:txBody>
      </p:sp>
      <p:sp>
        <p:nvSpPr>
          <p:cNvPr descr="detail_1" id="449" name="Google Shape;449;p29"/>
          <p:cNvSpPr txBox="1"/>
          <p:nvPr>
            <p:ph idx="2" type="body"/>
          </p:nvPr>
        </p:nvSpPr>
        <p:spPr>
          <a:xfrm>
            <a:off x="2519900" y="2518275"/>
            <a:ext cx="5704200" cy="901800"/>
          </a:xfrm>
          <a:prstGeom prst="rect">
            <a:avLst/>
          </a:prstGeom>
        </p:spPr>
        <p:txBody>
          <a:bodyPr anchorCtr="0" anchor="t" bIns="91425" lIns="91425" spcFirstLastPara="1" rIns="91425" wrap="square" tIns="91425">
            <a:noAutofit/>
          </a:bodyPr>
          <a:lstStyle/>
          <a:p>
            <a:pPr indent="0" lvl="0" marL="0" marR="0" rtl="0" algn="l">
              <a:lnSpc>
                <a:spcPct val="150000"/>
              </a:lnSpc>
              <a:spcBef>
                <a:spcPts val="0"/>
              </a:spcBef>
              <a:spcAft>
                <a:spcPts val="1000"/>
              </a:spcAft>
              <a:buNone/>
            </a:pPr>
            <a:r>
              <a:rPr lang="en" sz="900"/>
              <a:t>Utilize Padlet to encourage collaborative writing, allowing students to collectively write a story or create a vocabulary list that they can access and edit together.</a:t>
            </a:r>
            <a:endParaRPr sz="900">
              <a:latin typeface="Hanken Grotesk"/>
              <a:ea typeface="Hanken Grotesk"/>
              <a:cs typeface="Hanken Grotesk"/>
              <a:sym typeface="Hanken Grotesk"/>
            </a:endParaRPr>
          </a:p>
        </p:txBody>
      </p:sp>
      <p:sp>
        <p:nvSpPr>
          <p:cNvPr descr="header_0" id="450" name="Google Shape;450;p29"/>
          <p:cNvSpPr txBox="1"/>
          <p:nvPr>
            <p:ph idx="3" type="subTitle"/>
          </p:nvPr>
        </p:nvSpPr>
        <p:spPr>
          <a:xfrm>
            <a:off x="2519900" y="1025825"/>
            <a:ext cx="5704200" cy="3204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1200"/>
              </a:spcAft>
              <a:buNone/>
            </a:pPr>
            <a:r>
              <a:rPr lang="en" sz="1200"/>
              <a:t>Google Docs for Group Work</a:t>
            </a:r>
            <a:endParaRPr sz="1200"/>
          </a:p>
        </p:txBody>
      </p:sp>
      <p:sp>
        <p:nvSpPr>
          <p:cNvPr descr="header_1" id="451" name="Google Shape;451;p29"/>
          <p:cNvSpPr txBox="1"/>
          <p:nvPr>
            <p:ph idx="4" type="subTitle"/>
          </p:nvPr>
        </p:nvSpPr>
        <p:spPr>
          <a:xfrm>
            <a:off x="2519900" y="2213150"/>
            <a:ext cx="5704200" cy="3204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1200"/>
              </a:spcAft>
              <a:buNone/>
            </a:pPr>
            <a:r>
              <a:rPr lang="en" sz="1200"/>
              <a:t>Padlet for Brainstorming</a:t>
            </a:r>
            <a:endParaRPr sz="1200"/>
          </a:p>
        </p:txBody>
      </p:sp>
      <p:sp>
        <p:nvSpPr>
          <p:cNvPr descr="detail_2" id="452" name="Google Shape;452;p29"/>
          <p:cNvSpPr txBox="1"/>
          <p:nvPr>
            <p:ph idx="2" type="body"/>
          </p:nvPr>
        </p:nvSpPr>
        <p:spPr>
          <a:xfrm>
            <a:off x="2519825" y="3725275"/>
            <a:ext cx="5704200" cy="901800"/>
          </a:xfrm>
          <a:prstGeom prst="rect">
            <a:avLst/>
          </a:prstGeom>
        </p:spPr>
        <p:txBody>
          <a:bodyPr anchorCtr="0" anchor="t" bIns="91425" lIns="91425" spcFirstLastPara="1" rIns="91425" wrap="square" tIns="91425">
            <a:noAutofit/>
          </a:bodyPr>
          <a:lstStyle/>
          <a:p>
            <a:pPr indent="0" lvl="0" marL="0" marR="0" rtl="0" algn="l">
              <a:lnSpc>
                <a:spcPct val="150000"/>
              </a:lnSpc>
              <a:spcBef>
                <a:spcPts val="0"/>
              </a:spcBef>
              <a:spcAft>
                <a:spcPts val="1000"/>
              </a:spcAft>
              <a:buNone/>
            </a:pPr>
            <a:r>
              <a:rPr lang="en" sz="900"/>
              <a:t>Group activities foster communication in the target language, enhancing peer interaction and language practice through collaborative assignments.</a:t>
            </a:r>
            <a:endParaRPr sz="900">
              <a:latin typeface="Hanken Grotesk"/>
              <a:ea typeface="Hanken Grotesk"/>
              <a:cs typeface="Hanken Grotesk"/>
              <a:sym typeface="Hanken Grotesk"/>
            </a:endParaRPr>
          </a:p>
        </p:txBody>
      </p:sp>
      <p:sp>
        <p:nvSpPr>
          <p:cNvPr descr="header_2" id="453" name="Google Shape;453;p29"/>
          <p:cNvSpPr txBox="1"/>
          <p:nvPr>
            <p:ph idx="4" type="subTitle"/>
          </p:nvPr>
        </p:nvSpPr>
        <p:spPr>
          <a:xfrm>
            <a:off x="2519825" y="3420150"/>
            <a:ext cx="5704200" cy="3204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1200"/>
              </a:spcAft>
              <a:buNone/>
            </a:pPr>
            <a:r>
              <a:rPr lang="en" sz="1200"/>
              <a:t>Engagement through Group Activities</a:t>
            </a:r>
            <a:endParaRPr sz="1200"/>
          </a:p>
        </p:txBody>
      </p:sp>
      <p:grpSp>
        <p:nvGrpSpPr>
          <p:cNvPr id="454" name="Google Shape;454;p29"/>
          <p:cNvGrpSpPr/>
          <p:nvPr/>
        </p:nvGrpSpPr>
        <p:grpSpPr>
          <a:xfrm>
            <a:off x="6952825" y="132250"/>
            <a:ext cx="2057400" cy="1033200"/>
            <a:chOff x="6922975" y="1548525"/>
            <a:chExt cx="2057400" cy="1033200"/>
          </a:xfrm>
        </p:grpSpPr>
        <p:grpSp>
          <p:nvGrpSpPr>
            <p:cNvPr id="455" name="Google Shape;455;p29"/>
            <p:cNvGrpSpPr/>
            <p:nvPr/>
          </p:nvGrpSpPr>
          <p:grpSpPr>
            <a:xfrm>
              <a:off x="6922975" y="1548525"/>
              <a:ext cx="2057400" cy="1033200"/>
              <a:chOff x="6172200" y="152400"/>
              <a:chExt cx="2057400" cy="1033200"/>
            </a:xfrm>
          </p:grpSpPr>
          <p:sp>
            <p:nvSpPr>
              <p:cNvPr id="456" name="Google Shape;456;p29"/>
              <p:cNvSpPr/>
              <p:nvPr/>
            </p:nvSpPr>
            <p:spPr>
              <a:xfrm>
                <a:off x="6172200" y="152400"/>
                <a:ext cx="2057400" cy="1033200"/>
              </a:xfrm>
              <a:prstGeom prst="roundRect">
                <a:avLst>
                  <a:gd fmla="val 8292" name="adj"/>
                </a:avLst>
              </a:prstGeom>
              <a:solidFill>
                <a:srgbClr val="FFD90F"/>
              </a:solidFill>
              <a:ln cap="flat" cmpd="sng" w="9525">
                <a:solidFill>
                  <a:srgbClr val="000000"/>
                </a:solidFill>
                <a:prstDash val="solid"/>
                <a:round/>
                <a:headEnd len="sm" w="sm" type="none"/>
                <a:tailEnd len="sm" w="sm" type="none"/>
              </a:ln>
              <a:effectLst>
                <a:outerShdw blurRad="14288" rotWithShape="0" algn="bl" dir="2760000" dist="57150">
                  <a:srgbClr val="000000">
                    <a:alpha val="19000"/>
                  </a:srgbClr>
                </a:outerShdw>
              </a:effectLst>
            </p:spPr>
            <p:txBody>
              <a:bodyPr anchorCtr="0" anchor="t" bIns="91425" lIns="0" spcFirstLastPara="1" rIns="91425" wrap="square" tIns="457200">
                <a:noAutofit/>
              </a:bodyPr>
              <a:lstStyle/>
              <a:p>
                <a:pPr indent="0" lvl="0" marL="0" rtl="0" algn="l">
                  <a:spcBef>
                    <a:spcPts val="0"/>
                  </a:spcBef>
                  <a:spcAft>
                    <a:spcPts val="0"/>
                  </a:spcAft>
                  <a:buClr>
                    <a:srgbClr val="000000"/>
                  </a:buClr>
                  <a:buSzPts val="1100"/>
                  <a:buFont typeface="Arial"/>
                  <a:buNone/>
                </a:pPr>
                <a:r>
                  <a:t/>
                </a:r>
                <a:endParaRPr sz="900">
                  <a:latin typeface="Inter"/>
                  <a:ea typeface="Inter"/>
                  <a:cs typeface="Inter"/>
                  <a:sym typeface="Inter"/>
                </a:endParaRPr>
              </a:p>
            </p:txBody>
          </p:sp>
          <p:sp>
            <p:nvSpPr>
              <p:cNvPr id="457" name="Google Shape;457;p29"/>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rtl="0" algn="l">
                  <a:spcBef>
                    <a:spcPts val="0"/>
                  </a:spcBef>
                  <a:spcAft>
                    <a:spcPts val="0"/>
                  </a:spcAft>
                  <a:buNone/>
                </a:pPr>
                <a:r>
                  <a:rPr b="1" lang="en" sz="900">
                    <a:latin typeface="Inter"/>
                    <a:ea typeface="Inter"/>
                    <a:cs typeface="Inter"/>
                    <a:sym typeface="Inter"/>
                  </a:rPr>
                  <a:t>Plus tip:</a:t>
                </a:r>
                <a:endParaRPr b="1" sz="900">
                  <a:latin typeface="Inter"/>
                  <a:ea typeface="Inter"/>
                  <a:cs typeface="Inter"/>
                  <a:sym typeface="Inter"/>
                </a:endParaRPr>
              </a:p>
            </p:txBody>
          </p:sp>
        </p:grpSp>
        <p:sp>
          <p:nvSpPr>
            <p:cNvPr descr="plus_tip" id="458" name="Google Shape;458;p29"/>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latin typeface="Inter"/>
                  <a:ea typeface="Inter"/>
                  <a:cs typeface="Inter"/>
                  <a:sym typeface="Inter"/>
                </a:rPr>
                <a:t>Customize the examples to reflect the specific tools and projects used in your classroom. Consider including student testimonials on their collaborative experiences.</a:t>
              </a:r>
              <a:endParaRPr sz="700">
                <a:latin typeface="Inter"/>
                <a:ea typeface="Inter"/>
                <a:cs typeface="Inter"/>
                <a:sym typeface="Inter"/>
              </a:endParaRPr>
            </a:p>
          </p:txBody>
        </p:sp>
        <p:pic>
          <p:nvPicPr>
            <p:cNvPr id="459" name="Google Shape;459;p29"/>
            <p:cNvPicPr preferRelativeResize="0"/>
            <p:nvPr/>
          </p:nvPicPr>
          <p:blipFill>
            <a:blip r:embed="rId7">
              <a:alphaModFix/>
            </a:blip>
            <a:stretch>
              <a:fillRect/>
            </a:stretch>
          </p:blipFill>
          <p:spPr>
            <a:xfrm>
              <a:off x="7016628" y="1652466"/>
              <a:ext cx="164591" cy="164591"/>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descr="title" id="464" name="Google Shape;464;p30"/>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Implementing a Flipped Classroom</a:t>
            </a:r>
            <a:endParaRPr b="1" sz="2200">
              <a:solidFill>
                <a:schemeClr val="dk1"/>
              </a:solidFill>
              <a:latin typeface="Hanken Grotesk"/>
              <a:ea typeface="Hanken Grotesk"/>
              <a:cs typeface="Hanken Grotesk"/>
              <a:sym typeface="Hanken Grotesk"/>
            </a:endParaRPr>
          </a:p>
        </p:txBody>
      </p:sp>
      <p:sp>
        <p:nvSpPr>
          <p:cNvPr descr="header_0" id="465" name="Google Shape;465;p30"/>
          <p:cNvSpPr txBox="1"/>
          <p:nvPr>
            <p:ph idx="4294967295" type="subTitle"/>
          </p:nvPr>
        </p:nvSpPr>
        <p:spPr>
          <a:xfrm>
            <a:off x="411950" y="1477250"/>
            <a:ext cx="2003700" cy="6114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1200"/>
              </a:spcAft>
              <a:buNone/>
            </a:pPr>
            <a:r>
              <a:rPr b="1" lang="en"/>
              <a:t>Pre-class Activities</a:t>
            </a:r>
            <a:endParaRPr b="1">
              <a:solidFill>
                <a:schemeClr val="dk1"/>
              </a:solidFill>
              <a:latin typeface="Hanken Grotesk"/>
              <a:ea typeface="Hanken Grotesk"/>
              <a:cs typeface="Hanken Grotesk"/>
              <a:sym typeface="Hanken Grotesk"/>
            </a:endParaRPr>
          </a:p>
        </p:txBody>
      </p:sp>
      <p:sp>
        <p:nvSpPr>
          <p:cNvPr descr="header_1" id="466" name="Google Shape;466;p30"/>
          <p:cNvSpPr txBox="1"/>
          <p:nvPr>
            <p:ph idx="3" type="body"/>
          </p:nvPr>
        </p:nvSpPr>
        <p:spPr>
          <a:xfrm>
            <a:off x="2524291" y="1477250"/>
            <a:ext cx="2003700" cy="611400"/>
          </a:xfrm>
          <a:prstGeom prst="rect">
            <a:avLst/>
          </a:prstGeom>
        </p:spPr>
        <p:txBody>
          <a:bodyPr anchorCtr="0" anchor="b" bIns="91425" lIns="91425" spcFirstLastPara="1" rIns="91425" wrap="square" tIns="91425">
            <a:noAutofit/>
          </a:bodyPr>
          <a:lstStyle/>
          <a:p>
            <a:pPr indent="0" lvl="0" marL="0" rtl="0" algn="l">
              <a:lnSpc>
                <a:spcPct val="100000"/>
              </a:lnSpc>
              <a:spcBef>
                <a:spcPts val="900"/>
              </a:spcBef>
              <a:spcAft>
                <a:spcPts val="1200"/>
              </a:spcAft>
              <a:buClr>
                <a:schemeClr val="dk1"/>
              </a:buClr>
              <a:buSzPts val="1100"/>
              <a:buFont typeface="Arial"/>
              <a:buNone/>
            </a:pPr>
            <a:r>
              <a:rPr lang="en" sz="1200">
                <a:latin typeface="Hanken Grotesk"/>
                <a:ea typeface="Hanken Grotesk"/>
                <a:cs typeface="Hanken Grotesk"/>
                <a:sym typeface="Hanken Grotesk"/>
              </a:rPr>
              <a:t>Utilizing Interactive Tools</a:t>
            </a:r>
            <a:endParaRPr sz="1200">
              <a:solidFill>
                <a:schemeClr val="dk1"/>
              </a:solidFill>
              <a:latin typeface="Hanken Grotesk"/>
              <a:ea typeface="Hanken Grotesk"/>
              <a:cs typeface="Hanken Grotesk"/>
              <a:sym typeface="Hanken Grotesk"/>
            </a:endParaRPr>
          </a:p>
        </p:txBody>
      </p:sp>
      <p:sp>
        <p:nvSpPr>
          <p:cNvPr descr="header_2" id="467" name="Google Shape;467;p30"/>
          <p:cNvSpPr txBox="1"/>
          <p:nvPr>
            <p:ph idx="4" type="body"/>
          </p:nvPr>
        </p:nvSpPr>
        <p:spPr>
          <a:xfrm>
            <a:off x="4636633" y="1477250"/>
            <a:ext cx="1983300" cy="611400"/>
          </a:xfrm>
          <a:prstGeom prst="rect">
            <a:avLst/>
          </a:prstGeom>
        </p:spPr>
        <p:txBody>
          <a:bodyPr anchorCtr="0" anchor="b" bIns="91425" lIns="91425" spcFirstLastPara="1" rIns="91425" wrap="square" tIns="91425">
            <a:noAutofit/>
          </a:bodyPr>
          <a:lstStyle/>
          <a:p>
            <a:pPr indent="0" lvl="0" marL="0" rtl="0" algn="l">
              <a:lnSpc>
                <a:spcPct val="100000"/>
              </a:lnSpc>
              <a:spcBef>
                <a:spcPts val="900"/>
              </a:spcBef>
              <a:spcAft>
                <a:spcPts val="1200"/>
              </a:spcAft>
              <a:buNone/>
            </a:pPr>
            <a:r>
              <a:rPr lang="en" sz="1200">
                <a:latin typeface="Hanken Grotesk"/>
                <a:ea typeface="Hanken Grotesk"/>
                <a:cs typeface="Hanken Grotesk"/>
                <a:sym typeface="Hanken Grotesk"/>
              </a:rPr>
              <a:t>Peer Teaching</a:t>
            </a:r>
            <a:endParaRPr sz="1200">
              <a:solidFill>
                <a:schemeClr val="dk1"/>
              </a:solidFill>
              <a:latin typeface="Hanken Grotesk"/>
              <a:ea typeface="Hanken Grotesk"/>
              <a:cs typeface="Hanken Grotesk"/>
              <a:sym typeface="Hanken Grotesk"/>
            </a:endParaRPr>
          </a:p>
        </p:txBody>
      </p:sp>
      <p:sp>
        <p:nvSpPr>
          <p:cNvPr descr="header_3" id="468" name="Google Shape;468;p30"/>
          <p:cNvSpPr txBox="1"/>
          <p:nvPr>
            <p:ph idx="4294967295" type="subTitle"/>
          </p:nvPr>
        </p:nvSpPr>
        <p:spPr>
          <a:xfrm>
            <a:off x="6728349" y="1477250"/>
            <a:ext cx="2003700" cy="611400"/>
          </a:xfrm>
          <a:prstGeom prst="rect">
            <a:avLst/>
          </a:prstGeom>
        </p:spPr>
        <p:txBody>
          <a:bodyPr anchorCtr="0" anchor="b" bIns="91425" lIns="91425" spcFirstLastPara="1" rIns="91425" wrap="square" tIns="91425">
            <a:noAutofit/>
          </a:bodyPr>
          <a:lstStyle/>
          <a:p>
            <a:pPr indent="0" lvl="0" marL="0" marR="0" rtl="0" algn="l">
              <a:lnSpc>
                <a:spcPct val="100000"/>
              </a:lnSpc>
              <a:spcBef>
                <a:spcPts val="0"/>
              </a:spcBef>
              <a:spcAft>
                <a:spcPts val="1000"/>
              </a:spcAft>
              <a:buNone/>
            </a:pPr>
            <a:r>
              <a:rPr b="1" lang="en"/>
              <a:t>Classroom Application</a:t>
            </a:r>
            <a:endParaRPr b="1">
              <a:solidFill>
                <a:schemeClr val="dk1"/>
              </a:solidFill>
              <a:latin typeface="Hanken Grotesk"/>
              <a:ea typeface="Hanken Grotesk"/>
              <a:cs typeface="Hanken Grotesk"/>
              <a:sym typeface="Hanken Grotesk"/>
            </a:endParaRPr>
          </a:p>
        </p:txBody>
      </p:sp>
      <p:sp>
        <p:nvSpPr>
          <p:cNvPr descr="detail_0" id="469" name="Google Shape;469;p30"/>
          <p:cNvSpPr txBox="1"/>
          <p:nvPr>
            <p:ph idx="1" type="body"/>
          </p:nvPr>
        </p:nvSpPr>
        <p:spPr>
          <a:xfrm>
            <a:off x="411950" y="2087074"/>
            <a:ext cx="2003700" cy="1340700"/>
          </a:xfrm>
          <a:prstGeom prst="rect">
            <a:avLst/>
          </a:prstGeom>
          <a:noFill/>
          <a:ln>
            <a:noFill/>
          </a:ln>
        </p:spPr>
        <p:txBody>
          <a:bodyPr anchorCtr="0" anchor="t" bIns="91425" lIns="91425" spcFirstLastPara="1" rIns="91425" wrap="square" tIns="91425">
            <a:noAutofit/>
          </a:bodyPr>
          <a:lstStyle/>
          <a:p>
            <a:pPr indent="0" lvl="0" marL="12700" rtl="0" algn="l">
              <a:lnSpc>
                <a:spcPct val="130000"/>
              </a:lnSpc>
              <a:spcBef>
                <a:spcPts val="0"/>
              </a:spcBef>
              <a:spcAft>
                <a:spcPts val="1200"/>
              </a:spcAft>
              <a:buClr>
                <a:schemeClr val="dk1"/>
              </a:buClr>
              <a:buSzPts val="1100"/>
              <a:buNone/>
            </a:pPr>
            <a:r>
              <a:rPr lang="en" sz="1000"/>
              <a:t>Assign video lessons or interactive content for homework. This allows students to engage with content at their own pace before class.</a:t>
            </a:r>
            <a:endParaRPr sz="1000">
              <a:solidFill>
                <a:schemeClr val="dk1"/>
              </a:solidFill>
              <a:latin typeface="Hanken Grotesk"/>
              <a:ea typeface="Hanken Grotesk"/>
              <a:cs typeface="Hanken Grotesk"/>
              <a:sym typeface="Hanken Grotesk"/>
            </a:endParaRPr>
          </a:p>
        </p:txBody>
      </p:sp>
      <p:sp>
        <p:nvSpPr>
          <p:cNvPr descr="detail_1" id="470" name="Google Shape;470;p30"/>
          <p:cNvSpPr txBox="1"/>
          <p:nvPr>
            <p:ph idx="2" type="body"/>
          </p:nvPr>
        </p:nvSpPr>
        <p:spPr>
          <a:xfrm>
            <a:off x="2517413" y="2087074"/>
            <a:ext cx="2003700" cy="1340700"/>
          </a:xfrm>
          <a:prstGeom prst="rect">
            <a:avLst/>
          </a:prstGeom>
          <a:noFill/>
          <a:ln>
            <a:noFill/>
          </a:ln>
        </p:spPr>
        <p:txBody>
          <a:bodyPr anchorCtr="0" anchor="t" bIns="91425" lIns="91425" spcFirstLastPara="1" rIns="91425" wrap="square" tIns="91425">
            <a:noAutofit/>
          </a:bodyPr>
          <a:lstStyle/>
          <a:p>
            <a:pPr indent="0" lvl="0" marL="12700" rtl="0" algn="l">
              <a:lnSpc>
                <a:spcPct val="130000"/>
              </a:lnSpc>
              <a:spcBef>
                <a:spcPts val="0"/>
              </a:spcBef>
              <a:spcAft>
                <a:spcPts val="1200"/>
              </a:spcAft>
              <a:buClr>
                <a:schemeClr val="dk1"/>
              </a:buClr>
              <a:buSzPts val="1100"/>
              <a:buNone/>
            </a:pPr>
            <a:r>
              <a:rPr lang="en" sz="1000"/>
              <a:t>Incorporate platforms like Edpuzzle to create interactive video lessons where students answer questions while watching.</a:t>
            </a:r>
            <a:endParaRPr sz="1000">
              <a:solidFill>
                <a:schemeClr val="dk1"/>
              </a:solidFill>
              <a:latin typeface="Hanken Grotesk"/>
              <a:ea typeface="Hanken Grotesk"/>
              <a:cs typeface="Hanken Grotesk"/>
              <a:sym typeface="Hanken Grotesk"/>
            </a:endParaRPr>
          </a:p>
        </p:txBody>
      </p:sp>
      <p:sp>
        <p:nvSpPr>
          <p:cNvPr descr="detail_2" id="471" name="Google Shape;471;p30"/>
          <p:cNvSpPr txBox="1"/>
          <p:nvPr>
            <p:ph idx="5" type="body"/>
          </p:nvPr>
        </p:nvSpPr>
        <p:spPr>
          <a:xfrm>
            <a:off x="4622877" y="2087074"/>
            <a:ext cx="2003700" cy="1340700"/>
          </a:xfrm>
          <a:prstGeom prst="rect">
            <a:avLst/>
          </a:prstGeom>
          <a:noFill/>
          <a:ln>
            <a:noFill/>
          </a:ln>
        </p:spPr>
        <p:txBody>
          <a:bodyPr anchorCtr="0" anchor="t" bIns="91425" lIns="91425" spcFirstLastPara="1" rIns="91425" wrap="square" tIns="91425">
            <a:noAutofit/>
          </a:bodyPr>
          <a:lstStyle/>
          <a:p>
            <a:pPr indent="0" lvl="0" marL="12700" rtl="0" algn="l">
              <a:lnSpc>
                <a:spcPct val="130000"/>
              </a:lnSpc>
              <a:spcBef>
                <a:spcPts val="0"/>
              </a:spcBef>
              <a:spcAft>
                <a:spcPts val="1200"/>
              </a:spcAft>
              <a:buClr>
                <a:schemeClr val="dk1"/>
              </a:buClr>
              <a:buSzPts val="1100"/>
              <a:buNone/>
            </a:pPr>
            <a:r>
              <a:rPr lang="en" sz="1000"/>
              <a:t>Encourage students to teach each other concepts learned at home. This fosters collaboration and reinforces understanding among peers.</a:t>
            </a:r>
            <a:endParaRPr sz="1000">
              <a:solidFill>
                <a:schemeClr val="dk1"/>
              </a:solidFill>
              <a:latin typeface="Hanken Grotesk"/>
              <a:ea typeface="Hanken Grotesk"/>
              <a:cs typeface="Hanken Grotesk"/>
              <a:sym typeface="Hanken Grotesk"/>
            </a:endParaRPr>
          </a:p>
        </p:txBody>
      </p:sp>
      <p:sp>
        <p:nvSpPr>
          <p:cNvPr descr="detail_3" id="472" name="Google Shape;472;p30"/>
          <p:cNvSpPr txBox="1"/>
          <p:nvPr>
            <p:ph idx="6" type="body"/>
          </p:nvPr>
        </p:nvSpPr>
        <p:spPr>
          <a:xfrm>
            <a:off x="6728340" y="2088567"/>
            <a:ext cx="2003700" cy="1340700"/>
          </a:xfrm>
          <a:prstGeom prst="rect">
            <a:avLst/>
          </a:prstGeom>
          <a:noFill/>
          <a:ln>
            <a:noFill/>
          </a:ln>
        </p:spPr>
        <p:txBody>
          <a:bodyPr anchorCtr="0" anchor="t" bIns="91425" lIns="91425" spcFirstLastPara="1" rIns="91425" wrap="square" tIns="91425">
            <a:noAutofit/>
          </a:bodyPr>
          <a:lstStyle/>
          <a:p>
            <a:pPr indent="0" lvl="0" marL="12700" rtl="0" algn="l">
              <a:lnSpc>
                <a:spcPct val="130000"/>
              </a:lnSpc>
              <a:spcBef>
                <a:spcPts val="0"/>
              </a:spcBef>
              <a:spcAft>
                <a:spcPts val="1200"/>
              </a:spcAft>
              <a:buClr>
                <a:schemeClr val="dk1"/>
              </a:buClr>
              <a:buSzPts val="1100"/>
              <a:buNone/>
            </a:pPr>
            <a:r>
              <a:rPr lang="en" sz="1000"/>
              <a:t>Use class time for discussions and practical application of concepts learned through pre-class activities, enhancing language practice.</a:t>
            </a:r>
            <a:endParaRPr sz="1000">
              <a:solidFill>
                <a:schemeClr val="dk1"/>
              </a:solidFill>
              <a:latin typeface="Hanken Grotesk"/>
              <a:ea typeface="Hanken Grotesk"/>
              <a:cs typeface="Hanken Grotesk"/>
              <a:sym typeface="Hanken Grotesk"/>
            </a:endParaRPr>
          </a:p>
        </p:txBody>
      </p:sp>
      <p:sp>
        <p:nvSpPr>
          <p:cNvPr descr="deliverable_0" id="473" name="Google Shape;473;p30"/>
          <p:cNvSpPr txBox="1"/>
          <p:nvPr/>
        </p:nvSpPr>
        <p:spPr>
          <a:xfrm>
            <a:off x="411950" y="3537250"/>
            <a:ext cx="2003700" cy="103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Video Lessons</a:t>
            </a:r>
            <a:endParaRPr sz="1000">
              <a:solidFill>
                <a:schemeClr val="dk2"/>
              </a:solidFill>
              <a:latin typeface="Hanken Grotesk"/>
              <a:ea typeface="Hanken Grotesk"/>
              <a:cs typeface="Hanken Grotesk"/>
              <a:sym typeface="Hanken Grotesk"/>
            </a:endParaRPr>
          </a:p>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Interactive Content</a:t>
            </a:r>
            <a:endParaRPr sz="1000">
              <a:solidFill>
                <a:schemeClr val="dk2"/>
              </a:solidFill>
              <a:latin typeface="Hanken Grotesk"/>
              <a:ea typeface="Hanken Grotesk"/>
              <a:cs typeface="Hanken Grotesk"/>
              <a:sym typeface="Hanken Grotesk"/>
            </a:endParaRPr>
          </a:p>
        </p:txBody>
      </p:sp>
      <p:sp>
        <p:nvSpPr>
          <p:cNvPr descr="deliverable_1" id="474" name="Google Shape;474;p30"/>
          <p:cNvSpPr txBox="1"/>
          <p:nvPr/>
        </p:nvSpPr>
        <p:spPr>
          <a:xfrm>
            <a:off x="2517409" y="3537250"/>
            <a:ext cx="2003700" cy="103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Interactive Video Lessons</a:t>
            </a:r>
            <a:endParaRPr sz="1000">
              <a:solidFill>
                <a:schemeClr val="dk2"/>
              </a:solidFill>
              <a:latin typeface="Hanken Grotesk"/>
              <a:ea typeface="Hanken Grotesk"/>
              <a:cs typeface="Hanken Grotesk"/>
              <a:sym typeface="Hanken Grotesk"/>
            </a:endParaRPr>
          </a:p>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Student Responses</a:t>
            </a:r>
            <a:endParaRPr sz="1000">
              <a:solidFill>
                <a:schemeClr val="dk2"/>
              </a:solidFill>
              <a:latin typeface="Hanken Grotesk"/>
              <a:ea typeface="Hanken Grotesk"/>
              <a:cs typeface="Hanken Grotesk"/>
              <a:sym typeface="Hanken Grotesk"/>
            </a:endParaRPr>
          </a:p>
        </p:txBody>
      </p:sp>
      <p:sp>
        <p:nvSpPr>
          <p:cNvPr descr="deliverable_2" id="475" name="Google Shape;475;p30"/>
          <p:cNvSpPr txBox="1"/>
          <p:nvPr/>
        </p:nvSpPr>
        <p:spPr>
          <a:xfrm>
            <a:off x="4622867" y="3537250"/>
            <a:ext cx="2003700" cy="103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Peer Teaching Sessions</a:t>
            </a:r>
            <a:endParaRPr sz="1000">
              <a:solidFill>
                <a:schemeClr val="dk2"/>
              </a:solidFill>
              <a:latin typeface="Hanken Grotesk"/>
              <a:ea typeface="Hanken Grotesk"/>
              <a:cs typeface="Hanken Grotesk"/>
              <a:sym typeface="Hanken Grotesk"/>
            </a:endParaRPr>
          </a:p>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Collaborative Learning Outputs</a:t>
            </a:r>
            <a:endParaRPr sz="1000">
              <a:solidFill>
                <a:schemeClr val="dk2"/>
              </a:solidFill>
              <a:latin typeface="Hanken Grotesk"/>
              <a:ea typeface="Hanken Grotesk"/>
              <a:cs typeface="Hanken Grotesk"/>
              <a:sym typeface="Hanken Grotesk"/>
            </a:endParaRPr>
          </a:p>
        </p:txBody>
      </p:sp>
      <p:sp>
        <p:nvSpPr>
          <p:cNvPr descr="deliverable_3" id="476" name="Google Shape;476;p30"/>
          <p:cNvSpPr txBox="1"/>
          <p:nvPr/>
        </p:nvSpPr>
        <p:spPr>
          <a:xfrm>
            <a:off x="6728326" y="3538537"/>
            <a:ext cx="2003700" cy="103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Class Discussions</a:t>
            </a:r>
            <a:endParaRPr sz="1000">
              <a:solidFill>
                <a:schemeClr val="dk2"/>
              </a:solidFill>
              <a:latin typeface="Hanken Grotesk"/>
              <a:ea typeface="Hanken Grotesk"/>
              <a:cs typeface="Hanken Grotesk"/>
              <a:sym typeface="Hanken Grotesk"/>
            </a:endParaRPr>
          </a:p>
          <a:p>
            <a:pPr indent="0" lvl="0" marL="0" marR="0" rtl="0" algn="l">
              <a:lnSpc>
                <a:spcPct val="115000"/>
              </a:lnSpc>
              <a:spcBef>
                <a:spcPts val="0"/>
              </a:spcBef>
              <a:spcAft>
                <a:spcPts val="0"/>
              </a:spcAft>
              <a:buClr>
                <a:srgbClr val="201C20"/>
              </a:buClr>
              <a:buSzPts val="1100"/>
              <a:buFont typeface="Arial"/>
              <a:buNone/>
            </a:pPr>
            <a:r>
              <a:rPr lang="en" sz="1000">
                <a:solidFill>
                  <a:schemeClr val="dk2"/>
                </a:solidFill>
                <a:latin typeface="Hanken Grotesk"/>
                <a:ea typeface="Hanken Grotesk"/>
                <a:cs typeface="Hanken Grotesk"/>
                <a:sym typeface="Hanken Grotesk"/>
              </a:rPr>
              <a:t>Practical Language Activities</a:t>
            </a:r>
            <a:endParaRPr sz="1000">
              <a:solidFill>
                <a:schemeClr val="dk2"/>
              </a:solidFill>
              <a:latin typeface="Hanken Grotesk"/>
              <a:ea typeface="Hanken Grotesk"/>
              <a:cs typeface="Hanken Grotesk"/>
              <a:sym typeface="Hanken Grotesk"/>
            </a:endParaRPr>
          </a:p>
        </p:txBody>
      </p:sp>
      <p:cxnSp>
        <p:nvCxnSpPr>
          <p:cNvPr id="477" name="Google Shape;477;p30"/>
          <p:cNvCxnSpPr/>
          <p:nvPr/>
        </p:nvCxnSpPr>
        <p:spPr>
          <a:xfrm>
            <a:off x="0" y="1370984"/>
            <a:ext cx="9144000" cy="0"/>
          </a:xfrm>
          <a:prstGeom prst="straightConnector1">
            <a:avLst/>
          </a:prstGeom>
          <a:noFill/>
          <a:ln cap="flat" cmpd="sng" w="28575">
            <a:solidFill>
              <a:schemeClr val="accent2"/>
            </a:solidFill>
            <a:prstDash val="solid"/>
            <a:miter lim="800000"/>
            <a:headEnd len="sm" w="sm" type="none"/>
            <a:tailEnd len="sm" w="sm" type="none"/>
          </a:ln>
        </p:spPr>
      </p:cxnSp>
      <p:sp>
        <p:nvSpPr>
          <p:cNvPr id="478" name="Google Shape;478;p30"/>
          <p:cNvSpPr/>
          <p:nvPr/>
        </p:nvSpPr>
        <p:spPr>
          <a:xfrm>
            <a:off x="494525" y="1279465"/>
            <a:ext cx="183000" cy="183000"/>
          </a:xfrm>
          <a:prstGeom prst="ellipse">
            <a:avLst/>
          </a:prstGeom>
          <a:solidFill>
            <a:schemeClr val="lt1"/>
          </a:solidFill>
          <a:ln cap="flat" cmpd="sng" w="2857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79" name="Google Shape;479;p30"/>
          <p:cNvSpPr/>
          <p:nvPr/>
        </p:nvSpPr>
        <p:spPr>
          <a:xfrm>
            <a:off x="2599525" y="1279465"/>
            <a:ext cx="183000" cy="183000"/>
          </a:xfrm>
          <a:prstGeom prst="ellipse">
            <a:avLst/>
          </a:prstGeom>
          <a:solidFill>
            <a:schemeClr val="accent2"/>
          </a:solidFill>
          <a:ln cap="flat" cmpd="sng" w="2857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80" name="Google Shape;480;p30"/>
          <p:cNvSpPr/>
          <p:nvPr/>
        </p:nvSpPr>
        <p:spPr>
          <a:xfrm>
            <a:off x="4704525" y="1279465"/>
            <a:ext cx="183000" cy="183000"/>
          </a:xfrm>
          <a:prstGeom prst="ellipse">
            <a:avLst/>
          </a:prstGeom>
          <a:solidFill>
            <a:schemeClr val="lt1"/>
          </a:solidFill>
          <a:ln cap="flat" cmpd="sng" w="2857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81" name="Google Shape;481;p30"/>
          <p:cNvSpPr/>
          <p:nvPr/>
        </p:nvSpPr>
        <p:spPr>
          <a:xfrm>
            <a:off x="6809525" y="1279465"/>
            <a:ext cx="183000" cy="183000"/>
          </a:xfrm>
          <a:prstGeom prst="ellipse">
            <a:avLst/>
          </a:prstGeom>
          <a:solidFill>
            <a:schemeClr val="lt1"/>
          </a:solidFill>
          <a:ln cap="flat" cmpd="sng" w="28575">
            <a:solidFill>
              <a:schemeClr val="accen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Arial"/>
              <a:ea typeface="Arial"/>
              <a:cs typeface="Arial"/>
              <a:sym typeface="Arial"/>
            </a:endParaRPr>
          </a:p>
        </p:txBody>
      </p:sp>
      <p:grpSp>
        <p:nvGrpSpPr>
          <p:cNvPr id="482" name="Google Shape;482;p30"/>
          <p:cNvGrpSpPr/>
          <p:nvPr/>
        </p:nvGrpSpPr>
        <p:grpSpPr>
          <a:xfrm>
            <a:off x="6992525" y="79100"/>
            <a:ext cx="2057400" cy="1033200"/>
            <a:chOff x="6922975" y="1548525"/>
            <a:chExt cx="2057400" cy="1033200"/>
          </a:xfrm>
        </p:grpSpPr>
        <p:grpSp>
          <p:nvGrpSpPr>
            <p:cNvPr id="483" name="Google Shape;483;p30"/>
            <p:cNvGrpSpPr/>
            <p:nvPr/>
          </p:nvGrpSpPr>
          <p:grpSpPr>
            <a:xfrm>
              <a:off x="6922975" y="1548525"/>
              <a:ext cx="2057400" cy="1033200"/>
              <a:chOff x="6172200" y="152400"/>
              <a:chExt cx="2057400" cy="1033200"/>
            </a:xfrm>
          </p:grpSpPr>
          <p:sp>
            <p:nvSpPr>
              <p:cNvPr id="484" name="Google Shape;484;p30"/>
              <p:cNvSpPr/>
              <p:nvPr/>
            </p:nvSpPr>
            <p:spPr>
              <a:xfrm>
                <a:off x="6172200" y="152400"/>
                <a:ext cx="2057400" cy="1033200"/>
              </a:xfrm>
              <a:prstGeom prst="roundRect">
                <a:avLst>
                  <a:gd fmla="val 8292" name="adj"/>
                </a:avLst>
              </a:prstGeom>
              <a:solidFill>
                <a:srgbClr val="FFD90F"/>
              </a:solidFill>
              <a:ln cap="flat" cmpd="sng" w="9525">
                <a:solidFill>
                  <a:srgbClr val="000000"/>
                </a:solidFill>
                <a:prstDash val="solid"/>
                <a:round/>
                <a:headEnd len="sm" w="sm" type="none"/>
                <a:tailEnd len="sm" w="sm" type="none"/>
              </a:ln>
              <a:effectLst>
                <a:outerShdw blurRad="14288" rotWithShape="0" algn="bl" dir="2760000" dist="57150">
                  <a:srgbClr val="000000">
                    <a:alpha val="19000"/>
                  </a:srgbClr>
                </a:outerShdw>
              </a:effectLst>
            </p:spPr>
            <p:txBody>
              <a:bodyPr anchorCtr="0" anchor="t" bIns="91425" lIns="0" spcFirstLastPara="1" rIns="91425" wrap="square" tIns="457200">
                <a:noAutofit/>
              </a:bodyPr>
              <a:lstStyle/>
              <a:p>
                <a:pPr indent="0" lvl="0" marL="0" rtl="0" algn="l">
                  <a:spcBef>
                    <a:spcPts val="0"/>
                  </a:spcBef>
                  <a:spcAft>
                    <a:spcPts val="0"/>
                  </a:spcAft>
                  <a:buClr>
                    <a:srgbClr val="000000"/>
                  </a:buClr>
                  <a:buSzPts val="1100"/>
                  <a:buFont typeface="Arial"/>
                  <a:buNone/>
                </a:pPr>
                <a:r>
                  <a:t/>
                </a:r>
                <a:endParaRPr sz="900">
                  <a:latin typeface="Inter"/>
                  <a:ea typeface="Inter"/>
                  <a:cs typeface="Inter"/>
                  <a:sym typeface="Inter"/>
                </a:endParaRPr>
              </a:p>
            </p:txBody>
          </p:sp>
          <p:sp>
            <p:nvSpPr>
              <p:cNvPr id="485" name="Google Shape;485;p30"/>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rtl="0" algn="l">
                  <a:spcBef>
                    <a:spcPts val="0"/>
                  </a:spcBef>
                  <a:spcAft>
                    <a:spcPts val="0"/>
                  </a:spcAft>
                  <a:buNone/>
                </a:pPr>
                <a:r>
                  <a:rPr b="1" lang="en" sz="900">
                    <a:latin typeface="Inter"/>
                    <a:ea typeface="Inter"/>
                    <a:cs typeface="Inter"/>
                    <a:sym typeface="Inter"/>
                  </a:rPr>
                  <a:t>Plus tip:</a:t>
                </a:r>
                <a:endParaRPr b="1" sz="900">
                  <a:latin typeface="Inter"/>
                  <a:ea typeface="Inter"/>
                  <a:cs typeface="Inter"/>
                  <a:sym typeface="Inter"/>
                </a:endParaRPr>
              </a:p>
            </p:txBody>
          </p:sp>
        </p:grpSp>
        <p:sp>
          <p:nvSpPr>
            <p:cNvPr descr="plus_tip" id="486" name="Google Shape;486;p30"/>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Inter"/>
                  <a:ea typeface="Inter"/>
                  <a:cs typeface="Inter"/>
                  <a:sym typeface="Inter"/>
                </a:rPr>
                <a:t>Consider adding specific examples of video content or peer teaching topics that can be used in your flipped classroom to enhance engagement.</a:t>
              </a:r>
              <a:endParaRPr sz="800">
                <a:latin typeface="Inter"/>
                <a:ea typeface="Inter"/>
                <a:cs typeface="Inter"/>
                <a:sym typeface="Inter"/>
              </a:endParaRPr>
            </a:p>
          </p:txBody>
        </p:sp>
        <p:pic>
          <p:nvPicPr>
            <p:cNvPr id="487" name="Google Shape;487;p30"/>
            <p:cNvPicPr preferRelativeResize="0"/>
            <p:nvPr/>
          </p:nvPicPr>
          <p:blipFill>
            <a:blip r:embed="rId3">
              <a:alphaModFix/>
            </a:blip>
            <a:stretch>
              <a:fillRect/>
            </a:stretch>
          </p:blipFill>
          <p:spPr>
            <a:xfrm>
              <a:off x="7016628" y="1652466"/>
              <a:ext cx="164591" cy="164591"/>
            </a:xfrm>
            <a:prstGeom prst="rect">
              <a:avLst/>
            </a:prstGeom>
            <a:noFill/>
            <a:ln>
              <a:noFill/>
            </a:ln>
          </p:spPr>
        </p:pic>
      </p:grpSp>
      <p:pic>
        <p:nvPicPr>
          <p:cNvPr descr="logo" id="488" name="Google Shape;488;p30"/>
          <p:cNvPicPr preferRelativeResize="0"/>
          <p:nvPr/>
        </p:nvPicPr>
        <p:blipFill>
          <a:blip r:embed="rId4">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descr="title" id="493" name="Google Shape;493;p31"/>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Overview of Language Learning Apps</a:t>
            </a:r>
            <a:endParaRPr b="1" sz="2200">
              <a:solidFill>
                <a:schemeClr val="dk1"/>
              </a:solidFill>
              <a:latin typeface="Hanken Grotesk"/>
              <a:ea typeface="Hanken Grotesk"/>
              <a:cs typeface="Hanken Grotesk"/>
              <a:sym typeface="Hanken Grotesk"/>
            </a:endParaRPr>
          </a:p>
        </p:txBody>
      </p:sp>
      <p:sp>
        <p:nvSpPr>
          <p:cNvPr descr="detail_0" id="494" name="Google Shape;494;p31"/>
          <p:cNvSpPr txBox="1"/>
          <p:nvPr>
            <p:ph idx="1" type="body"/>
          </p:nvPr>
        </p:nvSpPr>
        <p:spPr>
          <a:xfrm>
            <a:off x="411950" y="1593350"/>
            <a:ext cx="4002300" cy="111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000"/>
              </a:spcAft>
              <a:buNone/>
            </a:pPr>
            <a:r>
              <a:rPr lang="en" sz="1000"/>
              <a:t>Duolingo offers gamified language lessons that include vocabulary, grammar, and pronunciation exercises. It provides an engaging interface with various activities and personalized learning paths, supporting many languages.</a:t>
            </a:r>
            <a:endParaRPr sz="1000">
              <a:latin typeface="Hanken Grotesk"/>
              <a:ea typeface="Hanken Grotesk"/>
              <a:cs typeface="Hanken Grotesk"/>
              <a:sym typeface="Hanken Grotesk"/>
            </a:endParaRPr>
          </a:p>
        </p:txBody>
      </p:sp>
      <p:sp>
        <p:nvSpPr>
          <p:cNvPr descr="detail_1" id="495" name="Google Shape;495;p31"/>
          <p:cNvSpPr txBox="1"/>
          <p:nvPr>
            <p:ph idx="3" type="body"/>
          </p:nvPr>
        </p:nvSpPr>
        <p:spPr>
          <a:xfrm>
            <a:off x="4729879" y="1593350"/>
            <a:ext cx="4002300" cy="111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000"/>
              </a:spcAft>
              <a:buNone/>
            </a:pPr>
            <a:r>
              <a:rPr lang="en" sz="1000"/>
              <a:t>Babbel features structured lessons focusing on real-life conversation skills, with interactive dialogues and speech recognition. It emphasizes practical language use and adaptive learning based on user progress.</a:t>
            </a:r>
            <a:endParaRPr sz="1000">
              <a:latin typeface="Hanken Grotesk"/>
              <a:ea typeface="Hanken Grotesk"/>
              <a:cs typeface="Hanken Grotesk"/>
              <a:sym typeface="Hanken Grotesk"/>
            </a:endParaRPr>
          </a:p>
        </p:txBody>
      </p:sp>
      <p:sp>
        <p:nvSpPr>
          <p:cNvPr descr="detail_2" id="496" name="Google Shape;496;p31"/>
          <p:cNvSpPr txBox="1"/>
          <p:nvPr>
            <p:ph idx="5" type="body"/>
          </p:nvPr>
        </p:nvSpPr>
        <p:spPr>
          <a:xfrm>
            <a:off x="411925" y="3254400"/>
            <a:ext cx="4002300" cy="11190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000"/>
              </a:spcAft>
              <a:buNone/>
            </a:pPr>
            <a:r>
              <a:rPr lang="en" sz="1000"/>
              <a:t>Busuu provides language courses with interactive exercises and opportunities for feedback from native speakers. Personalized learning plans and the ability to practice with real users enhance engagement.</a:t>
            </a:r>
            <a:endParaRPr sz="1000">
              <a:latin typeface="Hanken Grotesk"/>
              <a:ea typeface="Hanken Grotesk"/>
              <a:cs typeface="Hanken Grotesk"/>
              <a:sym typeface="Hanken Grotesk"/>
            </a:endParaRPr>
          </a:p>
        </p:txBody>
      </p:sp>
      <p:sp>
        <p:nvSpPr>
          <p:cNvPr descr="detail_3" id="497" name="Google Shape;497;p31"/>
          <p:cNvSpPr txBox="1"/>
          <p:nvPr>
            <p:ph idx="7" type="body"/>
          </p:nvPr>
        </p:nvSpPr>
        <p:spPr>
          <a:xfrm>
            <a:off x="4729872" y="3254400"/>
            <a:ext cx="4002300" cy="1119000"/>
          </a:xfrm>
          <a:prstGeom prst="rect">
            <a:avLst/>
          </a:prstGeom>
        </p:spPr>
        <p:txBody>
          <a:bodyPr anchorCtr="0" anchor="t" bIns="91425" lIns="91425" spcFirstLastPara="1" rIns="91425" wrap="square" tIns="91425">
            <a:noAutofit/>
          </a:bodyPr>
          <a:lstStyle/>
          <a:p>
            <a:pPr indent="0" lvl="0" marL="0" marR="0" rtl="0" algn="l">
              <a:lnSpc>
                <a:spcPct val="150000"/>
              </a:lnSpc>
              <a:spcBef>
                <a:spcPts val="0"/>
              </a:spcBef>
              <a:spcAft>
                <a:spcPts val="1000"/>
              </a:spcAft>
              <a:buNone/>
            </a:pPr>
            <a:r>
              <a:rPr lang="en" sz="1000"/>
              <a:t>These apps not only make language learning accessible but also cater to different learning styles, ensuring that users can learn at their own pace and in a manner that suits them best.</a:t>
            </a:r>
            <a:endParaRPr sz="1000">
              <a:latin typeface="Hanken Grotesk"/>
              <a:ea typeface="Hanken Grotesk"/>
              <a:cs typeface="Hanken Grotesk"/>
              <a:sym typeface="Hanken Grotesk"/>
            </a:endParaRPr>
          </a:p>
        </p:txBody>
      </p:sp>
      <p:pic>
        <p:nvPicPr>
          <p:cNvPr id="498" name="Google Shape;498;p31"/>
          <p:cNvPicPr preferRelativeResize="0"/>
          <p:nvPr/>
        </p:nvPicPr>
        <p:blipFill>
          <a:blip r:embed="rId3">
            <a:alphaModFix/>
          </a:blip>
          <a:stretch>
            <a:fillRect/>
          </a:stretch>
        </p:blipFill>
        <p:spPr>
          <a:xfrm>
            <a:off x="493775" y="1209550"/>
            <a:ext cx="301752" cy="301752"/>
          </a:xfrm>
          <a:prstGeom prst="rect">
            <a:avLst/>
          </a:prstGeom>
          <a:noFill/>
          <a:ln>
            <a:noFill/>
          </a:ln>
        </p:spPr>
      </p:pic>
      <p:pic>
        <p:nvPicPr>
          <p:cNvPr id="499" name="Google Shape;499;p31"/>
          <p:cNvPicPr preferRelativeResize="0"/>
          <p:nvPr/>
        </p:nvPicPr>
        <p:blipFill>
          <a:blip r:embed="rId4">
            <a:alphaModFix/>
          </a:blip>
          <a:stretch>
            <a:fillRect/>
          </a:stretch>
        </p:blipFill>
        <p:spPr>
          <a:xfrm>
            <a:off x="4825125" y="1209538"/>
            <a:ext cx="301752" cy="301752"/>
          </a:xfrm>
          <a:prstGeom prst="rect">
            <a:avLst/>
          </a:prstGeom>
          <a:noFill/>
          <a:ln>
            <a:noFill/>
          </a:ln>
        </p:spPr>
      </p:pic>
      <p:pic>
        <p:nvPicPr>
          <p:cNvPr id="500" name="Google Shape;500;p31"/>
          <p:cNvPicPr preferRelativeResize="0"/>
          <p:nvPr/>
        </p:nvPicPr>
        <p:blipFill>
          <a:blip r:embed="rId5">
            <a:alphaModFix/>
          </a:blip>
          <a:stretch>
            <a:fillRect/>
          </a:stretch>
        </p:blipFill>
        <p:spPr>
          <a:xfrm>
            <a:off x="493750" y="2870600"/>
            <a:ext cx="301752" cy="301752"/>
          </a:xfrm>
          <a:prstGeom prst="rect">
            <a:avLst/>
          </a:prstGeom>
          <a:noFill/>
          <a:ln>
            <a:noFill/>
          </a:ln>
        </p:spPr>
      </p:pic>
      <p:pic>
        <p:nvPicPr>
          <p:cNvPr id="501" name="Google Shape;501;p31"/>
          <p:cNvPicPr preferRelativeResize="0"/>
          <p:nvPr/>
        </p:nvPicPr>
        <p:blipFill>
          <a:blip r:embed="rId6">
            <a:alphaModFix/>
          </a:blip>
          <a:stretch>
            <a:fillRect/>
          </a:stretch>
        </p:blipFill>
        <p:spPr>
          <a:xfrm>
            <a:off x="4825100" y="2870588"/>
            <a:ext cx="301752" cy="301752"/>
          </a:xfrm>
          <a:prstGeom prst="rect">
            <a:avLst/>
          </a:prstGeom>
          <a:noFill/>
          <a:ln>
            <a:noFill/>
          </a:ln>
        </p:spPr>
      </p:pic>
      <p:pic>
        <p:nvPicPr>
          <p:cNvPr descr="logo" id="502" name="Google Shape;502;p31"/>
          <p:cNvPicPr preferRelativeResize="0"/>
          <p:nvPr/>
        </p:nvPicPr>
        <p:blipFill>
          <a:blip r:embed="rId7">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descr="title" id="507" name="Google Shape;507;p32"/>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Collaborative Learning Platforms</a:t>
            </a:r>
            <a:endParaRPr b="1" sz="2200">
              <a:solidFill>
                <a:schemeClr val="dk1"/>
              </a:solidFill>
              <a:latin typeface="Hanken Grotesk"/>
              <a:ea typeface="Hanken Grotesk"/>
              <a:cs typeface="Hanken Grotesk"/>
              <a:sym typeface="Hanken Grotesk"/>
            </a:endParaRPr>
          </a:p>
        </p:txBody>
      </p:sp>
      <p:sp>
        <p:nvSpPr>
          <p:cNvPr id="508" name="Google Shape;508;p32"/>
          <p:cNvSpPr/>
          <p:nvPr/>
        </p:nvSpPr>
        <p:spPr>
          <a:xfrm>
            <a:off x="865383" y="1343341"/>
            <a:ext cx="613800" cy="613800"/>
          </a:xfrm>
          <a:prstGeom prst="ellipse">
            <a:avLst/>
          </a:prstGeom>
          <a:noFill/>
          <a:ln cap="flat" cmpd="sng" w="19050">
            <a:solidFill>
              <a:schemeClr val="accent1"/>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b="1" sz="2800">
              <a:solidFill>
                <a:srgbClr val="0254DB"/>
              </a:solidFill>
              <a:latin typeface="Hanken Grotesk"/>
              <a:ea typeface="Hanken Grotesk"/>
              <a:cs typeface="Hanken Grotesk"/>
              <a:sym typeface="Hanken Grotesk"/>
            </a:endParaRPr>
          </a:p>
        </p:txBody>
      </p:sp>
      <p:sp>
        <p:nvSpPr>
          <p:cNvPr descr="detail_0" id="509" name="Google Shape;509;p32"/>
          <p:cNvSpPr txBox="1"/>
          <p:nvPr>
            <p:ph idx="1" type="body"/>
          </p:nvPr>
        </p:nvSpPr>
        <p:spPr>
          <a:xfrm>
            <a:off x="3437800" y="1183275"/>
            <a:ext cx="5294400" cy="9993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100"/>
              <a:t>Quizlet allows teachers to create flashcards and quizzes, with options for games and study sets. It facilitates collaborative learning through shared study materials, useful for vocabulary reinforcement.</a:t>
            </a:r>
            <a:endParaRPr sz="1100">
              <a:latin typeface="Hanken Grotesk"/>
              <a:ea typeface="Hanken Grotesk"/>
              <a:cs typeface="Hanken Grotesk"/>
              <a:sym typeface="Hanken Grotesk"/>
            </a:endParaRPr>
          </a:p>
        </p:txBody>
      </p:sp>
      <p:sp>
        <p:nvSpPr>
          <p:cNvPr descr="detail_1" id="510" name="Google Shape;510;p32"/>
          <p:cNvSpPr txBox="1"/>
          <p:nvPr>
            <p:ph idx="2" type="body"/>
          </p:nvPr>
        </p:nvSpPr>
        <p:spPr>
          <a:xfrm>
            <a:off x="3437854" y="2300911"/>
            <a:ext cx="5294400" cy="9993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100"/>
              <a:t>Edmodo is a platform for classroom management that includes discussion boards, quizzes, and assignment sharing. It encourages student interaction and peer learning, supporting language practice through discussions.</a:t>
            </a:r>
            <a:endParaRPr sz="1100">
              <a:latin typeface="Hanken Grotesk"/>
              <a:ea typeface="Hanken Grotesk"/>
              <a:cs typeface="Hanken Grotesk"/>
              <a:sym typeface="Hanken Grotesk"/>
            </a:endParaRPr>
          </a:p>
        </p:txBody>
      </p:sp>
      <p:sp>
        <p:nvSpPr>
          <p:cNvPr descr="header_0" id="511" name="Google Shape;511;p32"/>
          <p:cNvSpPr txBox="1"/>
          <p:nvPr>
            <p:ph idx="3" type="subTitle"/>
          </p:nvPr>
        </p:nvSpPr>
        <p:spPr>
          <a:xfrm>
            <a:off x="1702150" y="1183375"/>
            <a:ext cx="1638900" cy="999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000"/>
              </a:spcAft>
              <a:buNone/>
            </a:pPr>
            <a:r>
              <a:rPr lang="en" sz="1300">
                <a:solidFill>
                  <a:schemeClr val="dk1"/>
                </a:solidFill>
              </a:rPr>
              <a:t>Quizlet</a:t>
            </a:r>
            <a:endParaRPr sz="1300">
              <a:solidFill>
                <a:schemeClr val="dk1"/>
              </a:solidFill>
            </a:endParaRPr>
          </a:p>
        </p:txBody>
      </p:sp>
      <p:sp>
        <p:nvSpPr>
          <p:cNvPr descr="header_1" id="512" name="Google Shape;512;p32"/>
          <p:cNvSpPr txBox="1"/>
          <p:nvPr>
            <p:ph idx="4" type="subTitle"/>
          </p:nvPr>
        </p:nvSpPr>
        <p:spPr>
          <a:xfrm>
            <a:off x="1702208" y="2300957"/>
            <a:ext cx="1638900" cy="999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000"/>
              </a:spcAft>
              <a:buNone/>
            </a:pPr>
            <a:r>
              <a:rPr lang="en" sz="1300">
                <a:solidFill>
                  <a:schemeClr val="dk1"/>
                </a:solidFill>
              </a:rPr>
              <a:t>Edmodo</a:t>
            </a:r>
            <a:endParaRPr sz="1300">
              <a:solidFill>
                <a:schemeClr val="dk1"/>
              </a:solidFill>
            </a:endParaRPr>
          </a:p>
        </p:txBody>
      </p:sp>
      <p:sp>
        <p:nvSpPr>
          <p:cNvPr descr="header_2" id="513" name="Google Shape;513;p32"/>
          <p:cNvSpPr txBox="1"/>
          <p:nvPr>
            <p:ph idx="5" type="subTitle"/>
          </p:nvPr>
        </p:nvSpPr>
        <p:spPr>
          <a:xfrm>
            <a:off x="1702150" y="3418482"/>
            <a:ext cx="1638900" cy="9993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1000"/>
              </a:spcAft>
              <a:buNone/>
            </a:pPr>
            <a:r>
              <a:rPr lang="en" sz="1300">
                <a:solidFill>
                  <a:schemeClr val="dk1"/>
                </a:solidFill>
              </a:rPr>
              <a:t>Benefits of Collaborative Tools</a:t>
            </a:r>
            <a:endParaRPr sz="1300">
              <a:solidFill>
                <a:schemeClr val="dk1"/>
              </a:solidFill>
            </a:endParaRPr>
          </a:p>
        </p:txBody>
      </p:sp>
      <p:sp>
        <p:nvSpPr>
          <p:cNvPr descr="detail_2" id="514" name="Google Shape;514;p32"/>
          <p:cNvSpPr txBox="1"/>
          <p:nvPr>
            <p:ph idx="6" type="body"/>
          </p:nvPr>
        </p:nvSpPr>
        <p:spPr>
          <a:xfrm>
            <a:off x="3437800" y="3418477"/>
            <a:ext cx="5294400" cy="999300"/>
          </a:xfrm>
          <a:prstGeom prst="rect">
            <a:avLst/>
          </a:prstGeom>
        </p:spPr>
        <p:txBody>
          <a:bodyPr anchorCtr="0" anchor="ctr" bIns="91425" lIns="91425" spcFirstLastPara="1" rIns="91425" wrap="square" tIns="91425">
            <a:noAutofit/>
          </a:bodyPr>
          <a:lstStyle/>
          <a:p>
            <a:pPr indent="0" lvl="0" marL="0" rtl="0" algn="l">
              <a:lnSpc>
                <a:spcPct val="150000"/>
              </a:lnSpc>
              <a:spcBef>
                <a:spcPts val="0"/>
              </a:spcBef>
              <a:spcAft>
                <a:spcPts val="1000"/>
              </a:spcAft>
              <a:buNone/>
            </a:pPr>
            <a:r>
              <a:rPr lang="en" sz="1100"/>
              <a:t>These collaborative tools enhance engagement and interaction among students, making language learning more dynamic and effective. They promote teamwork and collective learning experiences.</a:t>
            </a:r>
            <a:endParaRPr sz="1100">
              <a:latin typeface="Hanken Grotesk"/>
              <a:ea typeface="Hanken Grotesk"/>
              <a:cs typeface="Hanken Grotesk"/>
              <a:sym typeface="Hanken Grotesk"/>
            </a:endParaRPr>
          </a:p>
        </p:txBody>
      </p:sp>
      <p:pic>
        <p:nvPicPr>
          <p:cNvPr id="515" name="Google Shape;515;p32"/>
          <p:cNvPicPr preferRelativeResize="0"/>
          <p:nvPr/>
        </p:nvPicPr>
        <p:blipFill>
          <a:blip r:embed="rId3">
            <a:alphaModFix/>
          </a:blip>
          <a:stretch>
            <a:fillRect/>
          </a:stretch>
        </p:blipFill>
        <p:spPr>
          <a:xfrm>
            <a:off x="1035109" y="1526812"/>
            <a:ext cx="274320" cy="274320"/>
          </a:xfrm>
          <a:prstGeom prst="rect">
            <a:avLst/>
          </a:prstGeom>
          <a:noFill/>
          <a:ln>
            <a:noFill/>
          </a:ln>
        </p:spPr>
      </p:pic>
      <p:cxnSp>
        <p:nvCxnSpPr>
          <p:cNvPr id="516" name="Google Shape;516;p32"/>
          <p:cNvCxnSpPr/>
          <p:nvPr/>
        </p:nvCxnSpPr>
        <p:spPr>
          <a:xfrm>
            <a:off x="533700" y="1069975"/>
            <a:ext cx="0" cy="3439800"/>
          </a:xfrm>
          <a:prstGeom prst="straightConnector1">
            <a:avLst/>
          </a:prstGeom>
          <a:noFill/>
          <a:ln cap="flat" cmpd="sng" w="9525">
            <a:solidFill>
              <a:schemeClr val="dk1"/>
            </a:solidFill>
            <a:prstDash val="dot"/>
            <a:round/>
            <a:headEnd len="med" w="med" type="none"/>
            <a:tailEnd len="med" w="med" type="none"/>
          </a:ln>
        </p:spPr>
      </p:cxnSp>
      <p:cxnSp>
        <p:nvCxnSpPr>
          <p:cNvPr id="517" name="Google Shape;517;p32"/>
          <p:cNvCxnSpPr/>
          <p:nvPr/>
        </p:nvCxnSpPr>
        <p:spPr>
          <a:xfrm>
            <a:off x="493775" y="2784162"/>
            <a:ext cx="378900" cy="0"/>
          </a:xfrm>
          <a:prstGeom prst="straightConnector1">
            <a:avLst/>
          </a:prstGeom>
          <a:noFill/>
          <a:ln cap="flat" cmpd="sng" w="19050">
            <a:solidFill>
              <a:schemeClr val="accent2"/>
            </a:solidFill>
            <a:prstDash val="solid"/>
            <a:round/>
            <a:headEnd len="med" w="med" type="oval"/>
            <a:tailEnd len="med" w="med" type="none"/>
          </a:ln>
        </p:spPr>
      </p:cxnSp>
      <p:cxnSp>
        <p:nvCxnSpPr>
          <p:cNvPr id="518" name="Google Shape;518;p32"/>
          <p:cNvCxnSpPr/>
          <p:nvPr/>
        </p:nvCxnSpPr>
        <p:spPr>
          <a:xfrm>
            <a:off x="493775" y="3918162"/>
            <a:ext cx="378900" cy="0"/>
          </a:xfrm>
          <a:prstGeom prst="straightConnector1">
            <a:avLst/>
          </a:prstGeom>
          <a:noFill/>
          <a:ln cap="flat" cmpd="sng" w="19050">
            <a:solidFill>
              <a:schemeClr val="accent3"/>
            </a:solidFill>
            <a:prstDash val="solid"/>
            <a:round/>
            <a:headEnd len="med" w="med" type="oval"/>
            <a:tailEnd len="med" w="med" type="none"/>
          </a:ln>
        </p:spPr>
      </p:cxnSp>
      <p:cxnSp>
        <p:nvCxnSpPr>
          <p:cNvPr id="519" name="Google Shape;519;p32"/>
          <p:cNvCxnSpPr/>
          <p:nvPr/>
        </p:nvCxnSpPr>
        <p:spPr>
          <a:xfrm>
            <a:off x="493775" y="1574038"/>
            <a:ext cx="378900" cy="0"/>
          </a:xfrm>
          <a:prstGeom prst="straightConnector1">
            <a:avLst/>
          </a:prstGeom>
          <a:noFill/>
          <a:ln cap="flat" cmpd="sng" w="19050">
            <a:solidFill>
              <a:schemeClr val="accent1"/>
            </a:solidFill>
            <a:prstDash val="solid"/>
            <a:round/>
            <a:headEnd len="med" w="med" type="oval"/>
            <a:tailEnd len="med" w="med" type="none"/>
          </a:ln>
        </p:spPr>
      </p:cxnSp>
      <p:sp>
        <p:nvSpPr>
          <p:cNvPr id="520" name="Google Shape;520;p32"/>
          <p:cNvSpPr/>
          <p:nvPr/>
        </p:nvSpPr>
        <p:spPr>
          <a:xfrm>
            <a:off x="865396" y="2477279"/>
            <a:ext cx="613800" cy="613800"/>
          </a:xfrm>
          <a:prstGeom prst="ellipse">
            <a:avLst/>
          </a:prstGeom>
          <a:noFill/>
          <a:ln cap="flat" cmpd="sng" w="19050">
            <a:solidFill>
              <a:schemeClr val="accent2"/>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b="1" sz="2800">
              <a:solidFill>
                <a:srgbClr val="0254DB"/>
              </a:solidFill>
              <a:latin typeface="Hanken Grotesk"/>
              <a:ea typeface="Hanken Grotesk"/>
              <a:cs typeface="Hanken Grotesk"/>
              <a:sym typeface="Hanken Grotesk"/>
            </a:endParaRPr>
          </a:p>
        </p:txBody>
      </p:sp>
      <p:pic>
        <p:nvPicPr>
          <p:cNvPr id="521" name="Google Shape;521;p32"/>
          <p:cNvPicPr preferRelativeResize="0"/>
          <p:nvPr/>
        </p:nvPicPr>
        <p:blipFill>
          <a:blip r:embed="rId4">
            <a:alphaModFix/>
          </a:blip>
          <a:stretch>
            <a:fillRect/>
          </a:stretch>
        </p:blipFill>
        <p:spPr>
          <a:xfrm>
            <a:off x="1035146" y="2647025"/>
            <a:ext cx="274320" cy="274320"/>
          </a:xfrm>
          <a:prstGeom prst="rect">
            <a:avLst/>
          </a:prstGeom>
          <a:noFill/>
          <a:ln>
            <a:noFill/>
          </a:ln>
        </p:spPr>
      </p:pic>
      <p:sp>
        <p:nvSpPr>
          <p:cNvPr id="522" name="Google Shape;522;p32"/>
          <p:cNvSpPr/>
          <p:nvPr/>
        </p:nvSpPr>
        <p:spPr>
          <a:xfrm>
            <a:off x="865383" y="3611241"/>
            <a:ext cx="613800" cy="613800"/>
          </a:xfrm>
          <a:prstGeom prst="ellipse">
            <a:avLst/>
          </a:prstGeom>
          <a:noFill/>
          <a:ln cap="flat" cmpd="sng" w="19050">
            <a:solidFill>
              <a:schemeClr val="accent3"/>
            </a:solidFill>
            <a:prstDash val="solid"/>
            <a:round/>
            <a:headEnd len="sm" w="sm" type="none"/>
            <a:tailEnd len="sm" w="sm" type="none"/>
          </a:ln>
        </p:spPr>
        <p:txBody>
          <a:bodyPr anchorCtr="0" anchor="ctr" bIns="91425" lIns="0" spcFirstLastPara="1" rIns="0" wrap="square" tIns="91425">
            <a:noAutofit/>
          </a:bodyPr>
          <a:lstStyle/>
          <a:p>
            <a:pPr indent="0" lvl="0" marL="0" rtl="0" algn="ctr">
              <a:spcBef>
                <a:spcPts val="0"/>
              </a:spcBef>
              <a:spcAft>
                <a:spcPts val="0"/>
              </a:spcAft>
              <a:buNone/>
            </a:pPr>
            <a:r>
              <a:t/>
            </a:r>
            <a:endParaRPr b="1" sz="2800">
              <a:solidFill>
                <a:srgbClr val="0254DB"/>
              </a:solidFill>
              <a:latin typeface="Hanken Grotesk"/>
              <a:ea typeface="Hanken Grotesk"/>
              <a:cs typeface="Hanken Grotesk"/>
              <a:sym typeface="Hanken Grotesk"/>
            </a:endParaRPr>
          </a:p>
        </p:txBody>
      </p:sp>
      <p:pic>
        <p:nvPicPr>
          <p:cNvPr id="523" name="Google Shape;523;p32"/>
          <p:cNvPicPr preferRelativeResize="0"/>
          <p:nvPr/>
        </p:nvPicPr>
        <p:blipFill>
          <a:blip r:embed="rId5">
            <a:alphaModFix/>
          </a:blip>
          <a:stretch>
            <a:fillRect/>
          </a:stretch>
        </p:blipFill>
        <p:spPr>
          <a:xfrm>
            <a:off x="1035109" y="3767238"/>
            <a:ext cx="274320" cy="274320"/>
          </a:xfrm>
          <a:prstGeom prst="rect">
            <a:avLst/>
          </a:prstGeom>
          <a:noFill/>
          <a:ln>
            <a:noFill/>
          </a:ln>
        </p:spPr>
      </p:pic>
      <p:grpSp>
        <p:nvGrpSpPr>
          <p:cNvPr id="524" name="Google Shape;524;p32"/>
          <p:cNvGrpSpPr/>
          <p:nvPr/>
        </p:nvGrpSpPr>
        <p:grpSpPr>
          <a:xfrm>
            <a:off x="6952825" y="132250"/>
            <a:ext cx="2057400" cy="1033200"/>
            <a:chOff x="6922975" y="1548525"/>
            <a:chExt cx="2057400" cy="1033200"/>
          </a:xfrm>
        </p:grpSpPr>
        <p:grpSp>
          <p:nvGrpSpPr>
            <p:cNvPr id="525" name="Google Shape;525;p32"/>
            <p:cNvGrpSpPr/>
            <p:nvPr/>
          </p:nvGrpSpPr>
          <p:grpSpPr>
            <a:xfrm>
              <a:off x="6922975" y="1548525"/>
              <a:ext cx="2057400" cy="1033200"/>
              <a:chOff x="6172200" y="152400"/>
              <a:chExt cx="2057400" cy="1033200"/>
            </a:xfrm>
          </p:grpSpPr>
          <p:sp>
            <p:nvSpPr>
              <p:cNvPr id="526" name="Google Shape;526;p32"/>
              <p:cNvSpPr/>
              <p:nvPr/>
            </p:nvSpPr>
            <p:spPr>
              <a:xfrm>
                <a:off x="6172200" y="152400"/>
                <a:ext cx="2057400" cy="1033200"/>
              </a:xfrm>
              <a:prstGeom prst="roundRect">
                <a:avLst>
                  <a:gd fmla="val 8292" name="adj"/>
                </a:avLst>
              </a:prstGeom>
              <a:solidFill>
                <a:srgbClr val="FFD90F"/>
              </a:solidFill>
              <a:ln cap="flat" cmpd="sng" w="9525">
                <a:solidFill>
                  <a:srgbClr val="000000"/>
                </a:solidFill>
                <a:prstDash val="solid"/>
                <a:round/>
                <a:headEnd len="sm" w="sm" type="none"/>
                <a:tailEnd len="sm" w="sm" type="none"/>
              </a:ln>
              <a:effectLst>
                <a:outerShdw blurRad="14288" rotWithShape="0" algn="bl" dir="2760000" dist="57150">
                  <a:srgbClr val="000000">
                    <a:alpha val="19000"/>
                  </a:srgbClr>
                </a:outerShdw>
              </a:effectLst>
            </p:spPr>
            <p:txBody>
              <a:bodyPr anchorCtr="0" anchor="t" bIns="91425" lIns="0" spcFirstLastPara="1" rIns="91425" wrap="square" tIns="457200">
                <a:noAutofit/>
              </a:bodyPr>
              <a:lstStyle/>
              <a:p>
                <a:pPr indent="0" lvl="0" marL="0" rtl="0" algn="l">
                  <a:spcBef>
                    <a:spcPts val="0"/>
                  </a:spcBef>
                  <a:spcAft>
                    <a:spcPts val="0"/>
                  </a:spcAft>
                  <a:buClr>
                    <a:srgbClr val="000000"/>
                  </a:buClr>
                  <a:buSzPts val="1100"/>
                  <a:buFont typeface="Arial"/>
                  <a:buNone/>
                </a:pPr>
                <a:r>
                  <a:t/>
                </a:r>
                <a:endParaRPr sz="900">
                  <a:latin typeface="Inter"/>
                  <a:ea typeface="Inter"/>
                  <a:cs typeface="Inter"/>
                  <a:sym typeface="Inter"/>
                </a:endParaRPr>
              </a:p>
            </p:txBody>
          </p:sp>
          <p:sp>
            <p:nvSpPr>
              <p:cNvPr id="527" name="Google Shape;527;p32"/>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rtl="0" algn="l">
                  <a:spcBef>
                    <a:spcPts val="0"/>
                  </a:spcBef>
                  <a:spcAft>
                    <a:spcPts val="0"/>
                  </a:spcAft>
                  <a:buNone/>
                </a:pPr>
                <a:r>
                  <a:rPr b="1" lang="en" sz="900">
                    <a:latin typeface="Inter"/>
                    <a:ea typeface="Inter"/>
                    <a:cs typeface="Inter"/>
                    <a:sym typeface="Inter"/>
                  </a:rPr>
                  <a:t>Plus tip:</a:t>
                </a:r>
                <a:endParaRPr b="1" sz="900">
                  <a:latin typeface="Inter"/>
                  <a:ea typeface="Inter"/>
                  <a:cs typeface="Inter"/>
                  <a:sym typeface="Inter"/>
                </a:endParaRPr>
              </a:p>
            </p:txBody>
          </p:sp>
        </p:grpSp>
        <p:sp>
          <p:nvSpPr>
            <p:cNvPr descr="plus_tip" id="528" name="Google Shape;528;p32"/>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Inter"/>
                  <a:ea typeface="Inter"/>
                  <a:cs typeface="Inter"/>
                  <a:sym typeface="Inter"/>
                </a:rPr>
                <a:t>Consider adding specific examples of how your students have successfully used these platforms in your language classes.</a:t>
              </a:r>
              <a:endParaRPr sz="800">
                <a:latin typeface="Inter"/>
                <a:ea typeface="Inter"/>
                <a:cs typeface="Inter"/>
                <a:sym typeface="Inter"/>
              </a:endParaRPr>
            </a:p>
          </p:txBody>
        </p:sp>
        <p:pic>
          <p:nvPicPr>
            <p:cNvPr id="529" name="Google Shape;529;p32"/>
            <p:cNvPicPr preferRelativeResize="0"/>
            <p:nvPr/>
          </p:nvPicPr>
          <p:blipFill>
            <a:blip r:embed="rId6">
              <a:alphaModFix/>
            </a:blip>
            <a:stretch>
              <a:fillRect/>
            </a:stretch>
          </p:blipFill>
          <p:spPr>
            <a:xfrm>
              <a:off x="7016628" y="1652466"/>
              <a:ext cx="164591" cy="164591"/>
            </a:xfrm>
            <a:prstGeom prst="rect">
              <a:avLst/>
            </a:prstGeom>
            <a:noFill/>
            <a:ln>
              <a:noFill/>
            </a:ln>
          </p:spPr>
        </p:pic>
      </p:grpSp>
      <p:pic>
        <p:nvPicPr>
          <p:cNvPr descr="logo" id="530" name="Google Shape;530;p32"/>
          <p:cNvPicPr preferRelativeResize="0"/>
          <p:nvPr/>
        </p:nvPicPr>
        <p:blipFill>
          <a:blip r:embed="rId7">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descr="detail_0" id="535" name="Google Shape;535;p33"/>
          <p:cNvSpPr txBox="1"/>
          <p:nvPr>
            <p:ph idx="1" type="body"/>
          </p:nvPr>
        </p:nvSpPr>
        <p:spPr>
          <a:xfrm>
            <a:off x="411950" y="1590750"/>
            <a:ext cx="4835100" cy="11514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1000"/>
              </a:spcAft>
              <a:buNone/>
            </a:pPr>
            <a:r>
              <a:rPr lang="en" sz="1100"/>
              <a:t>Storybird allows students to create illustrated stories, combining writing and art. This encourages creative expression in the target language while developing writing skills.</a:t>
            </a:r>
            <a:endParaRPr sz="1100">
              <a:latin typeface="Hanken Grotesk"/>
              <a:ea typeface="Hanken Grotesk"/>
              <a:cs typeface="Hanken Grotesk"/>
              <a:sym typeface="Hanken Grotesk"/>
            </a:endParaRPr>
          </a:p>
        </p:txBody>
      </p:sp>
      <p:sp>
        <p:nvSpPr>
          <p:cNvPr descr="detail_1" id="536" name="Google Shape;536;p33"/>
          <p:cNvSpPr txBox="1"/>
          <p:nvPr>
            <p:ph idx="2" type="body"/>
          </p:nvPr>
        </p:nvSpPr>
        <p:spPr>
          <a:xfrm>
            <a:off x="411950" y="3253725"/>
            <a:ext cx="4835100" cy="1151400"/>
          </a:xfrm>
          <a:prstGeom prst="rect">
            <a:avLst/>
          </a:prstGeom>
        </p:spPr>
        <p:txBody>
          <a:bodyPr anchorCtr="0" anchor="t" bIns="91425" lIns="91425" spcFirstLastPara="1" rIns="91425" wrap="square" tIns="91425">
            <a:noAutofit/>
          </a:bodyPr>
          <a:lstStyle/>
          <a:p>
            <a:pPr indent="0" lvl="0" marL="0" marR="0" rtl="0" algn="l">
              <a:lnSpc>
                <a:spcPct val="150000"/>
              </a:lnSpc>
              <a:spcBef>
                <a:spcPts val="0"/>
              </a:spcBef>
              <a:spcAft>
                <a:spcPts val="1000"/>
              </a:spcAft>
              <a:buNone/>
            </a:pPr>
            <a:r>
              <a:rPr lang="en" sz="1100"/>
              <a:t>Canva is a design tool that enables the creation of presentations, posters, and infographics. It supports visual learning by allowing students to present information in a visually appealing way using the target language.</a:t>
            </a:r>
            <a:endParaRPr sz="1100">
              <a:latin typeface="Hanken Grotesk"/>
              <a:ea typeface="Hanken Grotesk"/>
              <a:cs typeface="Hanken Grotesk"/>
              <a:sym typeface="Hanken Grotesk"/>
            </a:endParaRPr>
          </a:p>
        </p:txBody>
      </p:sp>
      <p:sp>
        <p:nvSpPr>
          <p:cNvPr descr="header_0" id="537" name="Google Shape;537;p33"/>
          <p:cNvSpPr txBox="1"/>
          <p:nvPr>
            <p:ph idx="3" type="subTitle"/>
          </p:nvPr>
        </p:nvSpPr>
        <p:spPr>
          <a:xfrm>
            <a:off x="411950" y="1242150"/>
            <a:ext cx="4835100" cy="3486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1200"/>
              </a:spcAft>
              <a:buNone/>
            </a:pPr>
            <a:r>
              <a:rPr lang="en" sz="1200"/>
              <a:t>Storybird for Creative Storytelling</a:t>
            </a:r>
            <a:endParaRPr sz="1200"/>
          </a:p>
        </p:txBody>
      </p:sp>
      <p:sp>
        <p:nvSpPr>
          <p:cNvPr descr="header_1" id="538" name="Google Shape;538;p33"/>
          <p:cNvSpPr txBox="1"/>
          <p:nvPr>
            <p:ph idx="4" type="subTitle"/>
          </p:nvPr>
        </p:nvSpPr>
        <p:spPr>
          <a:xfrm>
            <a:off x="411950" y="2905125"/>
            <a:ext cx="4835100" cy="3486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1200"/>
              </a:spcAft>
              <a:buNone/>
            </a:pPr>
            <a:r>
              <a:rPr lang="en" sz="1200"/>
              <a:t>Canva for Visual Projects</a:t>
            </a:r>
            <a:endParaRPr sz="1200"/>
          </a:p>
        </p:txBody>
      </p:sp>
      <p:pic>
        <p:nvPicPr>
          <p:cNvPr id="539" name="Google Shape;539;p33"/>
          <p:cNvPicPr preferRelativeResize="0"/>
          <p:nvPr/>
        </p:nvPicPr>
        <p:blipFill rotWithShape="1">
          <a:blip r:embed="rId3">
            <a:alphaModFix/>
          </a:blip>
          <a:srcRect b="14864" l="0" r="0" t="14856"/>
          <a:stretch/>
        </p:blipFill>
        <p:spPr>
          <a:xfrm>
            <a:off x="5484700" y="0"/>
            <a:ext cx="3659301" cy="2571750"/>
          </a:xfrm>
          <a:prstGeom prst="rect">
            <a:avLst/>
          </a:prstGeom>
          <a:noFill/>
          <a:ln>
            <a:noFill/>
          </a:ln>
        </p:spPr>
      </p:pic>
      <p:pic>
        <p:nvPicPr>
          <p:cNvPr id="540" name="Google Shape;540;p33"/>
          <p:cNvPicPr preferRelativeResize="0"/>
          <p:nvPr/>
        </p:nvPicPr>
        <p:blipFill rotWithShape="1">
          <a:blip r:embed="rId4">
            <a:alphaModFix/>
          </a:blip>
          <a:srcRect b="14864" l="0" r="0" t="14856"/>
          <a:stretch/>
        </p:blipFill>
        <p:spPr>
          <a:xfrm>
            <a:off x="5484700" y="2571750"/>
            <a:ext cx="3659301" cy="2571750"/>
          </a:xfrm>
          <a:prstGeom prst="rect">
            <a:avLst/>
          </a:prstGeom>
          <a:noFill/>
          <a:ln>
            <a:noFill/>
          </a:ln>
        </p:spPr>
      </p:pic>
      <p:sp>
        <p:nvSpPr>
          <p:cNvPr descr="title" id="541" name="Google Shape;541;p33"/>
          <p:cNvSpPr txBox="1"/>
          <p:nvPr/>
        </p:nvSpPr>
        <p:spPr>
          <a:xfrm>
            <a:off x="411950" y="347475"/>
            <a:ext cx="4835100" cy="91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Multimedia Creation Tools for Language Learning</a:t>
            </a:r>
            <a:endParaRPr b="1" sz="2200">
              <a:solidFill>
                <a:schemeClr val="dk1"/>
              </a:solidFill>
              <a:latin typeface="Hanken Grotesk"/>
              <a:ea typeface="Hanken Grotesk"/>
              <a:cs typeface="Hanken Grotesk"/>
              <a:sym typeface="Hanken Grotesk"/>
            </a:endParaRPr>
          </a:p>
        </p:txBody>
      </p:sp>
      <p:pic>
        <p:nvPicPr>
          <p:cNvPr descr="logo" id="542" name="Google Shape;542;p33"/>
          <p:cNvPicPr preferRelativeResize="0"/>
          <p:nvPr/>
        </p:nvPicPr>
        <p:blipFill>
          <a:blip r:embed="rId5">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descr="detail_0" id="547" name="Google Shape;547;p34"/>
          <p:cNvSpPr txBox="1"/>
          <p:nvPr>
            <p:ph idx="1" type="body"/>
          </p:nvPr>
        </p:nvSpPr>
        <p:spPr>
          <a:xfrm>
            <a:off x="411950" y="1943025"/>
            <a:ext cx="3776100" cy="2541000"/>
          </a:xfrm>
          <a:prstGeom prst="rect">
            <a:avLst/>
          </a:prstGeom>
        </p:spPr>
        <p:txBody>
          <a:bodyPr anchorCtr="0" anchor="t" bIns="91425" lIns="91425" spcFirstLastPara="1" rIns="91425" wrap="square" tIns="91425">
            <a:noAutofit/>
          </a:bodyPr>
          <a:lstStyle/>
          <a:p>
            <a:pPr indent="-234950" lvl="0" marL="285750" rtl="0" algn="l">
              <a:lnSpc>
                <a:spcPct val="115000"/>
              </a:lnSpc>
              <a:spcBef>
                <a:spcPts val="0"/>
              </a:spcBef>
              <a:spcAft>
                <a:spcPts val="0"/>
              </a:spcAft>
              <a:buSzPts val="1000"/>
              <a:buChar char="•"/>
            </a:pPr>
            <a:r>
              <a:rPr lang="en" sz="1000"/>
              <a:t>Connects users with native speakers for conversation practice.</a:t>
            </a:r>
            <a:endParaRPr sz="1000"/>
          </a:p>
          <a:p>
            <a:pPr indent="-234950" lvl="0" marL="285750" rtl="0" algn="l">
              <a:lnSpc>
                <a:spcPct val="115000"/>
              </a:lnSpc>
              <a:spcBef>
                <a:spcPts val="800"/>
              </a:spcBef>
              <a:spcAft>
                <a:spcPts val="0"/>
              </a:spcAft>
              <a:buSzPts val="1000"/>
              <a:buChar char="•"/>
            </a:pPr>
            <a:r>
              <a:rPr lang="en" sz="1000"/>
              <a:t>Includes text, voice, and video chat options for real-life engagement.</a:t>
            </a:r>
            <a:endParaRPr sz="1000"/>
          </a:p>
          <a:p>
            <a:pPr indent="-234950" lvl="0" marL="285750" rtl="0" algn="l">
              <a:lnSpc>
                <a:spcPct val="115000"/>
              </a:lnSpc>
              <a:spcBef>
                <a:spcPts val="800"/>
              </a:spcBef>
              <a:spcAft>
                <a:spcPts val="800"/>
              </a:spcAft>
              <a:buSzPts val="1000"/>
              <a:buChar char="•"/>
            </a:pPr>
            <a:r>
              <a:rPr lang="en" sz="1000"/>
              <a:t>Facilitates authentic language use in a social context.</a:t>
            </a:r>
            <a:endParaRPr sz="1000"/>
          </a:p>
        </p:txBody>
      </p:sp>
      <p:sp>
        <p:nvSpPr>
          <p:cNvPr descr="detail_1" id="548" name="Google Shape;548;p34"/>
          <p:cNvSpPr txBox="1"/>
          <p:nvPr>
            <p:ph idx="2" type="body"/>
          </p:nvPr>
        </p:nvSpPr>
        <p:spPr>
          <a:xfrm>
            <a:off x="4755150" y="1943025"/>
            <a:ext cx="3776100" cy="2541000"/>
          </a:xfrm>
          <a:prstGeom prst="rect">
            <a:avLst/>
          </a:prstGeom>
        </p:spPr>
        <p:txBody>
          <a:bodyPr anchorCtr="0" anchor="t" bIns="91425" lIns="91425" spcFirstLastPara="1" rIns="91425" wrap="square" tIns="91425">
            <a:noAutofit/>
          </a:bodyPr>
          <a:lstStyle/>
          <a:p>
            <a:pPr indent="-234950" lvl="0" marL="285750" rtl="0" algn="l">
              <a:lnSpc>
                <a:spcPct val="115000"/>
              </a:lnSpc>
              <a:spcBef>
                <a:spcPts val="0"/>
              </a:spcBef>
              <a:spcAft>
                <a:spcPts val="0"/>
              </a:spcAft>
              <a:buSzPts val="1000"/>
              <a:buChar char="•"/>
            </a:pPr>
            <a:r>
              <a:rPr lang="en" sz="1000"/>
              <a:t>Focuses on pronunciation practice with feedback from coaches.</a:t>
            </a:r>
            <a:endParaRPr sz="1000"/>
          </a:p>
          <a:p>
            <a:pPr indent="-234950" lvl="0" marL="285750" rtl="0" algn="l">
              <a:lnSpc>
                <a:spcPct val="115000"/>
              </a:lnSpc>
              <a:spcBef>
                <a:spcPts val="800"/>
              </a:spcBef>
              <a:spcAft>
                <a:spcPts val="0"/>
              </a:spcAft>
              <a:buSzPts val="1000"/>
              <a:buChar char="•"/>
            </a:pPr>
            <a:r>
              <a:rPr lang="en" sz="1000"/>
              <a:t>Offers personalized feedback on recorded speech for improvement.</a:t>
            </a:r>
            <a:endParaRPr sz="1000"/>
          </a:p>
          <a:p>
            <a:pPr indent="-234950" lvl="0" marL="285750" rtl="0" algn="l">
              <a:lnSpc>
                <a:spcPct val="115000"/>
              </a:lnSpc>
              <a:spcBef>
                <a:spcPts val="800"/>
              </a:spcBef>
              <a:spcAft>
                <a:spcPts val="800"/>
              </a:spcAft>
              <a:buSzPts val="1000"/>
              <a:buChar char="•"/>
            </a:pPr>
            <a:r>
              <a:rPr lang="en" sz="1000"/>
              <a:t>Helps enhance speaking skills through repetition and targeted practice.</a:t>
            </a:r>
            <a:endParaRPr sz="1000"/>
          </a:p>
        </p:txBody>
      </p:sp>
      <p:sp>
        <p:nvSpPr>
          <p:cNvPr descr="header_0" id="549" name="Google Shape;549;p34"/>
          <p:cNvSpPr txBox="1"/>
          <p:nvPr>
            <p:ph idx="3" type="subTitle"/>
          </p:nvPr>
        </p:nvSpPr>
        <p:spPr>
          <a:xfrm>
            <a:off x="411950" y="1461625"/>
            <a:ext cx="3776100" cy="481500"/>
          </a:xfrm>
          <a:prstGeom prst="rect">
            <a:avLst/>
          </a:prstGeom>
        </p:spPr>
        <p:txBody>
          <a:bodyPr anchorCtr="0" anchor="b" bIns="91425" lIns="91425" spcFirstLastPara="1" rIns="91425" wrap="square" tIns="91425">
            <a:noAutofit/>
          </a:bodyPr>
          <a:lstStyle/>
          <a:p>
            <a:pPr indent="0" lvl="0" marL="0" rtl="0" algn="l">
              <a:spcBef>
                <a:spcPts val="0"/>
              </a:spcBef>
              <a:spcAft>
                <a:spcPts val="1200"/>
              </a:spcAft>
              <a:buNone/>
            </a:pPr>
            <a:r>
              <a:rPr lang="en" sz="1200"/>
              <a:t>Hello Talk – Language Exchange App</a:t>
            </a:r>
            <a:endParaRPr sz="1200"/>
          </a:p>
        </p:txBody>
      </p:sp>
      <p:sp>
        <p:nvSpPr>
          <p:cNvPr descr="header_1" id="550" name="Google Shape;550;p34"/>
          <p:cNvSpPr txBox="1"/>
          <p:nvPr>
            <p:ph idx="4" type="subTitle"/>
          </p:nvPr>
        </p:nvSpPr>
        <p:spPr>
          <a:xfrm>
            <a:off x="4755150" y="1461625"/>
            <a:ext cx="3776100" cy="4815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1200"/>
              </a:spcAft>
              <a:buNone/>
            </a:pPr>
            <a:r>
              <a:rPr lang="en" sz="1200"/>
              <a:t>Speech ling – Pronunciation Feedback Tool</a:t>
            </a:r>
            <a:endParaRPr sz="1200"/>
          </a:p>
        </p:txBody>
      </p:sp>
      <p:pic>
        <p:nvPicPr>
          <p:cNvPr id="551" name="Google Shape;551;p34"/>
          <p:cNvPicPr preferRelativeResize="0"/>
          <p:nvPr/>
        </p:nvPicPr>
        <p:blipFill>
          <a:blip r:embed="rId3">
            <a:alphaModFix/>
          </a:blip>
          <a:stretch>
            <a:fillRect/>
          </a:stretch>
        </p:blipFill>
        <p:spPr>
          <a:xfrm>
            <a:off x="493763" y="1168502"/>
            <a:ext cx="301752" cy="301752"/>
          </a:xfrm>
          <a:prstGeom prst="rect">
            <a:avLst/>
          </a:prstGeom>
          <a:noFill/>
          <a:ln>
            <a:noFill/>
          </a:ln>
        </p:spPr>
      </p:pic>
      <p:pic>
        <p:nvPicPr>
          <p:cNvPr id="552" name="Google Shape;552;p34"/>
          <p:cNvPicPr preferRelativeResize="0"/>
          <p:nvPr/>
        </p:nvPicPr>
        <p:blipFill>
          <a:blip r:embed="rId4">
            <a:alphaModFix/>
          </a:blip>
          <a:stretch>
            <a:fillRect/>
          </a:stretch>
        </p:blipFill>
        <p:spPr>
          <a:xfrm>
            <a:off x="4845763" y="1168502"/>
            <a:ext cx="301752" cy="301752"/>
          </a:xfrm>
          <a:prstGeom prst="rect">
            <a:avLst/>
          </a:prstGeom>
          <a:noFill/>
          <a:ln>
            <a:noFill/>
          </a:ln>
        </p:spPr>
      </p:pic>
      <p:sp>
        <p:nvSpPr>
          <p:cNvPr descr="title" id="553" name="Google Shape;553;p34"/>
          <p:cNvSpPr txBox="1"/>
          <p:nvPr/>
        </p:nvSpPr>
        <p:spPr>
          <a:xfrm>
            <a:off x="411950" y="347475"/>
            <a:ext cx="83202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Speech and Pronunciation Enhancement Tools</a:t>
            </a:r>
            <a:endParaRPr b="1" sz="2200">
              <a:solidFill>
                <a:schemeClr val="dk1"/>
              </a:solidFill>
              <a:latin typeface="Hanken Grotesk"/>
              <a:ea typeface="Hanken Grotesk"/>
              <a:cs typeface="Hanken Grotesk"/>
              <a:sym typeface="Hanken Grotesk"/>
            </a:endParaRPr>
          </a:p>
        </p:txBody>
      </p:sp>
      <p:grpSp>
        <p:nvGrpSpPr>
          <p:cNvPr id="554" name="Google Shape;554;p34"/>
          <p:cNvGrpSpPr/>
          <p:nvPr/>
        </p:nvGrpSpPr>
        <p:grpSpPr>
          <a:xfrm>
            <a:off x="6908050" y="3946625"/>
            <a:ext cx="2057400" cy="1033200"/>
            <a:chOff x="6922975" y="1548525"/>
            <a:chExt cx="2057400" cy="1033200"/>
          </a:xfrm>
        </p:grpSpPr>
        <p:grpSp>
          <p:nvGrpSpPr>
            <p:cNvPr id="555" name="Google Shape;555;p34"/>
            <p:cNvGrpSpPr/>
            <p:nvPr/>
          </p:nvGrpSpPr>
          <p:grpSpPr>
            <a:xfrm>
              <a:off x="6922975" y="1548525"/>
              <a:ext cx="2057400" cy="1033200"/>
              <a:chOff x="6172200" y="152400"/>
              <a:chExt cx="2057400" cy="1033200"/>
            </a:xfrm>
          </p:grpSpPr>
          <p:sp>
            <p:nvSpPr>
              <p:cNvPr id="556" name="Google Shape;556;p34"/>
              <p:cNvSpPr/>
              <p:nvPr/>
            </p:nvSpPr>
            <p:spPr>
              <a:xfrm>
                <a:off x="6172200" y="152400"/>
                <a:ext cx="2057400" cy="1033200"/>
              </a:xfrm>
              <a:prstGeom prst="roundRect">
                <a:avLst>
                  <a:gd fmla="val 8292" name="adj"/>
                </a:avLst>
              </a:prstGeom>
              <a:solidFill>
                <a:srgbClr val="FFD90F"/>
              </a:solidFill>
              <a:ln cap="flat" cmpd="sng" w="9525">
                <a:solidFill>
                  <a:srgbClr val="000000"/>
                </a:solidFill>
                <a:prstDash val="solid"/>
                <a:round/>
                <a:headEnd len="sm" w="sm" type="none"/>
                <a:tailEnd len="sm" w="sm" type="none"/>
              </a:ln>
              <a:effectLst>
                <a:outerShdw blurRad="14288" rotWithShape="0" algn="bl" dir="2760000" dist="57150">
                  <a:srgbClr val="000000">
                    <a:alpha val="19000"/>
                  </a:srgbClr>
                </a:outerShdw>
              </a:effectLst>
            </p:spPr>
            <p:txBody>
              <a:bodyPr anchorCtr="0" anchor="t" bIns="91425" lIns="0" spcFirstLastPara="1" rIns="91425" wrap="square" tIns="457200">
                <a:noAutofit/>
              </a:bodyPr>
              <a:lstStyle/>
              <a:p>
                <a:pPr indent="0" lvl="0" marL="0" rtl="0" algn="l">
                  <a:spcBef>
                    <a:spcPts val="0"/>
                  </a:spcBef>
                  <a:spcAft>
                    <a:spcPts val="0"/>
                  </a:spcAft>
                  <a:buClr>
                    <a:srgbClr val="000000"/>
                  </a:buClr>
                  <a:buSzPts val="1100"/>
                  <a:buFont typeface="Arial"/>
                  <a:buNone/>
                </a:pPr>
                <a:r>
                  <a:t/>
                </a:r>
                <a:endParaRPr sz="900">
                  <a:latin typeface="Inter"/>
                  <a:ea typeface="Inter"/>
                  <a:cs typeface="Inter"/>
                  <a:sym typeface="Inter"/>
                </a:endParaRPr>
              </a:p>
            </p:txBody>
          </p:sp>
          <p:sp>
            <p:nvSpPr>
              <p:cNvPr id="557" name="Google Shape;557;p34"/>
              <p:cNvSpPr txBox="1"/>
              <p:nvPr/>
            </p:nvSpPr>
            <p:spPr>
              <a:xfrm>
                <a:off x="6467625" y="224325"/>
                <a:ext cx="1571400" cy="228600"/>
              </a:xfrm>
              <a:prstGeom prst="rect">
                <a:avLst/>
              </a:prstGeom>
              <a:noFill/>
              <a:ln>
                <a:noFill/>
              </a:ln>
            </p:spPr>
            <p:txBody>
              <a:bodyPr anchorCtr="0" anchor="ctr" bIns="0" lIns="0" spcFirstLastPara="1" rIns="91425" wrap="square" tIns="0">
                <a:noAutofit/>
              </a:bodyPr>
              <a:lstStyle/>
              <a:p>
                <a:pPr indent="0" lvl="0" marL="0" rtl="0" algn="l">
                  <a:spcBef>
                    <a:spcPts val="0"/>
                  </a:spcBef>
                  <a:spcAft>
                    <a:spcPts val="0"/>
                  </a:spcAft>
                  <a:buNone/>
                </a:pPr>
                <a:r>
                  <a:rPr b="1" lang="en" sz="900">
                    <a:latin typeface="Inter"/>
                    <a:ea typeface="Inter"/>
                    <a:cs typeface="Inter"/>
                    <a:sym typeface="Inter"/>
                  </a:rPr>
                  <a:t>Plus tip:</a:t>
                </a:r>
                <a:endParaRPr b="1" sz="900">
                  <a:latin typeface="Inter"/>
                  <a:ea typeface="Inter"/>
                  <a:cs typeface="Inter"/>
                  <a:sym typeface="Inter"/>
                </a:endParaRPr>
              </a:p>
            </p:txBody>
          </p:sp>
        </p:grpSp>
        <p:sp>
          <p:nvSpPr>
            <p:cNvPr descr="plus_tip" id="558" name="Google Shape;558;p34"/>
            <p:cNvSpPr txBox="1"/>
            <p:nvPr/>
          </p:nvSpPr>
          <p:spPr>
            <a:xfrm>
              <a:off x="6922975" y="1784025"/>
              <a:ext cx="2057400" cy="7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Inter"/>
                  <a:ea typeface="Inter"/>
                  <a:cs typeface="Inter"/>
                  <a:sym typeface="Inter"/>
                </a:rPr>
                <a:t>Consider adding specific examples or testimonials from users of these apps to illustrate their effectiveness.</a:t>
              </a:r>
              <a:endParaRPr sz="800">
                <a:latin typeface="Inter"/>
                <a:ea typeface="Inter"/>
                <a:cs typeface="Inter"/>
                <a:sym typeface="Inter"/>
              </a:endParaRPr>
            </a:p>
          </p:txBody>
        </p:sp>
        <p:pic>
          <p:nvPicPr>
            <p:cNvPr id="559" name="Google Shape;559;p34"/>
            <p:cNvPicPr preferRelativeResize="0"/>
            <p:nvPr/>
          </p:nvPicPr>
          <p:blipFill>
            <a:blip r:embed="rId5">
              <a:alphaModFix/>
            </a:blip>
            <a:stretch>
              <a:fillRect/>
            </a:stretch>
          </p:blipFill>
          <p:spPr>
            <a:xfrm>
              <a:off x="7016628" y="1652466"/>
              <a:ext cx="164591" cy="164591"/>
            </a:xfrm>
            <a:prstGeom prst="rect">
              <a:avLst/>
            </a:prstGeom>
            <a:noFill/>
            <a:ln>
              <a:noFill/>
            </a:ln>
          </p:spPr>
        </p:pic>
      </p:grpSp>
      <p:pic>
        <p:nvPicPr>
          <p:cNvPr descr="logo" id="560" name="Google Shape;560;p34"/>
          <p:cNvPicPr preferRelativeResize="0"/>
          <p:nvPr/>
        </p:nvPicPr>
        <p:blipFill>
          <a:blip r:embed="rId6">
            <a:alphaModFix/>
          </a:blip>
          <a:stretch>
            <a:fillRect/>
          </a:stretch>
        </p:blipFill>
        <p:spPr>
          <a:xfrm>
            <a:off x="488050" y="4799275"/>
            <a:ext cx="1371600" cy="146304"/>
          </a:xfrm>
          <a:prstGeom prst="rect">
            <a:avLst/>
          </a:prstGeom>
          <a:noFill/>
          <a:ln>
            <a:noFill/>
          </a:ln>
        </p:spPr>
      </p:pic>
      <p:pic>
        <p:nvPicPr>
          <p:cNvPr descr="logo" id="561" name="Google Shape;561;p34"/>
          <p:cNvPicPr preferRelativeResize="0"/>
          <p:nvPr/>
        </p:nvPicPr>
        <p:blipFill>
          <a:blip r:embed="rId6">
            <a:alphaModFix/>
          </a:blip>
          <a:stretch>
            <a:fillRect/>
          </a:stretch>
        </p:blipFill>
        <p:spPr>
          <a:xfrm>
            <a:off x="488050" y="4799275"/>
            <a:ext cx="1371600" cy="14630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65" name="Shape 565"/>
        <p:cNvGrpSpPr/>
        <p:nvPr/>
      </p:nvGrpSpPr>
      <p:grpSpPr>
        <a:xfrm>
          <a:off x="0" y="0"/>
          <a:ext cx="0" cy="0"/>
          <a:chOff x="0" y="0"/>
          <a:chExt cx="0" cy="0"/>
        </a:xfrm>
      </p:grpSpPr>
      <p:pic>
        <p:nvPicPr>
          <p:cNvPr descr="logo" id="566" name="Google Shape;566;p35"/>
          <p:cNvPicPr preferRelativeResize="0"/>
          <p:nvPr/>
        </p:nvPicPr>
        <p:blipFill>
          <a:blip r:embed="rId3">
            <a:alphaModFix/>
          </a:blip>
          <a:stretch>
            <a:fillRect/>
          </a:stretch>
        </p:blipFill>
        <p:spPr>
          <a:xfrm>
            <a:off x="488050" y="4799275"/>
            <a:ext cx="1371600" cy="146304"/>
          </a:xfrm>
          <a:prstGeom prst="rect">
            <a:avLst/>
          </a:prstGeom>
          <a:noFill/>
          <a:ln>
            <a:noFill/>
          </a:ln>
        </p:spPr>
      </p:pic>
      <p:sp>
        <p:nvSpPr>
          <p:cNvPr id="567" name="Google Shape;567;p35"/>
          <p:cNvSpPr/>
          <p:nvPr/>
        </p:nvSpPr>
        <p:spPr>
          <a:xfrm>
            <a:off x="4567750" y="0"/>
            <a:ext cx="4576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anken Grotesk"/>
              <a:ea typeface="Hanken Grotesk"/>
              <a:cs typeface="Hanken Grotesk"/>
              <a:sym typeface="Hanken Grotesk"/>
            </a:endParaRPr>
          </a:p>
        </p:txBody>
      </p:sp>
      <p:sp>
        <p:nvSpPr>
          <p:cNvPr descr="detail_0" id="568" name="Google Shape;568;p35"/>
          <p:cNvSpPr txBox="1"/>
          <p:nvPr/>
        </p:nvSpPr>
        <p:spPr>
          <a:xfrm>
            <a:off x="4923175" y="347475"/>
            <a:ext cx="3808800" cy="44532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800"/>
              </a:spcAft>
              <a:buNone/>
            </a:pPr>
            <a:r>
              <a:rPr lang="en" sz="1200">
                <a:solidFill>
                  <a:schemeClr val="dk1"/>
                </a:solidFill>
                <a:latin typeface="Hanken Grotesk"/>
                <a:ea typeface="Hanken Grotesk"/>
                <a:cs typeface="Hanken Grotesk"/>
                <a:sym typeface="Hanken Grotesk"/>
              </a:rPr>
              <a:t>Incorporating interactive methodologies and technology into language teaching creates a vibrant and inclusive learning environment. These approaches enhance student engagement through games, songs, storytelling, and collaborative projects, making learning enjoyable and memorable. Furthermore, familiarizing teachers with digital tools and apps significantly enhances their ability to create interactive and personalized experiences, catering to different learning styles and ensuring every student can participate and thrive in their language journey.</a:t>
            </a:r>
            <a:endParaRPr sz="1200">
              <a:solidFill>
                <a:schemeClr val="dk1"/>
              </a:solidFill>
              <a:latin typeface="Hanken Grotesk"/>
              <a:ea typeface="Hanken Grotesk"/>
              <a:cs typeface="Hanken Grotesk"/>
              <a:sym typeface="Hanken Grotesk"/>
            </a:endParaRPr>
          </a:p>
        </p:txBody>
      </p:sp>
      <p:sp>
        <p:nvSpPr>
          <p:cNvPr descr="title" id="569" name="Google Shape;569;p35"/>
          <p:cNvSpPr txBox="1"/>
          <p:nvPr/>
        </p:nvSpPr>
        <p:spPr>
          <a:xfrm>
            <a:off x="411950" y="915900"/>
            <a:ext cx="3926700" cy="331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200">
                <a:solidFill>
                  <a:schemeClr val="dk1"/>
                </a:solidFill>
                <a:latin typeface="Hanken Grotesk"/>
                <a:ea typeface="Hanken Grotesk"/>
                <a:cs typeface="Hanken Grotesk"/>
                <a:sym typeface="Hanken Grotesk"/>
              </a:rPr>
              <a:t>Conclusion and Future Directions</a:t>
            </a:r>
            <a:endParaRPr b="1" sz="2200">
              <a:solidFill>
                <a:schemeClr val="dk1"/>
              </a:solidFill>
              <a:latin typeface="Hanken Grotesk"/>
              <a:ea typeface="Hanken Grotesk"/>
              <a:cs typeface="Hanken Grotesk"/>
              <a:sym typeface="Hanken Grotes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