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69"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9144000" cy="5143500"/>
  <p:notesSz cx="6858000" cy="9144000"/>
  <p:embeddedFontLst>
    <p:embeddedFont>
      <p:font typeface="Prata" panose="00000500000000000000"/>
      <p:regular r:id="rId22"/>
    </p:embeddedFont>
    <p:embeddedFont>
      <p:font typeface="Schibsted Grotesk"/>
      <p:regular r:id="rId23"/>
    </p:embeddedFont>
    <p:embeddedFont>
      <p:font typeface="Hanken Grotesk"/>
      <p:regular r:id="rId24"/>
    </p:embeddedFont>
    <p:embeddedFont>
      <p:font typeface="Helvetica Neue" panose="02000503000000020004"/>
      <p:regular r:id="rId25"/>
    </p:embeddedFont>
    <p:embeddedFont>
      <p:font typeface="Inter" panose="02000503000000020004"/>
      <p:regular r:id="rId26"/>
    </p:embeddedFont>
    <p:embeddedFont>
      <p:font typeface="Inter Medium"/>
      <p:regular r:id="rId27"/>
    </p:embeddedFont>
    <p:embeddedFont>
      <p:font typeface="Hanken Grotesk SemiBold"/>
      <p:regular r:id="rId28"/>
    </p:embeddedFont>
    <p:embeddedFont>
      <p:font typeface="Imbue"/>
      <p:regular r:id="rId29"/>
    </p:embeddedFont>
    <p:embeddedFont>
      <p:font typeface="Hanken Grotesk Medium"/>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font" Target="fonts/font9.fntdata"/><Relationship Id="rId3" Type="http://schemas.openxmlformats.org/officeDocument/2006/relationships/slideMaster" Target="slideMasters/slideMaster2.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SLIDES_API971694165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SLIDES_API971694165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1" name="Shape 371"/>
        <p:cNvGrpSpPr/>
        <p:nvPr/>
      </p:nvGrpSpPr>
      <p:grpSpPr>
        <a:xfrm>
          <a:off x="0" y="0"/>
          <a:ext cx="0" cy="0"/>
          <a:chOff x="0" y="0"/>
          <a:chExt cx="0" cy="0"/>
        </a:xfrm>
      </p:grpSpPr>
      <p:sp>
        <p:nvSpPr>
          <p:cNvPr id="372" name="Google Shape;372;SLIDES_API971694165_166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SLIDES_API971694165_16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SLIDES_API971694165_1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SLIDES_API971694165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SLIDES_API971694165_2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SLIDES_API971694165_2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SLIDES_API971694165_3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SLIDES_API971694165_3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SLIDES_API971694165_5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SLIDES_API971694165_5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2" name="Shape 242"/>
        <p:cNvGrpSpPr/>
        <p:nvPr/>
      </p:nvGrpSpPr>
      <p:grpSpPr>
        <a:xfrm>
          <a:off x="0" y="0"/>
          <a:ext cx="0" cy="0"/>
          <a:chOff x="0" y="0"/>
          <a:chExt cx="0" cy="0"/>
        </a:xfrm>
      </p:grpSpPr>
      <p:sp>
        <p:nvSpPr>
          <p:cNvPr id="243" name="Google Shape;243;SLIDES_API971694165_6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SLIDES_API971694165_6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SLIDES_API971694165_8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SLIDES_API971694165_8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 name="Shape 291"/>
        <p:cNvGrpSpPr/>
        <p:nvPr/>
      </p:nvGrpSpPr>
      <p:grpSpPr>
        <a:xfrm>
          <a:off x="0" y="0"/>
          <a:ext cx="0" cy="0"/>
          <a:chOff x="0" y="0"/>
          <a:chExt cx="0" cy="0"/>
        </a:xfrm>
      </p:grpSpPr>
      <p:sp>
        <p:nvSpPr>
          <p:cNvPr id="292" name="Google Shape;292;SLIDES_API971694165_9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SLIDES_API971694165_9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8" name="Shape 308"/>
        <p:cNvGrpSpPr/>
        <p:nvPr/>
      </p:nvGrpSpPr>
      <p:grpSpPr>
        <a:xfrm>
          <a:off x="0" y="0"/>
          <a:ext cx="0" cy="0"/>
          <a:chOff x="0" y="0"/>
          <a:chExt cx="0" cy="0"/>
        </a:xfrm>
      </p:grpSpPr>
      <p:sp>
        <p:nvSpPr>
          <p:cNvPr id="309" name="Google Shape;309;SLIDES_API971694165_11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SLIDES_API971694165_11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7" name="Shape 327"/>
        <p:cNvGrpSpPr/>
        <p:nvPr/>
      </p:nvGrpSpPr>
      <p:grpSpPr>
        <a:xfrm>
          <a:off x="0" y="0"/>
          <a:ext cx="0" cy="0"/>
          <a:chOff x="0" y="0"/>
          <a:chExt cx="0" cy="0"/>
        </a:xfrm>
      </p:grpSpPr>
      <p:sp>
        <p:nvSpPr>
          <p:cNvPr id="328" name="Google Shape;328;SLIDES_API971694165_12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SLIDES_API971694165_12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SLIDES_API971694165_13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SLIDES_API971694165_13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8" name="Shape 358"/>
        <p:cNvGrpSpPr/>
        <p:nvPr/>
      </p:nvGrpSpPr>
      <p:grpSpPr>
        <a:xfrm>
          <a:off x="0" y="0"/>
          <a:ext cx="0" cy="0"/>
          <a:chOff x="0" y="0"/>
          <a:chExt cx="0" cy="0"/>
        </a:xfrm>
      </p:grpSpPr>
      <p:sp>
        <p:nvSpPr>
          <p:cNvPr id="359" name="Google Shape;359;SLIDES_API971694165_15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SLIDES_API971694165_15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1" name="Shape 371"/>
        <p:cNvGrpSpPr/>
        <p:nvPr/>
      </p:nvGrpSpPr>
      <p:grpSpPr>
        <a:xfrm>
          <a:off x="0" y="0"/>
          <a:ext cx="0" cy="0"/>
          <a:chOff x="0" y="0"/>
          <a:chExt cx="0" cy="0"/>
        </a:xfrm>
      </p:grpSpPr>
      <p:sp>
        <p:nvSpPr>
          <p:cNvPr id="372" name="Google Shape;372;SLIDES_API971694165_166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SLIDES_API971694165_16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lt2"/>
        </a:solid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5200"/>
              <a:buNone/>
              <a:defRPr sz="5200">
                <a:solidFill>
                  <a:schemeClr val="dk1"/>
                </a:solidFill>
              </a:defRPr>
            </a:lvl1pPr>
            <a:lvl2pPr lvl="1">
              <a:lnSpc>
                <a:spcPct val="75000"/>
              </a:lnSpc>
              <a:spcBef>
                <a:spcPts val="0"/>
              </a:spcBef>
              <a:spcAft>
                <a:spcPts val="0"/>
              </a:spcAft>
              <a:buClr>
                <a:schemeClr val="dk1"/>
              </a:buClr>
              <a:buSzPts val="5200"/>
              <a:buNone/>
              <a:defRPr sz="5200">
                <a:solidFill>
                  <a:schemeClr val="dk1"/>
                </a:solidFill>
              </a:defRPr>
            </a:lvl2pPr>
            <a:lvl3pPr lvl="2">
              <a:lnSpc>
                <a:spcPct val="75000"/>
              </a:lnSpc>
              <a:spcBef>
                <a:spcPts val="0"/>
              </a:spcBef>
              <a:spcAft>
                <a:spcPts val="0"/>
              </a:spcAft>
              <a:buClr>
                <a:schemeClr val="dk1"/>
              </a:buClr>
              <a:buSzPts val="5200"/>
              <a:buNone/>
              <a:defRPr sz="5200">
                <a:solidFill>
                  <a:schemeClr val="dk1"/>
                </a:solidFill>
              </a:defRPr>
            </a:lvl3pPr>
            <a:lvl4pPr lvl="3">
              <a:lnSpc>
                <a:spcPct val="75000"/>
              </a:lnSpc>
              <a:spcBef>
                <a:spcPts val="0"/>
              </a:spcBef>
              <a:spcAft>
                <a:spcPts val="0"/>
              </a:spcAft>
              <a:buClr>
                <a:schemeClr val="dk1"/>
              </a:buClr>
              <a:buSzPts val="5200"/>
              <a:buNone/>
              <a:defRPr sz="5200">
                <a:solidFill>
                  <a:schemeClr val="dk1"/>
                </a:solidFill>
              </a:defRPr>
            </a:lvl4pPr>
            <a:lvl5pPr lvl="4">
              <a:lnSpc>
                <a:spcPct val="75000"/>
              </a:lnSpc>
              <a:spcBef>
                <a:spcPts val="0"/>
              </a:spcBef>
              <a:spcAft>
                <a:spcPts val="0"/>
              </a:spcAft>
              <a:buClr>
                <a:schemeClr val="dk1"/>
              </a:buClr>
              <a:buSzPts val="5200"/>
              <a:buNone/>
              <a:defRPr sz="5200">
                <a:solidFill>
                  <a:schemeClr val="dk1"/>
                </a:solidFill>
              </a:defRPr>
            </a:lvl5pPr>
            <a:lvl6pPr lvl="5">
              <a:lnSpc>
                <a:spcPct val="75000"/>
              </a:lnSpc>
              <a:spcBef>
                <a:spcPts val="0"/>
              </a:spcBef>
              <a:spcAft>
                <a:spcPts val="0"/>
              </a:spcAft>
              <a:buClr>
                <a:schemeClr val="dk1"/>
              </a:buClr>
              <a:buSzPts val="5200"/>
              <a:buNone/>
              <a:defRPr sz="5200">
                <a:solidFill>
                  <a:schemeClr val="dk1"/>
                </a:solidFill>
              </a:defRPr>
            </a:lvl6pPr>
            <a:lvl7pPr lvl="6">
              <a:lnSpc>
                <a:spcPct val="75000"/>
              </a:lnSpc>
              <a:spcBef>
                <a:spcPts val="0"/>
              </a:spcBef>
              <a:spcAft>
                <a:spcPts val="0"/>
              </a:spcAft>
              <a:buClr>
                <a:schemeClr val="dk1"/>
              </a:buClr>
              <a:buSzPts val="5200"/>
              <a:buNone/>
              <a:defRPr sz="5200">
                <a:solidFill>
                  <a:schemeClr val="dk1"/>
                </a:solidFill>
              </a:defRPr>
            </a:lvl7pPr>
            <a:lvl8pPr lvl="7">
              <a:lnSpc>
                <a:spcPct val="75000"/>
              </a:lnSpc>
              <a:spcBef>
                <a:spcPts val="0"/>
              </a:spcBef>
              <a:spcAft>
                <a:spcPts val="0"/>
              </a:spcAft>
              <a:buClr>
                <a:schemeClr val="dk1"/>
              </a:buClr>
              <a:buSzPts val="5200"/>
              <a:buNone/>
              <a:defRPr sz="5200">
                <a:solidFill>
                  <a:schemeClr val="dk1"/>
                </a:solidFill>
              </a:defRPr>
            </a:lvl8pPr>
            <a:lvl9pPr lvl="8">
              <a:lnSpc>
                <a:spcPct val="75000"/>
              </a:lnSpc>
              <a:spcBef>
                <a:spcPts val="0"/>
              </a:spcBef>
              <a:spcAft>
                <a:spcPts val="0"/>
              </a:spcAft>
              <a:buClr>
                <a:schemeClr val="dk1"/>
              </a:buClr>
              <a:buSzPts val="5200"/>
              <a:buNone/>
              <a:defRPr sz="5200">
                <a:solidFill>
                  <a:schemeClr val="dk1"/>
                </a:solidFill>
              </a:defRPr>
            </a:lvl9pPr>
          </a:lstStyle>
          <a:p/>
        </p:txBody>
      </p:sp>
      <p:sp>
        <p:nvSpPr>
          <p:cNvPr id="56" name="Google Shape;56;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57" name="Google Shape;57;p14"/>
          <p:cNvSpPr txBox="1"/>
          <p:nvPr>
            <p:ph type="subTitle" idx="1"/>
          </p:nvPr>
        </p:nvSpPr>
        <p:spPr>
          <a:xfrm>
            <a:off x="914400" y="3278275"/>
            <a:ext cx="4680900" cy="451800"/>
          </a:xfrm>
          <a:prstGeom prst="rect">
            <a:avLst/>
          </a:prstGeom>
        </p:spPr>
        <p:txBody>
          <a:bodyPr spcFirstLastPara="1" wrap="square" lIns="0"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Clr>
                <a:schemeClr val="dk1"/>
              </a:buClr>
              <a:buSzPts val="1800"/>
              <a:buNone/>
              <a:defRPr sz="1800"/>
            </a:lvl3pPr>
            <a:lvl4pPr lvl="3">
              <a:lnSpc>
                <a:spcPct val="100000"/>
              </a:lnSpc>
              <a:spcBef>
                <a:spcPts val="0"/>
              </a:spcBef>
              <a:spcAft>
                <a:spcPts val="0"/>
              </a:spcAft>
              <a:buClr>
                <a:schemeClr val="dk1"/>
              </a:buClr>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 name="Google Shape;58;p14"/>
          <p:cNvSpPr txBox="1"/>
          <p:nvPr>
            <p:ph type="subTitle" idx="2"/>
          </p:nvPr>
        </p:nvSpPr>
        <p:spPr>
          <a:xfrm>
            <a:off x="914400" y="4120200"/>
            <a:ext cx="17271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900"/>
              <a:buFont typeface="Hanken Grotesk"/>
              <a:buNone/>
              <a:defRPr sz="900">
                <a:latin typeface="Hanken Grotesk"/>
                <a:ea typeface="Hanken Grotesk"/>
                <a:cs typeface="Hanken Grotesk"/>
                <a:sym typeface="Hanken Grotesk"/>
              </a:defRPr>
            </a:lvl1pPr>
            <a:lvl2pPr lvl="1">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2pPr>
            <a:lvl3pPr lvl="2">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3pPr>
            <a:lvl4pPr lvl="3">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4pPr>
            <a:lvl5pPr lvl="4">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5pPr>
            <a:lvl6pPr lvl="5">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6pPr>
            <a:lvl7pPr lvl="6">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7pPr>
            <a:lvl8pPr lvl="7">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8pPr>
            <a:lvl9pPr lvl="8">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64" name="Google Shape;64;p1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6"/>
          <p:cNvSpPr txBox="1"/>
          <p:nvPr>
            <p:ph type="body" idx="2"/>
          </p:nvPr>
        </p:nvSpPr>
        <p:spPr>
          <a:xfrm>
            <a:off x="4576800" y="1933000"/>
            <a:ext cx="3895500" cy="2636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Helvetica Neue" panose="02000503000000020004"/>
              <a:buChar char="•"/>
              <a:defRPr/>
            </a:lvl1pPr>
            <a:lvl2pPr marL="914400" lvl="1" indent="-317500">
              <a:spcBef>
                <a:spcPts val="2000"/>
              </a:spcBef>
              <a:spcAft>
                <a:spcPts val="0"/>
              </a:spcAft>
              <a:buSzPts val="1400"/>
              <a:buChar char="•"/>
              <a:defRPr/>
            </a:lvl2pPr>
            <a:lvl3pPr marL="1371600" lvl="2" indent="-317500">
              <a:spcBef>
                <a:spcPts val="2000"/>
              </a:spcBef>
              <a:spcAft>
                <a:spcPts val="0"/>
              </a:spcAft>
              <a:buSzPts val="1400"/>
              <a:buChar char="•"/>
              <a:defRPr/>
            </a:lvl3pPr>
            <a:lvl4pPr marL="1828800" lvl="3" indent="-317500">
              <a:spcBef>
                <a:spcPts val="2000"/>
              </a:spcBef>
              <a:spcAft>
                <a:spcPts val="0"/>
              </a:spcAft>
              <a:buSzPts val="1400"/>
              <a:buChar char="•"/>
              <a:defRPr/>
            </a:lvl4pPr>
            <a:lvl5pPr marL="2286000" lvl="4" indent="-317500">
              <a:spcBef>
                <a:spcPts val="2000"/>
              </a:spcBef>
              <a:spcAft>
                <a:spcPts val="0"/>
              </a:spcAft>
              <a:buSzPts val="1400"/>
              <a:buChar char="•"/>
              <a:defRPr/>
            </a:lvl5pPr>
            <a:lvl6pPr marL="2743200" lvl="5" indent="-317500">
              <a:spcBef>
                <a:spcPts val="2000"/>
              </a:spcBef>
              <a:spcAft>
                <a:spcPts val="0"/>
              </a:spcAft>
              <a:buSzPts val="1400"/>
              <a:buChar char="•"/>
              <a:defRPr/>
            </a:lvl6pPr>
            <a:lvl7pPr marL="3200400" lvl="6" indent="-317500">
              <a:spcBef>
                <a:spcPts val="2000"/>
              </a:spcBef>
              <a:spcAft>
                <a:spcPts val="0"/>
              </a:spcAft>
              <a:buSzPts val="1400"/>
              <a:buChar char="•"/>
              <a:defRPr/>
            </a:lvl7pPr>
            <a:lvl8pPr marL="3657600" lvl="7" indent="-317500">
              <a:spcBef>
                <a:spcPts val="2000"/>
              </a:spcBef>
              <a:spcAft>
                <a:spcPts val="0"/>
              </a:spcAft>
              <a:buSzPts val="1400"/>
              <a:buChar char="•"/>
              <a:defRPr/>
            </a:lvl8pPr>
            <a:lvl9pPr marL="4114800" lvl="8" indent="-317500">
              <a:spcBef>
                <a:spcPts val="2000"/>
              </a:spcBef>
              <a:spcAft>
                <a:spcPts val="2000"/>
              </a:spcAft>
              <a:buSzPts val="1400"/>
              <a:buChar char="•"/>
              <a:defRPr/>
            </a:lvl9pPr>
          </a:lstStyle>
          <a:p/>
        </p:txBody>
      </p:sp>
      <p:sp>
        <p:nvSpPr>
          <p:cNvPr id="66" name="Google Shape;66;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
        <p:nvSpPr>
          <p:cNvPr id="67" name="Google Shape;67;p16"/>
          <p:cNvSpPr txBox="1"/>
          <p:nvPr>
            <p:ph type="subTitle" idx="3"/>
          </p:nvPr>
        </p:nvSpPr>
        <p:spPr>
          <a:xfrm>
            <a:off x="457200" y="1025275"/>
            <a:ext cx="1824900" cy="217200"/>
          </a:xfrm>
          <a:prstGeom prst="rect">
            <a:avLst/>
          </a:prstGeom>
        </p:spPr>
        <p:txBody>
          <a:bodyPr spcFirstLastPara="1" wrap="square" lIns="0" tIns="0" rIns="0" bIns="0" anchor="b"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type="subTitle" idx="4"/>
          </p:nvPr>
        </p:nvSpPr>
        <p:spPr>
          <a:xfrm>
            <a:off x="4576800" y="1025275"/>
            <a:ext cx="1824900" cy="217200"/>
          </a:xfrm>
          <a:prstGeom prst="rect">
            <a:avLst/>
          </a:prstGeom>
        </p:spPr>
        <p:txBody>
          <a:bodyPr spcFirstLastPara="1" wrap="square" lIns="0" tIns="0" rIns="0" bIns="0" anchor="b"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6"/>
          <p:cNvSpPr txBox="1"/>
          <p:nvPr>
            <p:ph type="title" idx="5"/>
          </p:nvPr>
        </p:nvSpPr>
        <p:spPr>
          <a:xfrm>
            <a:off x="457200" y="1301400"/>
            <a:ext cx="30936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70" name="Shape 70"/>
        <p:cNvGrpSpPr/>
        <p:nvPr/>
      </p:nvGrpSpPr>
      <p:grpSpPr>
        <a:xfrm>
          <a:off x="0" y="0"/>
          <a:ext cx="0" cy="0"/>
          <a:chOff x="0" y="0"/>
          <a:chExt cx="0" cy="0"/>
        </a:xfrm>
      </p:grpSpPr>
      <p:sp>
        <p:nvSpPr>
          <p:cNvPr id="71" name="Google Shape;71;p17"/>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7"/>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73" name="Google Shape;73;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74" name="Shape 74"/>
        <p:cNvGrpSpPr/>
        <p:nvPr/>
      </p:nvGrpSpPr>
      <p:grpSpPr>
        <a:xfrm>
          <a:off x="0" y="0"/>
          <a:ext cx="0" cy="0"/>
          <a:chOff x="0" y="0"/>
          <a:chExt cx="0" cy="0"/>
        </a:xfrm>
      </p:grpSpPr>
      <p:sp>
        <p:nvSpPr>
          <p:cNvPr id="75" name="Google Shape;75;p18"/>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76" name="Google Shape;76;p18"/>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7" name="Google Shape;77;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8" name="Google Shape;78;p18"/>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9" name="Shape 79"/>
        <p:cNvGrpSpPr/>
        <p:nvPr/>
      </p:nvGrpSpPr>
      <p:grpSpPr>
        <a:xfrm>
          <a:off x="0" y="0"/>
          <a:ext cx="0" cy="0"/>
          <a:chOff x="0" y="0"/>
          <a:chExt cx="0" cy="0"/>
        </a:xfrm>
      </p:grpSpPr>
      <p:sp>
        <p:nvSpPr>
          <p:cNvPr id="80" name="Google Shape;80;p19"/>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81" name="Google Shape;81;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2" name="Google Shape;82;p19"/>
          <p:cNvSpPr/>
          <p:nvPr>
            <p:ph type="pic" idx="2"/>
          </p:nvPr>
        </p:nvSpPr>
        <p:spPr>
          <a:xfrm>
            <a:off x="6173525" y="-13300"/>
            <a:ext cx="2970600" cy="5156700"/>
          </a:xfrm>
          <a:prstGeom prst="rect">
            <a:avLst/>
          </a:prstGeom>
          <a:noFill/>
          <a:ln>
            <a:noFill/>
          </a:ln>
        </p:spPr>
      </p:sp>
      <p:sp>
        <p:nvSpPr>
          <p:cNvPr id="83" name="Google Shape;83;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84" name="Shape 84"/>
        <p:cNvGrpSpPr/>
        <p:nvPr/>
      </p:nvGrpSpPr>
      <p:grpSpPr>
        <a:xfrm>
          <a:off x="0" y="0"/>
          <a:ext cx="0" cy="0"/>
          <a:chOff x="0" y="0"/>
          <a:chExt cx="0" cy="0"/>
        </a:xfrm>
      </p:grpSpPr>
      <p:sp>
        <p:nvSpPr>
          <p:cNvPr id="85" name="Google Shape;85;p20"/>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6" name="Google Shape;86;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7" name="Google Shape;87;p2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 name="Google Shape;88;p20"/>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9" name="Google Shape;89;p20"/>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90" name="Google Shape;90;p20"/>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1" name="Google Shape;91;p20"/>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2" name="Google Shape;92;p20"/>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lt2"/>
        </a:solidFill>
        <a:effectLst/>
      </p:bgPr>
    </p:bg>
    <p:spTree>
      <p:nvGrpSpPr>
        <p:cNvPr id="93" name="Shape 93"/>
        <p:cNvGrpSpPr/>
        <p:nvPr/>
      </p:nvGrpSpPr>
      <p:grpSpPr>
        <a:xfrm>
          <a:off x="0" y="0"/>
          <a:ext cx="0" cy="0"/>
          <a:chOff x="0" y="0"/>
          <a:chExt cx="0" cy="0"/>
        </a:xfrm>
      </p:grpSpPr>
      <p:sp>
        <p:nvSpPr>
          <p:cNvPr id="94" name="Google Shape;94;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95" name="Google Shape;95;p21"/>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2200"/>
              <a:buNone/>
              <a:defRPr sz="2200">
                <a:solidFill>
                  <a:schemeClr val="dk1"/>
                </a:solidFill>
              </a:defRPr>
            </a:lvl1pPr>
            <a:lvl2pPr lvl="1">
              <a:lnSpc>
                <a:spcPct val="75000"/>
              </a:lnSpc>
              <a:spcBef>
                <a:spcPts val="0"/>
              </a:spcBef>
              <a:spcAft>
                <a:spcPts val="0"/>
              </a:spcAft>
              <a:buClr>
                <a:schemeClr val="dk1"/>
              </a:buClr>
              <a:buSzPts val="2200"/>
              <a:buNone/>
              <a:defRPr sz="2200">
                <a:solidFill>
                  <a:schemeClr val="dk1"/>
                </a:solidFill>
              </a:defRPr>
            </a:lvl2pPr>
            <a:lvl3pPr lvl="2">
              <a:lnSpc>
                <a:spcPct val="75000"/>
              </a:lnSpc>
              <a:spcBef>
                <a:spcPts val="0"/>
              </a:spcBef>
              <a:spcAft>
                <a:spcPts val="0"/>
              </a:spcAft>
              <a:buClr>
                <a:schemeClr val="dk1"/>
              </a:buClr>
              <a:buSzPts val="2200"/>
              <a:buNone/>
              <a:defRPr sz="2200">
                <a:solidFill>
                  <a:schemeClr val="dk1"/>
                </a:solidFill>
              </a:defRPr>
            </a:lvl3pPr>
            <a:lvl4pPr lvl="3">
              <a:lnSpc>
                <a:spcPct val="75000"/>
              </a:lnSpc>
              <a:spcBef>
                <a:spcPts val="0"/>
              </a:spcBef>
              <a:spcAft>
                <a:spcPts val="0"/>
              </a:spcAft>
              <a:buClr>
                <a:schemeClr val="dk1"/>
              </a:buClr>
              <a:buSzPts val="2200"/>
              <a:buNone/>
              <a:defRPr sz="2200">
                <a:solidFill>
                  <a:schemeClr val="dk1"/>
                </a:solidFill>
              </a:defRPr>
            </a:lvl4pPr>
            <a:lvl5pPr lvl="4">
              <a:lnSpc>
                <a:spcPct val="75000"/>
              </a:lnSpc>
              <a:spcBef>
                <a:spcPts val="0"/>
              </a:spcBef>
              <a:spcAft>
                <a:spcPts val="0"/>
              </a:spcAft>
              <a:buClr>
                <a:schemeClr val="dk1"/>
              </a:buClr>
              <a:buSzPts val="2200"/>
              <a:buNone/>
              <a:defRPr sz="2200">
                <a:solidFill>
                  <a:schemeClr val="dk1"/>
                </a:solidFill>
              </a:defRPr>
            </a:lvl5pPr>
            <a:lvl6pPr lvl="5">
              <a:lnSpc>
                <a:spcPct val="75000"/>
              </a:lnSpc>
              <a:spcBef>
                <a:spcPts val="0"/>
              </a:spcBef>
              <a:spcAft>
                <a:spcPts val="0"/>
              </a:spcAft>
              <a:buClr>
                <a:schemeClr val="dk1"/>
              </a:buClr>
              <a:buSzPts val="2200"/>
              <a:buNone/>
              <a:defRPr sz="2200">
                <a:solidFill>
                  <a:schemeClr val="dk1"/>
                </a:solidFill>
              </a:defRPr>
            </a:lvl6pPr>
            <a:lvl7pPr lvl="6">
              <a:lnSpc>
                <a:spcPct val="75000"/>
              </a:lnSpc>
              <a:spcBef>
                <a:spcPts val="0"/>
              </a:spcBef>
              <a:spcAft>
                <a:spcPts val="0"/>
              </a:spcAft>
              <a:buClr>
                <a:schemeClr val="dk1"/>
              </a:buClr>
              <a:buSzPts val="2200"/>
              <a:buNone/>
              <a:defRPr sz="2200">
                <a:solidFill>
                  <a:schemeClr val="dk1"/>
                </a:solidFill>
              </a:defRPr>
            </a:lvl7pPr>
            <a:lvl8pPr lvl="7">
              <a:lnSpc>
                <a:spcPct val="75000"/>
              </a:lnSpc>
              <a:spcBef>
                <a:spcPts val="0"/>
              </a:spcBef>
              <a:spcAft>
                <a:spcPts val="0"/>
              </a:spcAft>
              <a:buClr>
                <a:schemeClr val="dk1"/>
              </a:buClr>
              <a:buSzPts val="2200"/>
              <a:buNone/>
              <a:defRPr sz="2200">
                <a:solidFill>
                  <a:schemeClr val="dk1"/>
                </a:solidFill>
              </a:defRPr>
            </a:lvl8pPr>
            <a:lvl9pPr lvl="8">
              <a:lnSpc>
                <a:spcPct val="75000"/>
              </a:lnSpc>
              <a:spcBef>
                <a:spcPts val="0"/>
              </a:spcBef>
              <a:spcAft>
                <a:spcPts val="0"/>
              </a:spcAft>
              <a:buClr>
                <a:schemeClr val="dk1"/>
              </a:buClr>
              <a:buSzPts val="2200"/>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6" name="Shape 96"/>
        <p:cNvGrpSpPr/>
        <p:nvPr/>
      </p:nvGrpSpPr>
      <p:grpSpPr>
        <a:xfrm>
          <a:off x="0" y="0"/>
          <a:ext cx="0" cy="0"/>
          <a:chOff x="0" y="0"/>
          <a:chExt cx="0" cy="0"/>
        </a:xfrm>
      </p:grpSpPr>
      <p:sp>
        <p:nvSpPr>
          <p:cNvPr id="97" name="Google Shape;97;p22"/>
          <p:cNvSpPr txBox="1"/>
          <p:nvPr>
            <p:ph type="body" idx="1"/>
          </p:nvPr>
        </p:nvSpPr>
        <p:spPr>
          <a:xfrm>
            <a:off x="457200" y="1330925"/>
            <a:ext cx="3658800" cy="3237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8" name="Google Shape;98;p22"/>
          <p:cNvSpPr txBox="1"/>
          <p:nvPr>
            <p:ph type="body" idx="2"/>
          </p:nvPr>
        </p:nvSpPr>
        <p:spPr>
          <a:xfrm>
            <a:off x="5023050" y="1330913"/>
            <a:ext cx="3658800" cy="3237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9" name="Google Shape;99;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00" name="Google Shape;100;p22"/>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101" name="Google Shape;101;p22"/>
          <p:cNvSpPr txBox="1"/>
          <p:nvPr>
            <p:ph type="subTitle" idx="3"/>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txBox="1"/>
          <p:nvPr>
            <p:ph type="subTitle" idx="4"/>
          </p:nvPr>
        </p:nvSpPr>
        <p:spPr>
          <a:xfrm>
            <a:off x="457200" y="962775"/>
            <a:ext cx="36588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03" name="Google Shape;103;p22"/>
          <p:cNvSpPr txBox="1"/>
          <p:nvPr>
            <p:ph type="subTitle" idx="5"/>
          </p:nvPr>
        </p:nvSpPr>
        <p:spPr>
          <a:xfrm>
            <a:off x="5023050" y="962775"/>
            <a:ext cx="32172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04" name="Shape 104"/>
        <p:cNvGrpSpPr/>
        <p:nvPr/>
      </p:nvGrpSpPr>
      <p:grpSpPr>
        <a:xfrm>
          <a:off x="0" y="0"/>
          <a:ext cx="0" cy="0"/>
          <a:chOff x="0" y="0"/>
          <a:chExt cx="0" cy="0"/>
        </a:xfrm>
      </p:grpSpPr>
      <p:sp>
        <p:nvSpPr>
          <p:cNvPr id="105" name="Google Shape;105;p23"/>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06" name="Google Shape;106;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07" name="Shape 107"/>
        <p:cNvGrpSpPr/>
        <p:nvPr/>
      </p:nvGrpSpPr>
      <p:grpSpPr>
        <a:xfrm>
          <a:off x="0" y="0"/>
          <a:ext cx="0" cy="0"/>
          <a:chOff x="0" y="0"/>
          <a:chExt cx="0" cy="0"/>
        </a:xfrm>
      </p:grpSpPr>
      <p:sp>
        <p:nvSpPr>
          <p:cNvPr id="108" name="Google Shape;108;p24"/>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9" name="Google Shape;109;p24"/>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10" name="Google Shape;110;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11" name="Shape 111"/>
        <p:cNvGrpSpPr/>
        <p:nvPr/>
      </p:nvGrpSpPr>
      <p:grpSpPr>
        <a:xfrm>
          <a:off x="0" y="0"/>
          <a:ext cx="0" cy="0"/>
          <a:chOff x="0" y="0"/>
          <a:chExt cx="0" cy="0"/>
        </a:xfrm>
      </p:grpSpPr>
      <p:sp>
        <p:nvSpPr>
          <p:cNvPr id="112" name="Google Shape;112;p25"/>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3" name="Google Shape;113;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14" name="Shape 114"/>
        <p:cNvGrpSpPr/>
        <p:nvPr/>
      </p:nvGrpSpPr>
      <p:grpSpPr>
        <a:xfrm>
          <a:off x="0" y="0"/>
          <a:ext cx="0" cy="0"/>
          <a:chOff x="0" y="0"/>
          <a:chExt cx="0" cy="0"/>
        </a:xfrm>
      </p:grpSpPr>
      <p:sp>
        <p:nvSpPr>
          <p:cNvPr id="115" name="Google Shape;115;p26"/>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16" name="Google Shape;116;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17" name="Google Shape;117;p26"/>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p2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27"/>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1" name="Google Shape;121;p27"/>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27"/>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23" name="Google Shape;123;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24" name="Shape 124"/>
        <p:cNvGrpSpPr/>
        <p:nvPr/>
      </p:nvGrpSpPr>
      <p:grpSpPr>
        <a:xfrm>
          <a:off x="0" y="0"/>
          <a:ext cx="0" cy="0"/>
          <a:chOff x="0" y="0"/>
          <a:chExt cx="0" cy="0"/>
        </a:xfrm>
      </p:grpSpPr>
      <p:sp>
        <p:nvSpPr>
          <p:cNvPr id="125" name="Google Shape;125;p28"/>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26" name="Google Shape;126;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27" name="Shape 127"/>
        <p:cNvGrpSpPr/>
        <p:nvPr/>
      </p:nvGrpSpPr>
      <p:grpSpPr>
        <a:xfrm>
          <a:off x="0" y="0"/>
          <a:ext cx="0" cy="0"/>
          <a:chOff x="0" y="0"/>
          <a:chExt cx="0" cy="0"/>
        </a:xfrm>
      </p:grpSpPr>
      <p:sp>
        <p:nvSpPr>
          <p:cNvPr id="128" name="Google Shape;128;p29"/>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9" name="Google Shape;129;p29"/>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30" name="Google Shape;130;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31" name="Shape 131"/>
        <p:cNvGrpSpPr/>
        <p:nvPr/>
      </p:nvGrpSpPr>
      <p:grpSpPr>
        <a:xfrm>
          <a:off x="0" y="0"/>
          <a:ext cx="0" cy="0"/>
          <a:chOff x="0" y="0"/>
          <a:chExt cx="0" cy="0"/>
        </a:xfrm>
      </p:grpSpPr>
      <p:sp>
        <p:nvSpPr>
          <p:cNvPr id="132" name="Google Shape;132;p3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33" name="Shape 133"/>
        <p:cNvGrpSpPr/>
        <p:nvPr/>
      </p:nvGrpSpPr>
      <p:grpSpPr>
        <a:xfrm>
          <a:off x="0" y="0"/>
          <a:ext cx="0" cy="0"/>
          <a:chOff x="0" y="0"/>
          <a:chExt cx="0" cy="0"/>
        </a:xfrm>
      </p:grpSpPr>
      <p:sp>
        <p:nvSpPr>
          <p:cNvPr id="134" name="Google Shape;134;p31"/>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35" name="Google Shape;135;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36" name="Shape 136"/>
        <p:cNvGrpSpPr/>
        <p:nvPr/>
      </p:nvGrpSpPr>
      <p:grpSpPr>
        <a:xfrm>
          <a:off x="0" y="0"/>
          <a:ext cx="0" cy="0"/>
          <a:chOff x="0" y="0"/>
          <a:chExt cx="0" cy="0"/>
        </a:xfrm>
      </p:grpSpPr>
      <p:sp>
        <p:nvSpPr>
          <p:cNvPr id="137" name="Google Shape;137;p32"/>
          <p:cNvSpPr txBox="1"/>
          <p:nvPr>
            <p:ph type="ctrTitle"/>
          </p:nvPr>
        </p:nvSpPr>
        <p:spPr>
          <a:xfrm>
            <a:off x="311708" y="744575"/>
            <a:ext cx="8520600" cy="2052600"/>
          </a:xfrm>
          <a:prstGeom prst="rect">
            <a:avLst/>
          </a:prstGeom>
        </p:spPr>
        <p:txBody>
          <a:bodyPr spcFirstLastPara="1" wrap="square" lIns="0" tIns="91425" rIns="0"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8" name="Google Shape;138;p3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9" name="Google Shape;139;p3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Graphic Sans 1">
  <p:cSld name="TITLE_2">
    <p:bg>
      <p:bgPr>
        <a:solidFill>
          <a:schemeClr val="lt1"/>
        </a:solidFill>
        <a:effectLst/>
      </p:bgPr>
    </p:bg>
    <p:spTree>
      <p:nvGrpSpPr>
        <p:cNvPr id="140" name="Shape 140"/>
        <p:cNvGrpSpPr/>
        <p:nvPr/>
      </p:nvGrpSpPr>
      <p:grpSpPr>
        <a:xfrm>
          <a:off x="0" y="0"/>
          <a:ext cx="0" cy="0"/>
          <a:chOff x="0" y="0"/>
          <a:chExt cx="0" cy="0"/>
        </a:xfrm>
      </p:grpSpPr>
      <p:sp>
        <p:nvSpPr>
          <p:cNvPr id="141" name="Google Shape;141;p33"/>
          <p:cNvSpPr txBox="1"/>
          <p:nvPr>
            <p:ph type="ctrTitle"/>
          </p:nvPr>
        </p:nvSpPr>
        <p:spPr>
          <a:xfrm>
            <a:off x="2289975" y="1545525"/>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5"/>
              </a:buClr>
              <a:buSzPts val="6800"/>
              <a:buNone/>
              <a:defRPr sz="6800">
                <a:solidFill>
                  <a:schemeClr val="accent5"/>
                </a:solidFill>
              </a:defRPr>
            </a:lvl1pPr>
            <a:lvl2pPr lvl="1">
              <a:lnSpc>
                <a:spcPct val="75000"/>
              </a:lnSpc>
              <a:spcBef>
                <a:spcPts val="0"/>
              </a:spcBef>
              <a:spcAft>
                <a:spcPts val="0"/>
              </a:spcAft>
              <a:buClr>
                <a:schemeClr val="accent5"/>
              </a:buClr>
              <a:buSzPts val="6800"/>
              <a:buNone/>
              <a:defRPr sz="6800">
                <a:solidFill>
                  <a:schemeClr val="accent5"/>
                </a:solidFill>
              </a:defRPr>
            </a:lvl2pPr>
            <a:lvl3pPr lvl="2">
              <a:lnSpc>
                <a:spcPct val="75000"/>
              </a:lnSpc>
              <a:spcBef>
                <a:spcPts val="0"/>
              </a:spcBef>
              <a:spcAft>
                <a:spcPts val="0"/>
              </a:spcAft>
              <a:buClr>
                <a:schemeClr val="accent5"/>
              </a:buClr>
              <a:buSzPts val="6800"/>
              <a:buNone/>
              <a:defRPr sz="6800">
                <a:solidFill>
                  <a:schemeClr val="accent5"/>
                </a:solidFill>
              </a:defRPr>
            </a:lvl3pPr>
            <a:lvl4pPr lvl="3">
              <a:lnSpc>
                <a:spcPct val="75000"/>
              </a:lnSpc>
              <a:spcBef>
                <a:spcPts val="0"/>
              </a:spcBef>
              <a:spcAft>
                <a:spcPts val="0"/>
              </a:spcAft>
              <a:buClr>
                <a:schemeClr val="accent5"/>
              </a:buClr>
              <a:buSzPts val="6800"/>
              <a:buNone/>
              <a:defRPr sz="6800">
                <a:solidFill>
                  <a:schemeClr val="accent5"/>
                </a:solidFill>
              </a:defRPr>
            </a:lvl4pPr>
            <a:lvl5pPr lvl="4">
              <a:lnSpc>
                <a:spcPct val="75000"/>
              </a:lnSpc>
              <a:spcBef>
                <a:spcPts val="0"/>
              </a:spcBef>
              <a:spcAft>
                <a:spcPts val="0"/>
              </a:spcAft>
              <a:buClr>
                <a:schemeClr val="accent5"/>
              </a:buClr>
              <a:buSzPts val="6800"/>
              <a:buNone/>
              <a:defRPr sz="6800">
                <a:solidFill>
                  <a:schemeClr val="accent5"/>
                </a:solidFill>
              </a:defRPr>
            </a:lvl5pPr>
            <a:lvl6pPr lvl="5">
              <a:lnSpc>
                <a:spcPct val="75000"/>
              </a:lnSpc>
              <a:spcBef>
                <a:spcPts val="0"/>
              </a:spcBef>
              <a:spcAft>
                <a:spcPts val="0"/>
              </a:spcAft>
              <a:buClr>
                <a:schemeClr val="accent5"/>
              </a:buClr>
              <a:buSzPts val="6800"/>
              <a:buNone/>
              <a:defRPr sz="6800">
                <a:solidFill>
                  <a:schemeClr val="accent5"/>
                </a:solidFill>
              </a:defRPr>
            </a:lvl6pPr>
            <a:lvl7pPr lvl="6">
              <a:lnSpc>
                <a:spcPct val="75000"/>
              </a:lnSpc>
              <a:spcBef>
                <a:spcPts val="0"/>
              </a:spcBef>
              <a:spcAft>
                <a:spcPts val="0"/>
              </a:spcAft>
              <a:buClr>
                <a:schemeClr val="accent5"/>
              </a:buClr>
              <a:buSzPts val="6800"/>
              <a:buNone/>
              <a:defRPr sz="6800">
                <a:solidFill>
                  <a:schemeClr val="accent5"/>
                </a:solidFill>
              </a:defRPr>
            </a:lvl7pPr>
            <a:lvl8pPr lvl="7">
              <a:lnSpc>
                <a:spcPct val="75000"/>
              </a:lnSpc>
              <a:spcBef>
                <a:spcPts val="0"/>
              </a:spcBef>
              <a:spcAft>
                <a:spcPts val="0"/>
              </a:spcAft>
              <a:buClr>
                <a:schemeClr val="accent5"/>
              </a:buClr>
              <a:buSzPts val="6800"/>
              <a:buNone/>
              <a:defRPr sz="6800">
                <a:solidFill>
                  <a:schemeClr val="accent5"/>
                </a:solidFill>
              </a:defRPr>
            </a:lvl8pPr>
            <a:lvl9pPr lvl="8">
              <a:lnSpc>
                <a:spcPct val="75000"/>
              </a:lnSpc>
              <a:spcBef>
                <a:spcPts val="0"/>
              </a:spcBef>
              <a:spcAft>
                <a:spcPts val="0"/>
              </a:spcAft>
              <a:buClr>
                <a:schemeClr val="accent5"/>
              </a:buClr>
              <a:buSzPts val="6800"/>
              <a:buNone/>
              <a:defRPr sz="6800">
                <a:solidFill>
                  <a:schemeClr val="accent5"/>
                </a:solidFill>
              </a:defRPr>
            </a:lvl9pPr>
          </a:lstStyle>
          <a:p/>
        </p:txBody>
      </p:sp>
      <p:sp>
        <p:nvSpPr>
          <p:cNvPr id="142" name="Google Shape;142;p33"/>
          <p:cNvSpPr txBox="1"/>
          <p:nvPr>
            <p:ph type="subTitle" idx="1"/>
          </p:nvPr>
        </p:nvSpPr>
        <p:spPr>
          <a:xfrm>
            <a:off x="2289975" y="4120200"/>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3" name="Google Shape;143;p3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44" name="Google Shape;144;p33"/>
          <p:cNvSpPr txBox="1"/>
          <p:nvPr>
            <p:ph type="subTitle" idx="2"/>
          </p:nvPr>
        </p:nvSpPr>
        <p:spPr>
          <a:xfrm>
            <a:off x="2289975" y="3502200"/>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Graphic Sans 2">
  <p:cSld name="TITLE_3">
    <p:bg>
      <p:bgPr>
        <a:solidFill>
          <a:schemeClr val="dk1"/>
        </a:solidFill>
        <a:effectLst/>
      </p:bgPr>
    </p:bg>
    <p:spTree>
      <p:nvGrpSpPr>
        <p:cNvPr id="145" name="Shape 145"/>
        <p:cNvGrpSpPr/>
        <p:nvPr/>
      </p:nvGrpSpPr>
      <p:grpSpPr>
        <a:xfrm>
          <a:off x="0" y="0"/>
          <a:ext cx="0" cy="0"/>
          <a:chOff x="0" y="0"/>
          <a:chExt cx="0" cy="0"/>
        </a:xfrm>
      </p:grpSpPr>
      <p:sp>
        <p:nvSpPr>
          <p:cNvPr id="146" name="Google Shape;146;p34"/>
          <p:cNvSpPr txBox="1"/>
          <p:nvPr>
            <p:ph type="ctrTitle"/>
          </p:nvPr>
        </p:nvSpPr>
        <p:spPr>
          <a:xfrm>
            <a:off x="914400" y="1545450"/>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6"/>
              </a:buClr>
              <a:buSzPts val="5200"/>
              <a:buNone/>
              <a:defRPr sz="5200">
                <a:solidFill>
                  <a:schemeClr val="accent6"/>
                </a:solidFill>
              </a:defRPr>
            </a:lvl1pPr>
            <a:lvl2pPr lvl="1">
              <a:lnSpc>
                <a:spcPct val="75000"/>
              </a:lnSpc>
              <a:spcBef>
                <a:spcPts val="0"/>
              </a:spcBef>
              <a:spcAft>
                <a:spcPts val="0"/>
              </a:spcAft>
              <a:buClr>
                <a:schemeClr val="accent6"/>
              </a:buClr>
              <a:buSzPts val="5200"/>
              <a:buNone/>
              <a:defRPr sz="5200">
                <a:solidFill>
                  <a:schemeClr val="accent6"/>
                </a:solidFill>
              </a:defRPr>
            </a:lvl2pPr>
            <a:lvl3pPr lvl="2">
              <a:lnSpc>
                <a:spcPct val="75000"/>
              </a:lnSpc>
              <a:spcBef>
                <a:spcPts val="0"/>
              </a:spcBef>
              <a:spcAft>
                <a:spcPts val="0"/>
              </a:spcAft>
              <a:buClr>
                <a:schemeClr val="accent6"/>
              </a:buClr>
              <a:buSzPts val="5200"/>
              <a:buNone/>
              <a:defRPr sz="5200">
                <a:solidFill>
                  <a:schemeClr val="accent6"/>
                </a:solidFill>
              </a:defRPr>
            </a:lvl3pPr>
            <a:lvl4pPr lvl="3">
              <a:lnSpc>
                <a:spcPct val="75000"/>
              </a:lnSpc>
              <a:spcBef>
                <a:spcPts val="0"/>
              </a:spcBef>
              <a:spcAft>
                <a:spcPts val="0"/>
              </a:spcAft>
              <a:buClr>
                <a:schemeClr val="accent6"/>
              </a:buClr>
              <a:buSzPts val="5200"/>
              <a:buNone/>
              <a:defRPr sz="5200">
                <a:solidFill>
                  <a:schemeClr val="accent6"/>
                </a:solidFill>
              </a:defRPr>
            </a:lvl4pPr>
            <a:lvl5pPr lvl="4">
              <a:lnSpc>
                <a:spcPct val="75000"/>
              </a:lnSpc>
              <a:spcBef>
                <a:spcPts val="0"/>
              </a:spcBef>
              <a:spcAft>
                <a:spcPts val="0"/>
              </a:spcAft>
              <a:buClr>
                <a:schemeClr val="accent6"/>
              </a:buClr>
              <a:buSzPts val="5200"/>
              <a:buNone/>
              <a:defRPr sz="5200">
                <a:solidFill>
                  <a:schemeClr val="accent6"/>
                </a:solidFill>
              </a:defRPr>
            </a:lvl5pPr>
            <a:lvl6pPr lvl="5">
              <a:lnSpc>
                <a:spcPct val="75000"/>
              </a:lnSpc>
              <a:spcBef>
                <a:spcPts val="0"/>
              </a:spcBef>
              <a:spcAft>
                <a:spcPts val="0"/>
              </a:spcAft>
              <a:buClr>
                <a:schemeClr val="accent6"/>
              </a:buClr>
              <a:buSzPts val="5200"/>
              <a:buNone/>
              <a:defRPr sz="5200">
                <a:solidFill>
                  <a:schemeClr val="accent6"/>
                </a:solidFill>
              </a:defRPr>
            </a:lvl6pPr>
            <a:lvl7pPr lvl="6">
              <a:lnSpc>
                <a:spcPct val="75000"/>
              </a:lnSpc>
              <a:spcBef>
                <a:spcPts val="0"/>
              </a:spcBef>
              <a:spcAft>
                <a:spcPts val="0"/>
              </a:spcAft>
              <a:buClr>
                <a:schemeClr val="accent6"/>
              </a:buClr>
              <a:buSzPts val="5200"/>
              <a:buNone/>
              <a:defRPr sz="5200">
                <a:solidFill>
                  <a:schemeClr val="accent6"/>
                </a:solidFill>
              </a:defRPr>
            </a:lvl7pPr>
            <a:lvl8pPr lvl="7">
              <a:lnSpc>
                <a:spcPct val="75000"/>
              </a:lnSpc>
              <a:spcBef>
                <a:spcPts val="0"/>
              </a:spcBef>
              <a:spcAft>
                <a:spcPts val="0"/>
              </a:spcAft>
              <a:buClr>
                <a:schemeClr val="accent6"/>
              </a:buClr>
              <a:buSzPts val="5200"/>
              <a:buNone/>
              <a:defRPr sz="5200">
                <a:solidFill>
                  <a:schemeClr val="accent6"/>
                </a:solidFill>
              </a:defRPr>
            </a:lvl8pPr>
            <a:lvl9pPr lvl="8">
              <a:lnSpc>
                <a:spcPct val="75000"/>
              </a:lnSpc>
              <a:spcBef>
                <a:spcPts val="0"/>
              </a:spcBef>
              <a:spcAft>
                <a:spcPts val="0"/>
              </a:spcAft>
              <a:buClr>
                <a:schemeClr val="accent6"/>
              </a:buClr>
              <a:buSzPts val="5200"/>
              <a:buNone/>
              <a:defRPr sz="5200">
                <a:solidFill>
                  <a:schemeClr val="accent6"/>
                </a:solidFill>
              </a:defRPr>
            </a:lvl9pPr>
          </a:lstStyle>
          <a:p/>
        </p:txBody>
      </p:sp>
      <p:sp>
        <p:nvSpPr>
          <p:cNvPr id="147" name="Google Shape;147;p3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
        <p:nvSpPr>
          <p:cNvPr id="148" name="Google Shape;148;p3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49" name="Google Shape;149;p34"/>
          <p:cNvSpPr/>
          <p:nvPr>
            <p:ph type="pic" idx="2"/>
          </p:nvPr>
        </p:nvSpPr>
        <p:spPr>
          <a:xfrm>
            <a:off x="6173525" y="-13300"/>
            <a:ext cx="2970600" cy="5156700"/>
          </a:xfrm>
          <a:prstGeom prst="rect">
            <a:avLst/>
          </a:prstGeom>
          <a:noFill/>
          <a:ln>
            <a:noFill/>
          </a:ln>
        </p:spPr>
      </p:sp>
      <p:sp>
        <p:nvSpPr>
          <p:cNvPr id="150" name="Google Shape;150;p34"/>
          <p:cNvSpPr txBox="1"/>
          <p:nvPr>
            <p:ph type="subTitle" idx="3"/>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aphic Sans 3">
  <p:cSld name="TITLE_4">
    <p:bg>
      <p:bgPr>
        <a:solidFill>
          <a:schemeClr val="dk1"/>
        </a:solidFill>
        <a:effectLst/>
      </p:bgPr>
    </p:bg>
    <p:spTree>
      <p:nvGrpSpPr>
        <p:cNvPr id="151" name="Shape 151"/>
        <p:cNvGrpSpPr/>
        <p:nvPr/>
      </p:nvGrpSpPr>
      <p:grpSpPr>
        <a:xfrm>
          <a:off x="0" y="0"/>
          <a:ext cx="0" cy="0"/>
          <a:chOff x="0" y="0"/>
          <a:chExt cx="0" cy="0"/>
        </a:xfrm>
      </p:grpSpPr>
      <p:sp>
        <p:nvSpPr>
          <p:cNvPr id="152" name="Google Shape;152;p35"/>
          <p:cNvSpPr txBox="1"/>
          <p:nvPr>
            <p:ph type="ctrTitle"/>
          </p:nvPr>
        </p:nvSpPr>
        <p:spPr>
          <a:xfrm>
            <a:off x="914400" y="1545450"/>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6"/>
              </a:buClr>
              <a:buSzPts val="5200"/>
              <a:buNone/>
              <a:defRPr sz="5200">
                <a:solidFill>
                  <a:schemeClr val="accent6"/>
                </a:solidFill>
              </a:defRPr>
            </a:lvl1pPr>
            <a:lvl2pPr lvl="1">
              <a:lnSpc>
                <a:spcPct val="75000"/>
              </a:lnSpc>
              <a:spcBef>
                <a:spcPts val="0"/>
              </a:spcBef>
              <a:spcAft>
                <a:spcPts val="0"/>
              </a:spcAft>
              <a:buClr>
                <a:schemeClr val="accent6"/>
              </a:buClr>
              <a:buSzPts val="5200"/>
              <a:buNone/>
              <a:defRPr sz="5200">
                <a:solidFill>
                  <a:schemeClr val="accent6"/>
                </a:solidFill>
              </a:defRPr>
            </a:lvl2pPr>
            <a:lvl3pPr lvl="2">
              <a:lnSpc>
                <a:spcPct val="75000"/>
              </a:lnSpc>
              <a:spcBef>
                <a:spcPts val="0"/>
              </a:spcBef>
              <a:spcAft>
                <a:spcPts val="0"/>
              </a:spcAft>
              <a:buClr>
                <a:schemeClr val="accent6"/>
              </a:buClr>
              <a:buSzPts val="5200"/>
              <a:buNone/>
              <a:defRPr sz="5200">
                <a:solidFill>
                  <a:schemeClr val="accent6"/>
                </a:solidFill>
              </a:defRPr>
            </a:lvl3pPr>
            <a:lvl4pPr lvl="3">
              <a:lnSpc>
                <a:spcPct val="75000"/>
              </a:lnSpc>
              <a:spcBef>
                <a:spcPts val="0"/>
              </a:spcBef>
              <a:spcAft>
                <a:spcPts val="0"/>
              </a:spcAft>
              <a:buClr>
                <a:schemeClr val="accent6"/>
              </a:buClr>
              <a:buSzPts val="5200"/>
              <a:buNone/>
              <a:defRPr sz="5200">
                <a:solidFill>
                  <a:schemeClr val="accent6"/>
                </a:solidFill>
              </a:defRPr>
            </a:lvl4pPr>
            <a:lvl5pPr lvl="4">
              <a:lnSpc>
                <a:spcPct val="75000"/>
              </a:lnSpc>
              <a:spcBef>
                <a:spcPts val="0"/>
              </a:spcBef>
              <a:spcAft>
                <a:spcPts val="0"/>
              </a:spcAft>
              <a:buClr>
                <a:schemeClr val="accent6"/>
              </a:buClr>
              <a:buSzPts val="5200"/>
              <a:buNone/>
              <a:defRPr sz="5200">
                <a:solidFill>
                  <a:schemeClr val="accent6"/>
                </a:solidFill>
              </a:defRPr>
            </a:lvl5pPr>
            <a:lvl6pPr lvl="5">
              <a:lnSpc>
                <a:spcPct val="75000"/>
              </a:lnSpc>
              <a:spcBef>
                <a:spcPts val="0"/>
              </a:spcBef>
              <a:spcAft>
                <a:spcPts val="0"/>
              </a:spcAft>
              <a:buClr>
                <a:schemeClr val="accent6"/>
              </a:buClr>
              <a:buSzPts val="5200"/>
              <a:buNone/>
              <a:defRPr sz="5200">
                <a:solidFill>
                  <a:schemeClr val="accent6"/>
                </a:solidFill>
              </a:defRPr>
            </a:lvl6pPr>
            <a:lvl7pPr lvl="6">
              <a:lnSpc>
                <a:spcPct val="75000"/>
              </a:lnSpc>
              <a:spcBef>
                <a:spcPts val="0"/>
              </a:spcBef>
              <a:spcAft>
                <a:spcPts val="0"/>
              </a:spcAft>
              <a:buClr>
                <a:schemeClr val="accent6"/>
              </a:buClr>
              <a:buSzPts val="5200"/>
              <a:buNone/>
              <a:defRPr sz="5200">
                <a:solidFill>
                  <a:schemeClr val="accent6"/>
                </a:solidFill>
              </a:defRPr>
            </a:lvl7pPr>
            <a:lvl8pPr lvl="7">
              <a:lnSpc>
                <a:spcPct val="75000"/>
              </a:lnSpc>
              <a:spcBef>
                <a:spcPts val="0"/>
              </a:spcBef>
              <a:spcAft>
                <a:spcPts val="0"/>
              </a:spcAft>
              <a:buClr>
                <a:schemeClr val="accent6"/>
              </a:buClr>
              <a:buSzPts val="5200"/>
              <a:buNone/>
              <a:defRPr sz="5200">
                <a:solidFill>
                  <a:schemeClr val="accent6"/>
                </a:solidFill>
              </a:defRPr>
            </a:lvl8pPr>
            <a:lvl9pPr lvl="8">
              <a:lnSpc>
                <a:spcPct val="75000"/>
              </a:lnSpc>
              <a:spcBef>
                <a:spcPts val="0"/>
              </a:spcBef>
              <a:spcAft>
                <a:spcPts val="0"/>
              </a:spcAft>
              <a:buClr>
                <a:schemeClr val="accent6"/>
              </a:buClr>
              <a:buSzPts val="5200"/>
              <a:buNone/>
              <a:defRPr sz="5200">
                <a:solidFill>
                  <a:schemeClr val="accent6"/>
                </a:solidFill>
              </a:defRPr>
            </a:lvl9pPr>
          </a:lstStyle>
          <a:p/>
        </p:txBody>
      </p:sp>
      <p:sp>
        <p:nvSpPr>
          <p:cNvPr id="153" name="Google Shape;153;p35"/>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
        <p:nvSpPr>
          <p:cNvPr id="154" name="Google Shape;154;p3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55" name="Google Shape;155;p35"/>
          <p:cNvSpPr/>
          <p:nvPr>
            <p:ph type="pic" idx="2"/>
          </p:nvPr>
        </p:nvSpPr>
        <p:spPr>
          <a:xfrm>
            <a:off x="6173525" y="-13300"/>
            <a:ext cx="2970600" cy="5156700"/>
          </a:xfrm>
          <a:prstGeom prst="rect">
            <a:avLst/>
          </a:prstGeom>
          <a:noFill/>
          <a:ln>
            <a:noFill/>
          </a:ln>
        </p:spPr>
      </p:sp>
      <p:sp>
        <p:nvSpPr>
          <p:cNvPr id="156" name="Google Shape;156;p35"/>
          <p:cNvSpPr txBox="1"/>
          <p:nvPr>
            <p:ph type="subTitle" idx="3"/>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57" name="Shape 157"/>
        <p:cNvGrpSpPr/>
        <p:nvPr/>
      </p:nvGrpSpPr>
      <p:grpSpPr>
        <a:xfrm>
          <a:off x="0" y="0"/>
          <a:ext cx="0" cy="0"/>
          <a:chOff x="0" y="0"/>
          <a:chExt cx="0" cy="0"/>
        </a:xfrm>
      </p:grpSpPr>
      <p:sp>
        <p:nvSpPr>
          <p:cNvPr id="158" name="Google Shape;158;p3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6"/>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160" name="Google Shape;160;p36"/>
          <p:cNvSpPr txBox="1"/>
          <p:nvPr>
            <p:ph type="body" idx="2"/>
          </p:nvPr>
        </p:nvSpPr>
        <p:spPr>
          <a:xfrm>
            <a:off x="457200" y="1143000"/>
            <a:ext cx="5709600" cy="34260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1" name="Google Shape;161;p3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ustom Layout 2 1 2">
  <p:cSld name="CUSTOM_3_1_2">
    <p:spTree>
      <p:nvGrpSpPr>
        <p:cNvPr id="162" name="Shape 162"/>
        <p:cNvGrpSpPr/>
        <p:nvPr/>
      </p:nvGrpSpPr>
      <p:grpSpPr>
        <a:xfrm>
          <a:off x="0" y="0"/>
          <a:ext cx="0" cy="0"/>
          <a:chOff x="0" y="0"/>
          <a:chExt cx="0" cy="0"/>
        </a:xfrm>
      </p:grpSpPr>
      <p:sp>
        <p:nvSpPr>
          <p:cNvPr id="163" name="Google Shape;163;p37"/>
          <p:cNvSpPr txBox="1"/>
          <p:nvPr>
            <p:ph type="title"/>
          </p:nvPr>
        </p:nvSpPr>
        <p:spPr>
          <a:xfrm>
            <a:off x="457200" y="445025"/>
            <a:ext cx="8229600" cy="572700"/>
          </a:xfrm>
          <a:prstGeom prst="rect">
            <a:avLst/>
          </a:prstGeom>
        </p:spPr>
        <p:txBody>
          <a:bodyPr spcFirstLastPara="1" wrap="square" lIns="0" tIns="91425" rIns="0" bIns="91425" anchor="ctr" anchorCtr="0">
            <a:normAutofit/>
          </a:bodyPr>
          <a:lstStyle>
            <a:lvl1pPr lvl="0">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1pPr>
            <a:lvl2pPr lvl="1">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2pPr>
            <a:lvl3pPr lvl="2">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3pPr>
            <a:lvl4pPr lvl="3">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4pPr>
            <a:lvl5pPr lvl="4">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5pPr>
            <a:lvl6pPr lvl="5">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6pPr>
            <a:lvl7pPr lvl="6">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7pPr>
            <a:lvl8pPr lvl="7">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8pPr>
            <a:lvl9pPr lvl="8">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9pPr>
          </a:lstStyle>
          <a:p/>
        </p:txBody>
      </p:sp>
      <p:sp>
        <p:nvSpPr>
          <p:cNvPr id="164" name="Google Shape;164;p37"/>
          <p:cNvSpPr txBox="1"/>
          <p:nvPr>
            <p:ph type="body" idx="1"/>
          </p:nvPr>
        </p:nvSpPr>
        <p:spPr>
          <a:xfrm>
            <a:off x="4572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65" name="Google Shape;165;p37"/>
          <p:cNvSpPr txBox="1"/>
          <p:nvPr>
            <p:ph type="body" idx="2"/>
          </p:nvPr>
        </p:nvSpPr>
        <p:spPr>
          <a:xfrm>
            <a:off x="48004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66" name="Google Shape;166;p37"/>
          <p:cNvSpPr txBox="1"/>
          <p:nvPr>
            <p:ph type="subTitle" idx="3"/>
          </p:nvPr>
        </p:nvSpPr>
        <p:spPr>
          <a:xfrm>
            <a:off x="4572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67" name="Google Shape;167;p37"/>
          <p:cNvSpPr txBox="1"/>
          <p:nvPr>
            <p:ph type="subTitle" idx="4"/>
          </p:nvPr>
        </p:nvSpPr>
        <p:spPr>
          <a:xfrm>
            <a:off x="48004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4">
  <p:cSld name="TITLE_AND_BODY_5">
    <p:spTree>
      <p:nvGrpSpPr>
        <p:cNvPr id="168" name="Shape 168"/>
        <p:cNvGrpSpPr/>
        <p:nvPr/>
      </p:nvGrpSpPr>
      <p:grpSpPr>
        <a:xfrm>
          <a:off x="0" y="0"/>
          <a:ext cx="0" cy="0"/>
          <a:chOff x="0" y="0"/>
          <a:chExt cx="0" cy="0"/>
        </a:xfrm>
      </p:grpSpPr>
      <p:sp>
        <p:nvSpPr>
          <p:cNvPr id="169" name="Google Shape;169;p38"/>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8"/>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71" name="Google Shape;171;p38"/>
          <p:cNvSpPr txBox="1"/>
          <p:nvPr>
            <p:ph type="body" idx="2"/>
          </p:nvPr>
        </p:nvSpPr>
        <p:spPr>
          <a:xfrm>
            <a:off x="457200" y="1143000"/>
            <a:ext cx="5709600" cy="34260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72" name="Google Shape;172;p3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6" Type="http://schemas.openxmlformats.org/officeDocument/2006/relationships/theme" Target="../theme/theme2.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5703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1pPr>
            <a:lvl2pPr lvl="1">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2pPr>
            <a:lvl3pPr lvl="2">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3pPr>
            <a:lvl4pPr lvl="3">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4pPr>
            <a:lvl5pPr lvl="4">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5pPr>
            <a:lvl6pPr lvl="5">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6pPr>
            <a:lvl7pPr lvl="6">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7pPr>
            <a:lvl8pPr lvl="7">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8pPr>
            <a:lvl9pPr lvl="8">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9pPr>
          </a:lstStyle>
          <a:p/>
        </p:txBody>
      </p:sp>
      <p:sp>
        <p:nvSpPr>
          <p:cNvPr id="52" name="Google Shape;52;p13"/>
          <p:cNvSpPr txBox="1"/>
          <p:nvPr>
            <p:ph type="body" idx="1"/>
          </p:nvPr>
        </p:nvSpPr>
        <p:spPr>
          <a:xfrm>
            <a:off x="457200" y="1143000"/>
            <a:ext cx="5709600" cy="34260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1pPr>
            <a:lvl2pPr marL="914400" lvl="1"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2pPr>
            <a:lvl3pPr marL="1371600" lvl="2"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3pPr>
            <a:lvl4pPr marL="1828800" lvl="3"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4pPr>
            <a:lvl5pPr marL="2286000" lvl="4"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5pPr>
            <a:lvl6pPr marL="2743200" lvl="5"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6pPr>
            <a:lvl7pPr marL="3200400" lvl="6"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7pPr>
            <a:lvl8pPr marL="3657600" lvl="7"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8pPr>
            <a:lvl9pPr marL="4114800" lvl="8" indent="-317500">
              <a:lnSpc>
                <a:spcPct val="100000"/>
              </a:lnSpc>
              <a:spcBef>
                <a:spcPts val="800"/>
              </a:spcBef>
              <a:spcAft>
                <a:spcPts val="80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4.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1.xml"/><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0.xml"/><Relationship Id="rId5" Type="http://schemas.openxmlformats.org/officeDocument/2006/relationships/image" Target="../media/image2.png"/><Relationship Id="rId4" Type="http://schemas.openxmlformats.org/officeDocument/2006/relationships/image" Target="../media/image8.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36.xml"/><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34.xml"/><Relationship Id="rId5" Type="http://schemas.openxmlformats.org/officeDocument/2006/relationships/image" Target="../media/image2.png"/><Relationship Id="rId4" Type="http://schemas.openxmlformats.org/officeDocument/2006/relationships/image" Target="../media/image8.png"/><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0.xml"/><Relationship Id="rId2" Type="http://schemas.openxmlformats.org/officeDocument/2006/relationships/image" Target="../media/image2.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4.xml"/><Relationship Id="rId4" Type="http://schemas.openxmlformats.org/officeDocument/2006/relationships/image" Target="../media/image2.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76" name="Shape 176"/>
        <p:cNvGrpSpPr/>
        <p:nvPr/>
      </p:nvGrpSpPr>
      <p:grpSpPr>
        <a:xfrm>
          <a:off x="0" y="0"/>
          <a:ext cx="0" cy="0"/>
          <a:chOff x="0" y="0"/>
          <a:chExt cx="0" cy="0"/>
        </a:xfrm>
      </p:grpSpPr>
      <p:sp>
        <p:nvSpPr>
          <p:cNvPr id="177" name="Google Shape;177;p39"/>
          <p:cNvSpPr/>
          <p:nvPr/>
        </p:nvSpPr>
        <p:spPr>
          <a:xfrm rot="-560738" flipH="1">
            <a:off x="5569098" y="2795275"/>
            <a:ext cx="1206203" cy="1497871"/>
          </a:xfrm>
          <a:custGeom>
            <a:avLst/>
            <a:gdLst/>
            <a:ahLst/>
            <a:cxnLst/>
            <a:rect l="l" t="t" r="r" b="b"/>
            <a:pathLst>
              <a:path w="91960" h="104453" extrusionOk="0">
                <a:moveTo>
                  <a:pt x="0" y="37478"/>
                </a:moveTo>
                <a:lnTo>
                  <a:pt x="7287" y="0"/>
                </a:lnTo>
                <a:lnTo>
                  <a:pt x="72527" y="2429"/>
                </a:lnTo>
                <a:lnTo>
                  <a:pt x="91960" y="78773"/>
                </a:lnTo>
                <a:lnTo>
                  <a:pt x="8328" y="104453"/>
                </a:lnTo>
                <a:close/>
              </a:path>
            </a:pathLst>
          </a:custGeom>
          <a:solidFill>
            <a:schemeClr val="accent1"/>
          </a:solidFill>
          <a:ln>
            <a:noFill/>
          </a:ln>
        </p:spPr>
      </p:sp>
      <p:sp>
        <p:nvSpPr>
          <p:cNvPr id="178" name="Google Shape;178;p39" descr="presentation_title"/>
          <p:cNvSpPr txBox="1"/>
          <p:nvPr>
            <p:ph type="ctrTitle"/>
          </p:nvPr>
        </p:nvSpPr>
        <p:spPr>
          <a:xfrm>
            <a:off x="457200" y="1309700"/>
            <a:ext cx="5024100" cy="32622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GB" sz="4700"/>
              <a:t>Budgeting and Financial Literacy</a:t>
            </a:r>
            <a:endParaRPr sz="4700"/>
          </a:p>
        </p:txBody>
      </p:sp>
      <p:pic>
        <p:nvPicPr>
          <p:cNvPr id="180" name="Google Shape;180;p39"/>
          <p:cNvPicPr preferRelativeResize="0"/>
          <p:nvPr/>
        </p:nvPicPr>
        <p:blipFill rotWithShape="1">
          <a:blip r:embed="rId1">
            <a:alphaModFix amt="85000"/>
          </a:blip>
          <a:srcRect l="16212" r="16205"/>
          <a:stretch>
            <a:fillRect/>
          </a:stretch>
        </p:blipFill>
        <p:spPr>
          <a:xfrm rot="-434">
            <a:off x="6216252" y="1140818"/>
            <a:ext cx="2378400" cy="3370200"/>
          </a:xfrm>
          <a:prstGeom prst="snip1Rect">
            <a:avLst>
              <a:gd name="adj" fmla="val 40675"/>
            </a:avLst>
          </a:prstGeom>
          <a:noFill/>
          <a:ln>
            <a:noFill/>
          </a:ln>
        </p:spPr>
      </p:pic>
      <p:pic>
        <p:nvPicPr>
          <p:cNvPr id="7" name="Picture 6" descr="pixelcut-export (1)"/>
          <p:cNvPicPr>
            <a:picLocks noChangeAspect="1"/>
          </p:cNvPicPr>
          <p:nvPr/>
        </p:nvPicPr>
        <p:blipFill>
          <a:blip r:embed="rId2"/>
          <a:srcRect t="22967" b="48563"/>
          <a:stretch>
            <a:fillRect/>
          </a:stretch>
        </p:blipFill>
        <p:spPr>
          <a:xfrm>
            <a:off x="0" y="8318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374" name="Shape 374"/>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lt1"/>
          </a:solidFill>
          <a:ln>
            <a:noFill/>
          </a:ln>
        </p:spPr>
        <p:txBody>
          <a:bodyPr spcFirstLastPara="1" wrap="square" lIns="91425" tIns="91425" rIns="91425" bIns="91425" anchor="ctr" anchorCtr="0">
            <a:noAutofit/>
          </a:bodyPr>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84" name="Shape 184"/>
        <p:cNvGrpSpPr/>
        <p:nvPr/>
      </p:nvGrpSpPr>
      <p:grpSpPr>
        <a:xfrm>
          <a:off x="0" y="0"/>
          <a:ext cx="0" cy="0"/>
          <a:chOff x="0" y="0"/>
          <a:chExt cx="0" cy="0"/>
        </a:xfrm>
      </p:grpSpPr>
      <p:sp>
        <p:nvSpPr>
          <p:cNvPr id="185" name="Google Shape;185;p40"/>
          <p:cNvSpPr txBox="1"/>
          <p:nvPr>
            <p:ph type="title"/>
          </p:nvPr>
        </p:nvSpPr>
        <p:spPr>
          <a:xfrm>
            <a:off x="457200" y="342900"/>
            <a:ext cx="7782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sz="2300">
                <a:solidFill>
                  <a:schemeClr val="lt1"/>
                </a:solidFill>
                <a:latin typeface="Imbue"/>
                <a:ea typeface="Imbue"/>
                <a:cs typeface="Imbue"/>
                <a:sym typeface="Imbue"/>
              </a:rPr>
              <a:t>Agenda</a:t>
            </a:r>
            <a:endParaRPr sz="2300">
              <a:solidFill>
                <a:schemeClr val="lt1"/>
              </a:solidFill>
              <a:latin typeface="Imbue"/>
              <a:ea typeface="Imbue"/>
              <a:cs typeface="Imbue"/>
              <a:sym typeface="Imbue"/>
            </a:endParaRPr>
          </a:p>
        </p:txBody>
      </p:sp>
      <p:sp>
        <p:nvSpPr>
          <p:cNvPr id="186" name="Google Shape;186;p40" descr="agenda_0"/>
          <p:cNvSpPr txBox="1"/>
          <p:nvPr>
            <p:ph type="body" idx="4294967295"/>
          </p:nvPr>
        </p:nvSpPr>
        <p:spPr>
          <a:xfrm>
            <a:off x="457200" y="915600"/>
            <a:ext cx="3993300" cy="3662400"/>
          </a:xfrm>
          <a:prstGeom prst="rect">
            <a:avLst/>
          </a:prstGeom>
        </p:spPr>
        <p:txBody>
          <a:bodyPr spcFirstLastPara="1" wrap="square" lIns="0" tIns="91425" rIns="91425" bIns="0" anchor="b" anchorCtr="0">
            <a:noAutofit/>
          </a:bodyPr>
          <a:lstStyle/>
          <a:p>
            <a:pPr marL="0" lvl="0" indent="-184150" algn="l" rtl="0">
              <a:lnSpc>
                <a:spcPct val="150000"/>
              </a:lnSpc>
              <a:spcBef>
                <a:spcPts val="0"/>
              </a:spcBef>
              <a:spcAft>
                <a:spcPts val="0"/>
              </a:spcAft>
              <a:buClr>
                <a:schemeClr val="dk1"/>
              </a:buClr>
              <a:buSzPts val="1100"/>
              <a:buChar char="•"/>
            </a:pPr>
            <a:r>
              <a:rPr lang="en-GB" sz="1600">
                <a:solidFill>
                  <a:schemeClr val="lt1"/>
                </a:solidFill>
              </a:rPr>
              <a:t>Introduction to Budgeting Basics</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Understanding Financial Literacy</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Importance of Financial Literacy</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Budgeting Apps Overview</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Creating a Sample Budget</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Tracking and Calculating Expenses</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Financial Management Tools</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Student Financial Literacy</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Activities for Financial Literacy</a:t>
            </a:r>
            <a:endParaRPr sz="1600">
              <a:solidFill>
                <a:schemeClr val="lt1"/>
              </a:solidFill>
            </a:endParaRPr>
          </a:p>
          <a:p>
            <a:pPr marL="0" lvl="0" indent="-184150" algn="l" rtl="0">
              <a:lnSpc>
                <a:spcPct val="150000"/>
              </a:lnSpc>
              <a:spcBef>
                <a:spcPts val="0"/>
              </a:spcBef>
              <a:spcAft>
                <a:spcPts val="0"/>
              </a:spcAft>
              <a:buClr>
                <a:schemeClr val="dk1"/>
              </a:buClr>
              <a:buSzPts val="1100"/>
              <a:buChar char="•"/>
            </a:pPr>
            <a:r>
              <a:rPr lang="en-GB" sz="1600">
                <a:solidFill>
                  <a:schemeClr val="lt1"/>
                </a:solidFill>
              </a:rPr>
              <a:t>Conclusion and Next Steps</a:t>
            </a:r>
            <a:endParaRPr sz="1600">
              <a:solidFill>
                <a:schemeClr val="lt1"/>
              </a:solidFill>
            </a:endParaRPr>
          </a:p>
        </p:txBody>
      </p:sp>
      <p:pic>
        <p:nvPicPr>
          <p:cNvPr id="187" name="Google Shape;187;p40"/>
          <p:cNvPicPr preferRelativeResize="0"/>
          <p:nvPr/>
        </p:nvPicPr>
        <p:blipFill>
          <a:blip r:embed="rId1">
            <a:alphaModFix amt="75000"/>
          </a:blip>
          <a:stretch>
            <a:fillRect/>
          </a:stretch>
        </p:blipFill>
        <p:spPr>
          <a:xfrm>
            <a:off x="0" y="4996750"/>
            <a:ext cx="9144003" cy="146750"/>
          </a:xfrm>
          <a:prstGeom prst="rect">
            <a:avLst/>
          </a:prstGeom>
          <a:noFill/>
          <a:ln>
            <a:noFill/>
          </a:ln>
        </p:spPr>
      </p:pic>
      <p:pic>
        <p:nvPicPr>
          <p:cNvPr id="1" name="Picture 0" descr="budget"/>
          <p:cNvPicPr>
            <a:picLocks noChangeAspect="1"/>
          </p:cNvPicPr>
          <p:nvPr/>
        </p:nvPicPr>
        <p:blipFill>
          <a:blip r:embed="rId2"/>
          <a:stretch>
            <a:fillRect/>
          </a:stretch>
        </p:blipFill>
        <p:spPr>
          <a:xfrm>
            <a:off x="4450715" y="953135"/>
            <a:ext cx="4530725" cy="3393440"/>
          </a:xfrm>
          <a:prstGeom prst="rect">
            <a:avLst/>
          </a:prstGeom>
        </p:spPr>
      </p:pic>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91" name="Shape 191"/>
        <p:cNvGrpSpPr/>
        <p:nvPr/>
      </p:nvGrpSpPr>
      <p:grpSpPr>
        <a:xfrm>
          <a:off x="0" y="0"/>
          <a:ext cx="0" cy="0"/>
          <a:chOff x="0" y="0"/>
          <a:chExt cx="0" cy="0"/>
        </a:xfrm>
      </p:grpSpPr>
      <p:sp>
        <p:nvSpPr>
          <p:cNvPr id="192" name="Google Shape;192;p41"/>
          <p:cNvSpPr/>
          <p:nvPr/>
        </p:nvSpPr>
        <p:spPr>
          <a:xfrm>
            <a:off x="0" y="-6150"/>
            <a:ext cx="9144000" cy="1380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193" name="Google Shape;193;p41"/>
          <p:cNvPicPr preferRelativeResize="0"/>
          <p:nvPr/>
        </p:nvPicPr>
        <p:blipFill rotWithShape="1">
          <a:blip r:embed="rId1">
            <a:alphaModFix amt="50000"/>
          </a:blip>
          <a:srcRect t="30960" b="51478"/>
          <a:stretch>
            <a:fillRect/>
          </a:stretch>
        </p:blipFill>
        <p:spPr>
          <a:xfrm>
            <a:off x="0" y="-6175"/>
            <a:ext cx="9144001" cy="1055651"/>
          </a:xfrm>
          <a:prstGeom prst="rect">
            <a:avLst/>
          </a:prstGeom>
          <a:noFill/>
          <a:ln>
            <a:noFill/>
          </a:ln>
        </p:spPr>
      </p:pic>
      <p:sp>
        <p:nvSpPr>
          <p:cNvPr id="194" name="Google Shape;194;p41" descr="title"/>
          <p:cNvSpPr txBox="1"/>
          <p:nvPr>
            <p:ph type="title"/>
          </p:nvPr>
        </p:nvSpPr>
        <p:spPr>
          <a:xfrm>
            <a:off x="457200" y="1551927"/>
            <a:ext cx="7782900" cy="50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Introduction to Budgeting Basics</a:t>
            </a:r>
            <a:endParaRPr>
              <a:solidFill>
                <a:schemeClr val="lt1"/>
              </a:solidFill>
            </a:endParaRPr>
          </a:p>
        </p:txBody>
      </p:sp>
      <p:sp>
        <p:nvSpPr>
          <p:cNvPr id="195" name="Google Shape;195;p41" descr="detail_0"/>
          <p:cNvSpPr txBox="1"/>
          <p:nvPr>
            <p:ph type="body" idx="2"/>
          </p:nvPr>
        </p:nvSpPr>
        <p:spPr>
          <a:xfrm>
            <a:off x="457200" y="2061325"/>
            <a:ext cx="6399300" cy="2628300"/>
          </a:xfrm>
          <a:prstGeom prst="rect">
            <a:avLst/>
          </a:prstGeom>
        </p:spPr>
        <p:txBody>
          <a:bodyPr spcFirstLastPara="1" wrap="square" lIns="0" tIns="91425" rIns="91425" bIns="91425" anchor="b" anchorCtr="0">
            <a:noAutofit/>
          </a:bodyPr>
          <a:lstStyle/>
          <a:p>
            <a:pPr marL="0" lvl="0" indent="0" algn="l" rtl="0">
              <a:lnSpc>
                <a:spcPct val="150000"/>
              </a:lnSpc>
              <a:spcBef>
                <a:spcPts val="0"/>
              </a:spcBef>
              <a:spcAft>
                <a:spcPts val="0"/>
              </a:spcAft>
              <a:buSzPts val="688"/>
              <a:buNone/>
            </a:pPr>
            <a:r>
              <a:rPr lang="en-GB" sz="1200">
                <a:solidFill>
                  <a:schemeClr val="lt1"/>
                </a:solidFill>
              </a:rPr>
              <a:t>Budgeting is the process of creating a plan to spend your money, ensuring that you have enough to cover your expenses while also saving for future goals. It is essential for effectively managing personal finances and achieving financial stability.</a:t>
            </a:r>
            <a:endParaRPr sz="1200">
              <a:solidFill>
                <a:schemeClr val="lt1"/>
              </a:solidFill>
            </a:endParaRPr>
          </a:p>
          <a:p>
            <a:pPr marL="0" lvl="0" indent="0" algn="l" rtl="0">
              <a:lnSpc>
                <a:spcPct val="150000"/>
              </a:lnSpc>
              <a:spcBef>
                <a:spcPts val="2000"/>
              </a:spcBef>
              <a:spcAft>
                <a:spcPts val="0"/>
              </a:spcAft>
              <a:buSzPts val="688"/>
              <a:buNone/>
            </a:pPr>
            <a:endParaRPr sz="1200">
              <a:solidFill>
                <a:schemeClr val="lt1"/>
              </a:solidFill>
            </a:endParaRPr>
          </a:p>
          <a:p>
            <a:pPr marL="0" lvl="0" indent="0" algn="l" rtl="0">
              <a:lnSpc>
                <a:spcPct val="150000"/>
              </a:lnSpc>
              <a:spcBef>
                <a:spcPts val="2000"/>
              </a:spcBef>
              <a:spcAft>
                <a:spcPts val="2000"/>
              </a:spcAft>
              <a:buSzPts val="688"/>
              <a:buNone/>
            </a:pPr>
            <a:r>
              <a:rPr lang="en-GB" sz="1200">
                <a:solidFill>
                  <a:schemeClr val="lt1"/>
                </a:solidFill>
              </a:rPr>
              <a:t>The purpose of this presentation is to familiarize teachers with digital tools and apps for budgeting and financial management. By integrating technology into financial literacy education, educators can enhance their own understanding and effectively teach these skills to their students.</a:t>
            </a:r>
            <a:endParaRPr sz="1200">
              <a:solidFill>
                <a:schemeClr val="lt1"/>
              </a:solidFill>
            </a:endParaRPr>
          </a:p>
        </p:txBody>
      </p:sp>
      <p:sp>
        <p:nvSpPr>
          <p:cNvPr id="196" name="Google Shape;196;p41" descr="chapter"/>
          <p:cNvSpPr txBox="1"/>
          <p:nvPr>
            <p:ph type="subTitle" idx="1"/>
          </p:nvPr>
        </p:nvSpPr>
        <p:spPr>
          <a:xfrm>
            <a:off x="457200" y="1049463"/>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Overview</a:t>
            </a:r>
            <a:endParaRPr sz="1200">
              <a:latin typeface="Imbue"/>
              <a:ea typeface="Imbue"/>
              <a:cs typeface="Imbue"/>
              <a:sym typeface="Imbue"/>
            </a:endParaRPr>
          </a:p>
        </p:txBody>
      </p:sp>
      <p:pic>
        <p:nvPicPr>
          <p:cNvPr id="3" name="Picture 2" descr="pixelcut-export (1)"/>
          <p:cNvPicPr>
            <a:picLocks noChangeAspect="1"/>
          </p:cNvPicPr>
          <p:nvPr/>
        </p:nvPicPr>
        <p:blipFill>
          <a:blip r:embed="rId2"/>
          <a:srcRect t="22967" b="48563"/>
          <a:stretch>
            <a:fillRect/>
          </a:stretch>
        </p:blipFill>
        <p:spPr>
          <a:xfrm>
            <a:off x="6649720" y="43522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00" name="Shape 200"/>
        <p:cNvGrpSpPr/>
        <p:nvPr/>
      </p:nvGrpSpPr>
      <p:grpSpPr>
        <a:xfrm>
          <a:off x="0" y="0"/>
          <a:ext cx="0" cy="0"/>
          <a:chOff x="0" y="0"/>
          <a:chExt cx="0" cy="0"/>
        </a:xfrm>
      </p:grpSpPr>
      <p:sp>
        <p:nvSpPr>
          <p:cNvPr id="201" name="Google Shape;201;p42" descr="detail_0"/>
          <p:cNvSpPr txBox="1"/>
          <p:nvPr>
            <p:ph type="body" idx="2"/>
          </p:nvPr>
        </p:nvSpPr>
        <p:spPr>
          <a:xfrm>
            <a:off x="457525" y="1464700"/>
            <a:ext cx="3883500" cy="8262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t>Financial literacy refers to the ability to understand and effectively manage personal finances.</a:t>
            </a:r>
            <a:endParaRPr sz="1000">
              <a:solidFill>
                <a:schemeClr val="dk1"/>
              </a:solidFill>
            </a:endParaRPr>
          </a:p>
        </p:txBody>
      </p:sp>
      <p:sp>
        <p:nvSpPr>
          <p:cNvPr id="202" name="Google Shape;202;p42" descr="detail_1"/>
          <p:cNvSpPr txBox="1"/>
          <p:nvPr>
            <p:ph type="body" idx="4294967295"/>
          </p:nvPr>
        </p:nvSpPr>
        <p:spPr>
          <a:xfrm>
            <a:off x="457525" y="2721275"/>
            <a:ext cx="3883500" cy="8262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t>Understanding how to create and maintain a budget to track income and expenses.</a:t>
            </a:r>
            <a:endParaRPr sz="1000">
              <a:solidFill>
                <a:schemeClr val="dk1"/>
              </a:solidFill>
            </a:endParaRPr>
          </a:p>
        </p:txBody>
      </p:sp>
      <p:sp>
        <p:nvSpPr>
          <p:cNvPr id="203" name="Google Shape;203;p42" descr="header_0"/>
          <p:cNvSpPr txBox="1"/>
          <p:nvPr>
            <p:ph type="subTitle" idx="1"/>
          </p:nvPr>
        </p:nvSpPr>
        <p:spPr>
          <a:xfrm>
            <a:off x="457200" y="1140075"/>
            <a:ext cx="3883500" cy="3246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sz="1400">
                <a:solidFill>
                  <a:schemeClr val="accent2"/>
                </a:solidFill>
                <a:latin typeface="Prata" panose="00000500000000000000"/>
                <a:ea typeface="Prata" panose="00000500000000000000"/>
                <a:cs typeface="Prata" panose="00000500000000000000"/>
                <a:sym typeface="Prata" panose="00000500000000000000"/>
              </a:rPr>
              <a:t>Definition</a:t>
            </a:r>
            <a:endParaRPr sz="1400">
              <a:solidFill>
                <a:schemeClr val="accent2"/>
              </a:solidFill>
              <a:latin typeface="Prata" panose="00000500000000000000"/>
              <a:ea typeface="Prata" panose="00000500000000000000"/>
              <a:cs typeface="Prata" panose="00000500000000000000"/>
              <a:sym typeface="Prata" panose="00000500000000000000"/>
            </a:endParaRPr>
          </a:p>
        </p:txBody>
      </p:sp>
      <p:sp>
        <p:nvSpPr>
          <p:cNvPr id="204" name="Google Shape;204;p42" descr="header_1"/>
          <p:cNvSpPr txBox="1"/>
          <p:nvPr>
            <p:ph type="subTitle" idx="4294967295"/>
          </p:nvPr>
        </p:nvSpPr>
        <p:spPr>
          <a:xfrm>
            <a:off x="457200" y="2396595"/>
            <a:ext cx="3883500" cy="3246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a:solidFill>
                  <a:schemeClr val="accent2"/>
                </a:solidFill>
                <a:latin typeface="Prata" panose="00000500000000000000"/>
                <a:ea typeface="Prata" panose="00000500000000000000"/>
                <a:cs typeface="Prata" panose="00000500000000000000"/>
                <a:sym typeface="Prata" panose="00000500000000000000"/>
              </a:rPr>
              <a:t>Budgeting</a:t>
            </a:r>
            <a:endParaRPr>
              <a:solidFill>
                <a:schemeClr val="accent2"/>
              </a:solidFill>
              <a:latin typeface="Prata" panose="00000500000000000000"/>
              <a:ea typeface="Prata" panose="00000500000000000000"/>
              <a:cs typeface="Prata" panose="00000500000000000000"/>
              <a:sym typeface="Prata" panose="00000500000000000000"/>
            </a:endParaRPr>
          </a:p>
        </p:txBody>
      </p:sp>
      <p:sp>
        <p:nvSpPr>
          <p:cNvPr id="205" name="Google Shape;205;p42" descr="header_2"/>
          <p:cNvSpPr txBox="1"/>
          <p:nvPr>
            <p:ph type="subTitle" idx="4294967295"/>
          </p:nvPr>
        </p:nvSpPr>
        <p:spPr>
          <a:xfrm>
            <a:off x="457200" y="3653125"/>
            <a:ext cx="3883500" cy="3246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a:solidFill>
                  <a:schemeClr val="accent2"/>
                </a:solidFill>
                <a:latin typeface="Prata" panose="00000500000000000000"/>
                <a:ea typeface="Prata" panose="00000500000000000000"/>
                <a:cs typeface="Prata" panose="00000500000000000000"/>
                <a:sym typeface="Prata" panose="00000500000000000000"/>
              </a:rPr>
              <a:t>Saving</a:t>
            </a:r>
            <a:endParaRPr>
              <a:solidFill>
                <a:schemeClr val="accent2"/>
              </a:solidFill>
              <a:latin typeface="Prata" panose="00000500000000000000"/>
              <a:ea typeface="Prata" panose="00000500000000000000"/>
              <a:cs typeface="Prata" panose="00000500000000000000"/>
              <a:sym typeface="Prata" panose="00000500000000000000"/>
            </a:endParaRPr>
          </a:p>
        </p:txBody>
      </p:sp>
      <p:sp>
        <p:nvSpPr>
          <p:cNvPr id="206" name="Google Shape;206;p42" descr="detail_2"/>
          <p:cNvSpPr txBox="1"/>
          <p:nvPr>
            <p:ph type="body" idx="4294967295"/>
          </p:nvPr>
        </p:nvSpPr>
        <p:spPr>
          <a:xfrm>
            <a:off x="457525" y="3977750"/>
            <a:ext cx="3883500" cy="8262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t>Knowing the importance of saving money for emergencies, future goals, and investments.</a:t>
            </a:r>
            <a:endParaRPr sz="1000">
              <a:solidFill>
                <a:schemeClr val="dk1"/>
              </a:solidFill>
            </a:endParaRPr>
          </a:p>
        </p:txBody>
      </p:sp>
      <p:sp>
        <p:nvSpPr>
          <p:cNvPr id="207" name="Google Shape;207;p42" descr="detail_3"/>
          <p:cNvSpPr txBox="1"/>
          <p:nvPr>
            <p:ph type="body" idx="4294967295"/>
          </p:nvPr>
        </p:nvSpPr>
        <p:spPr>
          <a:xfrm>
            <a:off x="4803300" y="1464675"/>
            <a:ext cx="3883500" cy="8262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t>Basic knowledge of different types of investments (stocks, bonds, mutual funds) and how they work.</a:t>
            </a:r>
            <a:endParaRPr sz="1000">
              <a:solidFill>
                <a:schemeClr val="dk1"/>
              </a:solidFill>
            </a:endParaRPr>
          </a:p>
        </p:txBody>
      </p:sp>
      <p:sp>
        <p:nvSpPr>
          <p:cNvPr id="208" name="Google Shape;208;p42" descr="detail_4"/>
          <p:cNvSpPr txBox="1"/>
          <p:nvPr>
            <p:ph type="body" idx="4294967295"/>
          </p:nvPr>
        </p:nvSpPr>
        <p:spPr>
          <a:xfrm>
            <a:off x="4803300" y="2721250"/>
            <a:ext cx="3883500" cy="8262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t>Understanding credit scores, credit reports, and how to use credit responsibly.</a:t>
            </a:r>
            <a:endParaRPr sz="1000">
              <a:solidFill>
                <a:schemeClr val="dk1"/>
              </a:solidFill>
            </a:endParaRPr>
          </a:p>
        </p:txBody>
      </p:sp>
      <p:sp>
        <p:nvSpPr>
          <p:cNvPr id="209" name="Google Shape;209;p42" descr="header_3"/>
          <p:cNvSpPr txBox="1"/>
          <p:nvPr>
            <p:ph type="subTitle" idx="4294967295"/>
          </p:nvPr>
        </p:nvSpPr>
        <p:spPr>
          <a:xfrm>
            <a:off x="4800600" y="1140075"/>
            <a:ext cx="3883500" cy="3246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a:solidFill>
                  <a:schemeClr val="accent2"/>
                </a:solidFill>
                <a:latin typeface="Prata" panose="00000500000000000000"/>
                <a:ea typeface="Prata" panose="00000500000000000000"/>
                <a:cs typeface="Prata" panose="00000500000000000000"/>
                <a:sym typeface="Prata" panose="00000500000000000000"/>
              </a:rPr>
              <a:t>Investing</a:t>
            </a:r>
            <a:endParaRPr>
              <a:solidFill>
                <a:schemeClr val="accent2"/>
              </a:solidFill>
              <a:latin typeface="Prata" panose="00000500000000000000"/>
              <a:ea typeface="Prata" panose="00000500000000000000"/>
              <a:cs typeface="Prata" panose="00000500000000000000"/>
              <a:sym typeface="Prata" panose="00000500000000000000"/>
            </a:endParaRPr>
          </a:p>
        </p:txBody>
      </p:sp>
      <p:sp>
        <p:nvSpPr>
          <p:cNvPr id="210" name="Google Shape;210;p42" descr="header_4"/>
          <p:cNvSpPr txBox="1"/>
          <p:nvPr>
            <p:ph type="subTitle" idx="4294967295"/>
          </p:nvPr>
        </p:nvSpPr>
        <p:spPr>
          <a:xfrm>
            <a:off x="4800600" y="2396595"/>
            <a:ext cx="3883500" cy="3246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a:solidFill>
                  <a:schemeClr val="accent2"/>
                </a:solidFill>
                <a:latin typeface="Prata" panose="00000500000000000000"/>
                <a:ea typeface="Prata" panose="00000500000000000000"/>
                <a:cs typeface="Prata" panose="00000500000000000000"/>
                <a:sym typeface="Prata" panose="00000500000000000000"/>
              </a:rPr>
              <a:t>Credit Management</a:t>
            </a:r>
            <a:endParaRPr>
              <a:solidFill>
                <a:schemeClr val="accent2"/>
              </a:solidFill>
              <a:latin typeface="Prata" panose="00000500000000000000"/>
              <a:ea typeface="Prata" panose="00000500000000000000"/>
              <a:cs typeface="Prata" panose="00000500000000000000"/>
              <a:sym typeface="Prata" panose="00000500000000000000"/>
            </a:endParaRPr>
          </a:p>
        </p:txBody>
      </p:sp>
      <p:sp>
        <p:nvSpPr>
          <p:cNvPr id="211" name="Google Shape;211;p42" descr="header_5"/>
          <p:cNvSpPr txBox="1"/>
          <p:nvPr>
            <p:ph type="subTitle" idx="4294967295"/>
          </p:nvPr>
        </p:nvSpPr>
        <p:spPr>
          <a:xfrm>
            <a:off x="4800600" y="3653125"/>
            <a:ext cx="3883500" cy="3246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a:solidFill>
                  <a:schemeClr val="accent2"/>
                </a:solidFill>
                <a:latin typeface="Prata" panose="00000500000000000000"/>
                <a:ea typeface="Prata" panose="00000500000000000000"/>
                <a:cs typeface="Prata" panose="00000500000000000000"/>
                <a:sym typeface="Prata" panose="00000500000000000000"/>
              </a:rPr>
              <a:t>Debt Management</a:t>
            </a:r>
            <a:endParaRPr>
              <a:solidFill>
                <a:schemeClr val="accent2"/>
              </a:solidFill>
              <a:latin typeface="Prata" panose="00000500000000000000"/>
              <a:ea typeface="Prata" panose="00000500000000000000"/>
              <a:cs typeface="Prata" panose="00000500000000000000"/>
              <a:sym typeface="Prata" panose="00000500000000000000"/>
            </a:endParaRPr>
          </a:p>
        </p:txBody>
      </p:sp>
      <p:sp>
        <p:nvSpPr>
          <p:cNvPr id="212" name="Google Shape;212;p42" descr="detail_5"/>
          <p:cNvSpPr txBox="1"/>
          <p:nvPr>
            <p:ph type="body" idx="4294967295"/>
          </p:nvPr>
        </p:nvSpPr>
        <p:spPr>
          <a:xfrm>
            <a:off x="4803300" y="3977725"/>
            <a:ext cx="3883500" cy="8262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t>Knowing how to manage and repay debts, including loans and credit cards.</a:t>
            </a:r>
            <a:endParaRPr sz="1000">
              <a:solidFill>
                <a:schemeClr val="dk1"/>
              </a:solidFill>
            </a:endParaRPr>
          </a:p>
        </p:txBody>
      </p:sp>
      <p:sp>
        <p:nvSpPr>
          <p:cNvPr id="213" name="Google Shape;213;p42"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Definition</a:t>
            </a:r>
            <a:endParaRPr sz="1200">
              <a:latin typeface="Imbue"/>
              <a:ea typeface="Imbue"/>
              <a:cs typeface="Imbue"/>
              <a:sym typeface="Imbue"/>
            </a:endParaRPr>
          </a:p>
        </p:txBody>
      </p:sp>
      <p:sp>
        <p:nvSpPr>
          <p:cNvPr id="214" name="Google Shape;214;p42"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Understanding Financial Literacy</a:t>
            </a:r>
            <a:endParaRPr>
              <a:solidFill>
                <a:schemeClr val="dk1"/>
              </a:solidFill>
            </a:endParaRPr>
          </a:p>
        </p:txBody>
      </p:sp>
      <p:grpSp>
        <p:nvGrpSpPr>
          <p:cNvPr id="215" name="Google Shape;215;p42"/>
          <p:cNvGrpSpPr/>
          <p:nvPr/>
        </p:nvGrpSpPr>
        <p:grpSpPr>
          <a:xfrm>
            <a:off x="6968200" y="111875"/>
            <a:ext cx="2057400" cy="1033200"/>
            <a:chOff x="6922975" y="1548525"/>
            <a:chExt cx="2057400" cy="1033200"/>
          </a:xfrm>
        </p:grpSpPr>
        <p:grpSp>
          <p:nvGrpSpPr>
            <p:cNvPr id="216" name="Google Shape;216;p42"/>
            <p:cNvGrpSpPr/>
            <p:nvPr/>
          </p:nvGrpSpPr>
          <p:grpSpPr>
            <a:xfrm>
              <a:off x="6922975" y="1548525"/>
              <a:ext cx="2057400" cy="1033200"/>
              <a:chOff x="6172200" y="152400"/>
              <a:chExt cx="2057400" cy="1033200"/>
            </a:xfrm>
          </p:grpSpPr>
          <p:sp>
            <p:nvSpPr>
              <p:cNvPr id="217" name="Google Shape;217;p42"/>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18" name="Google Shape;218;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19" name="Google Shape;219;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adding examples of each component for better understanding, or include statistics that highlight the importance of financial literacy for different demographics.</a:t>
              </a:r>
              <a:endParaRPr sz="700">
                <a:latin typeface="Inter" panose="02000503000000020004"/>
                <a:ea typeface="Inter" panose="02000503000000020004"/>
                <a:cs typeface="Inter" panose="02000503000000020004"/>
                <a:sym typeface="Inter" panose="02000503000000020004"/>
              </a:endParaRPr>
            </a:p>
          </p:txBody>
        </p:sp>
        <p:pic>
          <p:nvPicPr>
            <p:cNvPr id="220" name="Google Shape;220;p42"/>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24" name="Shape 224"/>
        <p:cNvGrpSpPr/>
        <p:nvPr/>
      </p:nvGrpSpPr>
      <p:grpSpPr>
        <a:xfrm>
          <a:off x="0" y="0"/>
          <a:ext cx="0" cy="0"/>
          <a:chOff x="0" y="0"/>
          <a:chExt cx="0" cy="0"/>
        </a:xfrm>
      </p:grpSpPr>
      <p:sp>
        <p:nvSpPr>
          <p:cNvPr id="225" name="Google Shape;225;p43" descr="detail_0"/>
          <p:cNvSpPr txBox="1"/>
          <p:nvPr>
            <p:ph type="body" idx="2"/>
          </p:nvPr>
        </p:nvSpPr>
        <p:spPr>
          <a:xfrm>
            <a:off x="4572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Financial literacy empowers individuals to take control of their financial lives. It equips them with the knowledge to make informed choices, reducing reliance on others for financial advice.</a:t>
            </a:r>
            <a:endParaRPr sz="1200"/>
          </a:p>
        </p:txBody>
      </p:sp>
      <p:sp>
        <p:nvSpPr>
          <p:cNvPr id="226" name="Google Shape;226;p43" descr="header_0"/>
          <p:cNvSpPr txBox="1"/>
          <p:nvPr>
            <p:ph type="subTitle" idx="1"/>
          </p:nvPr>
        </p:nvSpPr>
        <p:spPr>
          <a:xfrm>
            <a:off x="457200"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Empowerment</a:t>
            </a:r>
            <a:endParaRPr sz="1600">
              <a:latin typeface="Prata" panose="00000500000000000000"/>
              <a:ea typeface="Prata" panose="00000500000000000000"/>
              <a:cs typeface="Prata" panose="00000500000000000000"/>
              <a:sym typeface="Prata" panose="00000500000000000000"/>
            </a:endParaRPr>
          </a:p>
        </p:txBody>
      </p:sp>
      <p:sp>
        <p:nvSpPr>
          <p:cNvPr id="227" name="Google Shape;227;p43" descr="detail_1"/>
          <p:cNvSpPr txBox="1"/>
          <p:nvPr>
            <p:ph type="body" idx="2"/>
          </p:nvPr>
        </p:nvSpPr>
        <p:spPr>
          <a:xfrm>
            <a:off x="45720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With a solid understanding of budgeting and credit, individuals are less likely to accumulate unnecessary debt and can manage existing debt more effectively.</a:t>
            </a:r>
            <a:endParaRPr sz="1200"/>
          </a:p>
        </p:txBody>
      </p:sp>
      <p:sp>
        <p:nvSpPr>
          <p:cNvPr id="228" name="Google Shape;228;p43" descr="header_1"/>
          <p:cNvSpPr txBox="1"/>
          <p:nvPr>
            <p:ph type="subTitle" idx="1"/>
          </p:nvPr>
        </p:nvSpPr>
        <p:spPr>
          <a:xfrm>
            <a:off x="4572002"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Avoiding Debt</a:t>
            </a:r>
            <a:endParaRPr sz="1600">
              <a:latin typeface="Prata" panose="00000500000000000000"/>
              <a:ea typeface="Prata" panose="00000500000000000000"/>
              <a:cs typeface="Prata" panose="00000500000000000000"/>
              <a:sym typeface="Prata" panose="00000500000000000000"/>
            </a:endParaRPr>
          </a:p>
        </p:txBody>
      </p:sp>
      <p:sp>
        <p:nvSpPr>
          <p:cNvPr id="229" name="Google Shape;229;p43" descr="detail_2"/>
          <p:cNvSpPr txBox="1"/>
          <p:nvPr>
            <p:ph type="body" idx="2"/>
          </p:nvPr>
        </p:nvSpPr>
        <p:spPr>
          <a:xfrm>
            <a:off x="4572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Financial literacy helps individuals understand the importance of saving and investing, enabling them to build wealth over time. Knowledge of investment options can lead to smarter financial decisions.</a:t>
            </a:r>
            <a:endParaRPr sz="1200"/>
          </a:p>
        </p:txBody>
      </p:sp>
      <p:sp>
        <p:nvSpPr>
          <p:cNvPr id="230" name="Google Shape;230;p43" descr="header_2"/>
          <p:cNvSpPr txBox="1"/>
          <p:nvPr>
            <p:ph type="subTitle" idx="1"/>
          </p:nvPr>
        </p:nvSpPr>
        <p:spPr>
          <a:xfrm>
            <a:off x="457200"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Building Wealth</a:t>
            </a:r>
            <a:endParaRPr sz="1600">
              <a:latin typeface="Prata" panose="00000500000000000000"/>
              <a:ea typeface="Prata" panose="00000500000000000000"/>
              <a:cs typeface="Prata" panose="00000500000000000000"/>
              <a:sym typeface="Prata" panose="00000500000000000000"/>
            </a:endParaRPr>
          </a:p>
        </p:txBody>
      </p:sp>
      <p:sp>
        <p:nvSpPr>
          <p:cNvPr id="231" name="Google Shape;231;p43" descr="detail_3"/>
          <p:cNvSpPr txBox="1"/>
          <p:nvPr>
            <p:ph type="body" idx="2"/>
          </p:nvPr>
        </p:nvSpPr>
        <p:spPr>
          <a:xfrm>
            <a:off x="45720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Financial literacy encourages proactive financial planning, including retirement savings, education funds, and emergency savings, leading to a more secure and comfortable future.</a:t>
            </a:r>
            <a:endParaRPr sz="1200"/>
          </a:p>
        </p:txBody>
      </p:sp>
      <p:sp>
        <p:nvSpPr>
          <p:cNvPr id="232" name="Google Shape;232;p43" descr="header_3"/>
          <p:cNvSpPr txBox="1"/>
          <p:nvPr>
            <p:ph type="subTitle" idx="1"/>
          </p:nvPr>
        </p:nvSpPr>
        <p:spPr>
          <a:xfrm>
            <a:off x="4572001"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Planning for the Future</a:t>
            </a:r>
            <a:endParaRPr sz="1600">
              <a:latin typeface="Prata" panose="00000500000000000000"/>
              <a:ea typeface="Prata" panose="00000500000000000000"/>
              <a:cs typeface="Prata" panose="00000500000000000000"/>
              <a:sym typeface="Prata" panose="00000500000000000000"/>
            </a:endParaRPr>
          </a:p>
        </p:txBody>
      </p:sp>
      <p:sp>
        <p:nvSpPr>
          <p:cNvPr id="233" name="Google Shape;233;p43"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Financial Literacy</a:t>
            </a:r>
            <a:endParaRPr sz="1200">
              <a:latin typeface="Imbue"/>
              <a:ea typeface="Imbue"/>
              <a:cs typeface="Imbue"/>
              <a:sym typeface="Imbue"/>
            </a:endParaRPr>
          </a:p>
        </p:txBody>
      </p:sp>
      <p:sp>
        <p:nvSpPr>
          <p:cNvPr id="234" name="Google Shape;234;p43"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Importance of Financial Literacy</a:t>
            </a:r>
            <a:endParaRPr>
              <a:solidFill>
                <a:schemeClr val="dk1"/>
              </a:solidFill>
            </a:endParaRPr>
          </a:p>
        </p:txBody>
      </p:sp>
      <p:pic>
        <p:nvPicPr>
          <p:cNvPr id="235" name="Google Shape;235;p43"/>
          <p:cNvPicPr preferRelativeResize="0"/>
          <p:nvPr/>
        </p:nvPicPr>
        <p:blipFill rotWithShape="1">
          <a:blip r:embed="rId1">
            <a:alphaModFix amt="80000"/>
          </a:blip>
          <a:srcRect t="20358" b="20358"/>
          <a:stretch>
            <a:fillRect/>
          </a:stretch>
        </p:blipFill>
        <p:spPr>
          <a:xfrm>
            <a:off x="0" y="4996750"/>
            <a:ext cx="9144003" cy="146750"/>
          </a:xfrm>
          <a:prstGeom prst="rect">
            <a:avLst/>
          </a:prstGeom>
          <a:noFill/>
          <a:ln>
            <a:noFill/>
          </a:ln>
        </p:spPr>
      </p:pic>
      <p:grpSp>
        <p:nvGrpSpPr>
          <p:cNvPr id="236" name="Google Shape;236;p43"/>
          <p:cNvGrpSpPr/>
          <p:nvPr/>
        </p:nvGrpSpPr>
        <p:grpSpPr>
          <a:xfrm>
            <a:off x="6968200" y="111875"/>
            <a:ext cx="2057400" cy="1033200"/>
            <a:chOff x="6922975" y="1548525"/>
            <a:chExt cx="2057400" cy="1033200"/>
          </a:xfrm>
        </p:grpSpPr>
        <p:grpSp>
          <p:nvGrpSpPr>
            <p:cNvPr id="237" name="Google Shape;237;p43"/>
            <p:cNvGrpSpPr/>
            <p:nvPr/>
          </p:nvGrpSpPr>
          <p:grpSpPr>
            <a:xfrm>
              <a:off x="6922975" y="1548525"/>
              <a:ext cx="2057400" cy="1033200"/>
              <a:chOff x="6172200" y="152400"/>
              <a:chExt cx="2057400" cy="1033200"/>
            </a:xfrm>
          </p:grpSpPr>
          <p:sp>
            <p:nvSpPr>
              <p:cNvPr id="238" name="Google Shape;238;p43"/>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39" name="Google Shape;239;p43"/>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40" name="Google Shape;240;p43"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adding examples of how financial literacy has impacted individuals or communities positively. You can also include statistics to support the importance of financial literacy.</a:t>
              </a:r>
              <a:endParaRPr sz="700">
                <a:latin typeface="Inter" panose="02000503000000020004"/>
                <a:ea typeface="Inter" panose="02000503000000020004"/>
                <a:cs typeface="Inter" panose="02000503000000020004"/>
                <a:sym typeface="Inter" panose="02000503000000020004"/>
              </a:endParaRPr>
            </a:p>
          </p:txBody>
        </p:sp>
        <p:pic>
          <p:nvPicPr>
            <p:cNvPr id="241" name="Google Shape;241;p43"/>
            <p:cNvPicPr preferRelativeResize="0"/>
            <p:nvPr/>
          </p:nvPicPr>
          <p:blipFill>
            <a:blip r:embed="rId2"/>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45" name="Shape 245"/>
        <p:cNvGrpSpPr/>
        <p:nvPr/>
      </p:nvGrpSpPr>
      <p:grpSpPr>
        <a:xfrm>
          <a:off x="0" y="0"/>
          <a:ext cx="0" cy="0"/>
          <a:chOff x="0" y="0"/>
          <a:chExt cx="0" cy="0"/>
        </a:xfrm>
      </p:grpSpPr>
      <p:sp>
        <p:nvSpPr>
          <p:cNvPr id="246" name="Google Shape;246;p44" descr="header_0"/>
          <p:cNvSpPr txBox="1"/>
          <p:nvPr>
            <p:ph type="subTitle" idx="4"/>
          </p:nvPr>
        </p:nvSpPr>
        <p:spPr>
          <a:xfrm>
            <a:off x="457200" y="2479275"/>
            <a:ext cx="2547300" cy="57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User-Friendly Interfaces</a:t>
            </a:r>
            <a:endParaRPr sz="1400">
              <a:latin typeface="Prata" panose="00000500000000000000"/>
              <a:ea typeface="Prata" panose="00000500000000000000"/>
              <a:cs typeface="Prata" panose="00000500000000000000"/>
              <a:sym typeface="Prata" panose="00000500000000000000"/>
            </a:endParaRPr>
          </a:p>
        </p:txBody>
      </p:sp>
      <p:sp>
        <p:nvSpPr>
          <p:cNvPr id="247" name="Google Shape;247;p44" descr="header_1"/>
          <p:cNvSpPr txBox="1"/>
          <p:nvPr>
            <p:ph type="subTitle" idx="5"/>
          </p:nvPr>
        </p:nvSpPr>
        <p:spPr>
          <a:xfrm>
            <a:off x="3298910" y="2479275"/>
            <a:ext cx="2547300" cy="57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Automatic Tracking</a:t>
            </a:r>
            <a:endParaRPr sz="1400">
              <a:latin typeface="Prata" panose="00000500000000000000"/>
              <a:ea typeface="Prata" panose="00000500000000000000"/>
              <a:cs typeface="Prata" panose="00000500000000000000"/>
              <a:sym typeface="Prata" panose="00000500000000000000"/>
            </a:endParaRPr>
          </a:p>
        </p:txBody>
      </p:sp>
      <p:sp>
        <p:nvSpPr>
          <p:cNvPr id="248" name="Google Shape;248;p44" descr="header_2"/>
          <p:cNvSpPr txBox="1"/>
          <p:nvPr>
            <p:ph type="subTitle" idx="5"/>
          </p:nvPr>
        </p:nvSpPr>
        <p:spPr>
          <a:xfrm>
            <a:off x="6140625" y="2479275"/>
            <a:ext cx="2547300" cy="57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Expense Tracking Tools</a:t>
            </a:r>
            <a:endParaRPr sz="1400">
              <a:latin typeface="Prata" panose="00000500000000000000"/>
              <a:ea typeface="Prata" panose="00000500000000000000"/>
              <a:cs typeface="Prata" panose="00000500000000000000"/>
              <a:sym typeface="Prata" panose="00000500000000000000"/>
            </a:endParaRPr>
          </a:p>
        </p:txBody>
      </p:sp>
      <p:sp>
        <p:nvSpPr>
          <p:cNvPr id="249" name="Google Shape;249;p44"/>
          <p:cNvSpPr/>
          <p:nvPr/>
        </p:nvSpPr>
        <p:spPr>
          <a:xfrm>
            <a:off x="1246049" y="1314324"/>
            <a:ext cx="969600" cy="969600"/>
          </a:xfrm>
          <a:prstGeom prst="snip2DiagRect">
            <a:avLst>
              <a:gd name="adj1" fmla="val 0"/>
              <a:gd name="adj2"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44"/>
          <p:cNvSpPr/>
          <p:nvPr/>
        </p:nvSpPr>
        <p:spPr>
          <a:xfrm>
            <a:off x="4087190" y="1302085"/>
            <a:ext cx="969600" cy="9696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44"/>
          <p:cNvSpPr/>
          <p:nvPr/>
        </p:nvSpPr>
        <p:spPr>
          <a:xfrm>
            <a:off x="6928340" y="1314317"/>
            <a:ext cx="969600" cy="9696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44" descr="detail_0"/>
          <p:cNvSpPr txBox="1"/>
          <p:nvPr>
            <p:ph type="body" idx="1"/>
          </p:nvPr>
        </p:nvSpPr>
        <p:spPr>
          <a:xfrm>
            <a:off x="457200" y="3051975"/>
            <a:ext cx="2547300" cy="16065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t>Apps like Mint, YNAB (You Need A Budget), and PocketGuard allow users to create and manage budgets easily. They often come with intuitive dashboards that provide a clear overview of income, expenses, and savings.</a:t>
            </a:r>
            <a:endParaRPr sz="1100"/>
          </a:p>
        </p:txBody>
      </p:sp>
      <p:sp>
        <p:nvSpPr>
          <p:cNvPr id="253" name="Google Shape;253;p44" descr="detail_1"/>
          <p:cNvSpPr txBox="1"/>
          <p:nvPr>
            <p:ph type="body" idx="1"/>
          </p:nvPr>
        </p:nvSpPr>
        <p:spPr>
          <a:xfrm>
            <a:off x="3298900" y="3051975"/>
            <a:ext cx="2547300" cy="16065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t>Many apps automatically sync with bank accounts and credit cards, categorizing transactions in real time, which simplifies tracking spending habits.</a:t>
            </a:r>
            <a:endParaRPr sz="1100"/>
          </a:p>
        </p:txBody>
      </p:sp>
      <p:sp>
        <p:nvSpPr>
          <p:cNvPr id="254" name="Google Shape;254;p44" descr="detail_2"/>
          <p:cNvSpPr txBox="1"/>
          <p:nvPr>
            <p:ph type="body" idx="1"/>
          </p:nvPr>
        </p:nvSpPr>
        <p:spPr>
          <a:xfrm>
            <a:off x="6140600" y="3051975"/>
            <a:ext cx="2547300" cy="16065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t>Expense tracking apps like Expensify or Wally let users log expenses as they occur, providing immediate insights into spending patterns. Some tools allow users to take pictures of receipts, automatically extracting relevant information.</a:t>
            </a:r>
            <a:endParaRPr sz="1100"/>
          </a:p>
        </p:txBody>
      </p:sp>
      <p:pic>
        <p:nvPicPr>
          <p:cNvPr id="255" name="Google Shape;255;p44"/>
          <p:cNvPicPr preferRelativeResize="0"/>
          <p:nvPr/>
        </p:nvPicPr>
        <p:blipFill rotWithShape="1">
          <a:blip r:embed="rId1">
            <a:alphaModFix amt="65000"/>
          </a:blip>
          <a:srcRect l="29327" t="43326" r="37731" b="24136"/>
          <a:stretch>
            <a:fillRect/>
          </a:stretch>
        </p:blipFill>
        <p:spPr>
          <a:xfrm rot="2441038">
            <a:off x="1246027" y="1344642"/>
            <a:ext cx="969648" cy="971144"/>
          </a:xfrm>
          <a:prstGeom prst="trapezoid">
            <a:avLst>
              <a:gd name="adj" fmla="val 13469"/>
            </a:avLst>
          </a:prstGeom>
          <a:noFill/>
          <a:ln>
            <a:noFill/>
          </a:ln>
        </p:spPr>
      </p:pic>
      <p:pic>
        <p:nvPicPr>
          <p:cNvPr id="256" name="Google Shape;256;p44"/>
          <p:cNvPicPr preferRelativeResize="0"/>
          <p:nvPr/>
        </p:nvPicPr>
        <p:blipFill rotWithShape="1">
          <a:blip r:embed="rId2">
            <a:alphaModFix amt="65000"/>
          </a:blip>
          <a:srcRect l="36989" t="66561" r="27306" b="11306"/>
          <a:stretch>
            <a:fillRect/>
          </a:stretch>
        </p:blipFill>
        <p:spPr>
          <a:xfrm rot="-9239869">
            <a:off x="4087729" y="1344669"/>
            <a:ext cx="969651" cy="971130"/>
          </a:xfrm>
          <a:prstGeom prst="snip2SameRect">
            <a:avLst>
              <a:gd name="adj1" fmla="val 16667"/>
              <a:gd name="adj2" fmla="val 0"/>
            </a:avLst>
          </a:prstGeom>
          <a:noFill/>
          <a:ln>
            <a:noFill/>
          </a:ln>
        </p:spPr>
      </p:pic>
      <p:pic>
        <p:nvPicPr>
          <p:cNvPr id="257" name="Google Shape;257;p44"/>
          <p:cNvPicPr preferRelativeResize="0"/>
          <p:nvPr/>
        </p:nvPicPr>
        <p:blipFill rotWithShape="1">
          <a:blip r:embed="rId3">
            <a:alphaModFix amt="65000"/>
          </a:blip>
          <a:srcRect l="68880" t="55124" r="16715" b="18929"/>
          <a:stretch>
            <a:fillRect/>
          </a:stretch>
        </p:blipFill>
        <p:spPr>
          <a:xfrm rot="-1532054">
            <a:off x="6929519" y="1322324"/>
            <a:ext cx="969492" cy="971104"/>
          </a:xfrm>
          <a:prstGeom prst="snip1Rect">
            <a:avLst>
              <a:gd name="adj" fmla="val 48299"/>
            </a:avLst>
          </a:prstGeom>
          <a:noFill/>
          <a:ln>
            <a:noFill/>
          </a:ln>
        </p:spPr>
      </p:pic>
      <p:sp>
        <p:nvSpPr>
          <p:cNvPr id="258" name="Google Shape;258;p44"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latin typeface="Imbue"/>
                <a:ea typeface="Imbue"/>
                <a:cs typeface="Imbue"/>
                <a:sym typeface="Imbue"/>
              </a:rPr>
              <a:t>Budgeting</a:t>
            </a:r>
            <a:endParaRPr sz="1200">
              <a:latin typeface="Imbue"/>
              <a:ea typeface="Imbue"/>
              <a:cs typeface="Imbue"/>
              <a:sym typeface="Imbue"/>
            </a:endParaRPr>
          </a:p>
        </p:txBody>
      </p:sp>
      <p:sp>
        <p:nvSpPr>
          <p:cNvPr id="259" name="Google Shape;259;p44"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Budgeting Apps Overview</a:t>
            </a:r>
            <a:endParaRPr>
              <a:solidFill>
                <a:schemeClr val="dk1"/>
              </a:solidFill>
            </a:endParaRPr>
          </a:p>
        </p:txBody>
      </p:sp>
      <p:grpSp>
        <p:nvGrpSpPr>
          <p:cNvPr id="260" name="Google Shape;260;p44"/>
          <p:cNvGrpSpPr/>
          <p:nvPr/>
        </p:nvGrpSpPr>
        <p:grpSpPr>
          <a:xfrm>
            <a:off x="6968200" y="111875"/>
            <a:ext cx="2057400" cy="1033200"/>
            <a:chOff x="6922975" y="1548525"/>
            <a:chExt cx="2057400" cy="1033200"/>
          </a:xfrm>
        </p:grpSpPr>
        <p:grpSp>
          <p:nvGrpSpPr>
            <p:cNvPr id="261" name="Google Shape;261;p44"/>
            <p:cNvGrpSpPr/>
            <p:nvPr/>
          </p:nvGrpSpPr>
          <p:grpSpPr>
            <a:xfrm>
              <a:off x="6922975" y="1548525"/>
              <a:ext cx="2057400" cy="1033200"/>
              <a:chOff x="6172200" y="152400"/>
              <a:chExt cx="2057400" cy="1033200"/>
            </a:xfrm>
          </p:grpSpPr>
          <p:sp>
            <p:nvSpPr>
              <p:cNvPr id="262" name="Google Shape;262;p44"/>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63" name="Google Shape;263;p4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4" name="Google Shape;264;p4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screenshots of popular budgeting apps to demonstrate their user interfaces.</a:t>
              </a:r>
              <a:endParaRPr sz="800">
                <a:latin typeface="Inter" panose="02000503000000020004"/>
                <a:ea typeface="Inter" panose="02000503000000020004"/>
                <a:cs typeface="Inter" panose="02000503000000020004"/>
                <a:sym typeface="Inter" panose="02000503000000020004"/>
              </a:endParaRPr>
            </a:p>
          </p:txBody>
        </p:sp>
        <p:pic>
          <p:nvPicPr>
            <p:cNvPr id="265" name="Google Shape;265;p44"/>
            <p:cNvPicPr preferRelativeResize="0"/>
            <p:nvPr/>
          </p:nvPicPr>
          <p:blipFill>
            <a:blip r:embed="rId4"/>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5"/>
          <a:srcRect t="22967" b="48563"/>
          <a:stretch>
            <a:fillRect/>
          </a:stretch>
        </p:blipFill>
        <p:spPr>
          <a:xfrm>
            <a:off x="6649720"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45" descr="detail_0"/>
          <p:cNvSpPr txBox="1"/>
          <p:nvPr>
            <p:ph type="body" idx="2"/>
          </p:nvPr>
        </p:nvSpPr>
        <p:spPr>
          <a:xfrm>
            <a:off x="455175" y="2262200"/>
            <a:ext cx="1943400" cy="1289700"/>
          </a:xfrm>
          <a:prstGeom prst="rect">
            <a:avLst/>
          </a:prstGeom>
        </p:spPr>
        <p:txBody>
          <a:bodyPr spcFirstLastPara="1" wrap="square" lIns="0" tIns="91425" rIns="91425" bIns="91425" anchor="t" anchorCtr="0">
            <a:noAutofit/>
          </a:bodyPr>
          <a:lstStyle/>
          <a:p>
            <a:pPr marL="0" lvl="0" indent="0" algn="l" rtl="0">
              <a:spcBef>
                <a:spcPts val="0"/>
              </a:spcBef>
              <a:spcAft>
                <a:spcPts val="2000"/>
              </a:spcAft>
              <a:buNone/>
            </a:pPr>
            <a:r>
              <a:rPr lang="en-GB" sz="1000"/>
              <a:t>Collect financial data by listing all income sources and identifying fixed (e.g., rent) and variable expenses (e.g., groceries).</a:t>
            </a:r>
            <a:endParaRPr sz="1000"/>
          </a:p>
        </p:txBody>
      </p:sp>
      <p:sp>
        <p:nvSpPr>
          <p:cNvPr id="271" name="Google Shape;271;p45" descr="detail_1"/>
          <p:cNvSpPr txBox="1"/>
          <p:nvPr>
            <p:ph type="body" idx="4294967295"/>
          </p:nvPr>
        </p:nvSpPr>
        <p:spPr>
          <a:xfrm>
            <a:off x="2551921" y="2262200"/>
            <a:ext cx="1943400" cy="1289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000"/>
              <a:t>Create a detailed list of monthly income and expenses. Include total income and categorize expenses into fixed and variable.</a:t>
            </a:r>
            <a:endParaRPr sz="1000"/>
          </a:p>
        </p:txBody>
      </p:sp>
      <p:sp>
        <p:nvSpPr>
          <p:cNvPr id="272" name="Google Shape;272;p45" descr="detail_2"/>
          <p:cNvSpPr txBox="1"/>
          <p:nvPr>
            <p:ph type="body" idx="4294967295"/>
          </p:nvPr>
        </p:nvSpPr>
        <p:spPr>
          <a:xfrm>
            <a:off x="4648668" y="2262200"/>
            <a:ext cx="1943400" cy="1289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000"/>
              <a:t>Add fixed and variable expenses to find total monthly expenses. Use: Total Fixed + Total Variable = Total Monthly Expenses.</a:t>
            </a:r>
            <a:endParaRPr sz="1000"/>
          </a:p>
        </p:txBody>
      </p:sp>
      <p:sp>
        <p:nvSpPr>
          <p:cNvPr id="273" name="Google Shape;273;p45" descr="header_0"/>
          <p:cNvSpPr txBox="1"/>
          <p:nvPr>
            <p:ph type="subTitle" idx="1"/>
          </p:nvPr>
        </p:nvSpPr>
        <p:spPr>
          <a:xfrm>
            <a:off x="455163" y="1611100"/>
            <a:ext cx="1943400" cy="5313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a:solidFill>
                  <a:schemeClr val="dk1"/>
                </a:solidFill>
                <a:latin typeface="Imbue"/>
                <a:ea typeface="Imbue"/>
                <a:cs typeface="Imbue"/>
                <a:sym typeface="Imbue"/>
              </a:rPr>
              <a:t>Gather Financial Information</a:t>
            </a:r>
            <a:endParaRPr sz="1200">
              <a:solidFill>
                <a:schemeClr val="dk1"/>
              </a:solidFill>
              <a:latin typeface="Imbue"/>
              <a:ea typeface="Imbue"/>
              <a:cs typeface="Imbue"/>
              <a:sym typeface="Imbue"/>
            </a:endParaRPr>
          </a:p>
        </p:txBody>
      </p:sp>
      <p:sp>
        <p:nvSpPr>
          <p:cNvPr id="274" name="Google Shape;274;p45" descr="header_1"/>
          <p:cNvSpPr txBox="1"/>
          <p:nvPr>
            <p:ph type="subTitle" idx="4294967295"/>
          </p:nvPr>
        </p:nvSpPr>
        <p:spPr>
          <a:xfrm>
            <a:off x="2551914" y="1611100"/>
            <a:ext cx="1943400" cy="5313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800"/>
              </a:spcAft>
              <a:buClr>
                <a:schemeClr val="dk1"/>
              </a:buClr>
              <a:buSzPts val="1100"/>
              <a:buFont typeface="Arial" panose="020B0604020202090204"/>
              <a:buNone/>
            </a:pPr>
            <a:r>
              <a:rPr lang="en-GB" sz="2400">
                <a:latin typeface="Imbue"/>
                <a:ea typeface="Imbue"/>
                <a:cs typeface="Imbue"/>
                <a:sym typeface="Imbue"/>
              </a:rPr>
              <a:t>List Income and Expenses</a:t>
            </a:r>
            <a:endParaRPr sz="2400">
              <a:latin typeface="Imbue"/>
              <a:ea typeface="Imbue"/>
              <a:cs typeface="Imbue"/>
              <a:sym typeface="Imbue"/>
            </a:endParaRPr>
          </a:p>
        </p:txBody>
      </p:sp>
      <p:sp>
        <p:nvSpPr>
          <p:cNvPr id="275" name="Google Shape;275;p45" descr="header_2"/>
          <p:cNvSpPr txBox="1"/>
          <p:nvPr>
            <p:ph type="subTitle" idx="4294967295"/>
          </p:nvPr>
        </p:nvSpPr>
        <p:spPr>
          <a:xfrm>
            <a:off x="4648666" y="1611100"/>
            <a:ext cx="1943400" cy="5313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800"/>
              </a:spcAft>
              <a:buNone/>
            </a:pPr>
            <a:r>
              <a:rPr lang="en-GB" sz="2400">
                <a:latin typeface="Imbue"/>
                <a:ea typeface="Imbue"/>
                <a:cs typeface="Imbue"/>
                <a:sym typeface="Imbue"/>
              </a:rPr>
              <a:t>Calculate Total Expenses</a:t>
            </a:r>
            <a:endParaRPr sz="2400">
              <a:latin typeface="Imbue"/>
              <a:ea typeface="Imbue"/>
              <a:cs typeface="Imbue"/>
              <a:sym typeface="Imbue"/>
            </a:endParaRPr>
          </a:p>
        </p:txBody>
      </p:sp>
      <p:sp>
        <p:nvSpPr>
          <p:cNvPr id="276" name="Google Shape;276;p45" descr="detail_3"/>
          <p:cNvSpPr txBox="1"/>
          <p:nvPr>
            <p:ph type="body" idx="4294967295"/>
          </p:nvPr>
        </p:nvSpPr>
        <p:spPr>
          <a:xfrm>
            <a:off x="6745431" y="2262200"/>
            <a:ext cx="1943400" cy="1289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000"/>
              <a:t>Calculate the remaining balance by subtracting total expenses from total income: Budget Summary = Total Income - Total Expenses.</a:t>
            </a:r>
            <a:endParaRPr sz="1000"/>
          </a:p>
        </p:txBody>
      </p:sp>
      <p:sp>
        <p:nvSpPr>
          <p:cNvPr id="277" name="Google Shape;277;p45" descr="header_3"/>
          <p:cNvSpPr txBox="1"/>
          <p:nvPr>
            <p:ph type="subTitle" idx="4294967295"/>
          </p:nvPr>
        </p:nvSpPr>
        <p:spPr>
          <a:xfrm>
            <a:off x="6745434" y="1611100"/>
            <a:ext cx="1943400" cy="5313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800"/>
              </a:spcAft>
              <a:buNone/>
            </a:pPr>
            <a:r>
              <a:rPr lang="en-GB" sz="1300">
                <a:latin typeface="Imbue"/>
                <a:ea typeface="Imbue"/>
                <a:cs typeface="Imbue"/>
                <a:sym typeface="Imbue"/>
              </a:rPr>
              <a:t>Determine Remaining Balance</a:t>
            </a:r>
            <a:endParaRPr sz="1300">
              <a:latin typeface="Imbue"/>
              <a:ea typeface="Imbue"/>
              <a:cs typeface="Imbue"/>
              <a:sym typeface="Imbue"/>
            </a:endParaRPr>
          </a:p>
        </p:txBody>
      </p:sp>
      <p:sp>
        <p:nvSpPr>
          <p:cNvPr id="278" name="Google Shape;278;p45" descr="deliverable_0"/>
          <p:cNvSpPr txBox="1"/>
          <p:nvPr>
            <p:ph type="body" idx="2"/>
          </p:nvPr>
        </p:nvSpPr>
        <p:spPr>
          <a:xfrm>
            <a:off x="455163" y="3555400"/>
            <a:ext cx="1943400" cy="11328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2"/>
                </a:solidFill>
              </a:rPr>
              <a:t>List of income sources</a:t>
            </a:r>
            <a:endParaRPr sz="1000">
              <a:solidFill>
                <a:schemeClr val="accent2"/>
              </a:solidFill>
            </a:endParaRPr>
          </a:p>
          <a:p>
            <a:pPr marL="0" lvl="0" indent="0" algn="l" rtl="0">
              <a:spcBef>
                <a:spcPts val="0"/>
              </a:spcBef>
              <a:spcAft>
                <a:spcPts val="0"/>
              </a:spcAft>
              <a:buNone/>
            </a:pPr>
            <a:r>
              <a:rPr lang="en-GB" sz="1000">
                <a:solidFill>
                  <a:schemeClr val="accent2"/>
                </a:solidFill>
              </a:rPr>
              <a:t>List of fixed expenses</a:t>
            </a:r>
            <a:endParaRPr sz="1000">
              <a:solidFill>
                <a:schemeClr val="accent2"/>
              </a:solidFill>
            </a:endParaRPr>
          </a:p>
          <a:p>
            <a:pPr marL="0" lvl="0" indent="0" algn="l" rtl="0">
              <a:spcBef>
                <a:spcPts val="0"/>
              </a:spcBef>
              <a:spcAft>
                <a:spcPts val="0"/>
              </a:spcAft>
              <a:buNone/>
            </a:pPr>
            <a:r>
              <a:rPr lang="en-GB" sz="1000">
                <a:solidFill>
                  <a:schemeClr val="accent2"/>
                </a:solidFill>
              </a:rPr>
              <a:t>List of variable expenses</a:t>
            </a:r>
            <a:endParaRPr sz="1000">
              <a:solidFill>
                <a:schemeClr val="accent2"/>
              </a:solidFill>
            </a:endParaRPr>
          </a:p>
        </p:txBody>
      </p:sp>
      <p:sp>
        <p:nvSpPr>
          <p:cNvPr id="279" name="Google Shape;279;p45" descr="deliverable_1"/>
          <p:cNvSpPr txBox="1"/>
          <p:nvPr>
            <p:ph type="body" idx="4294967295"/>
          </p:nvPr>
        </p:nvSpPr>
        <p:spPr>
          <a:xfrm>
            <a:off x="2551915" y="3555400"/>
            <a:ext cx="1943400" cy="11328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1000">
                <a:solidFill>
                  <a:schemeClr val="accent2"/>
                </a:solidFill>
              </a:rPr>
              <a:t>Monthly Income Summary</a:t>
            </a:r>
            <a:endParaRPr sz="1000">
              <a:solidFill>
                <a:schemeClr val="accent2"/>
              </a:solidFill>
            </a:endParaRPr>
          </a:p>
          <a:p>
            <a:pPr marL="0" marR="0" lvl="0" indent="0" algn="l" rtl="0">
              <a:lnSpc>
                <a:spcPct val="100000"/>
              </a:lnSpc>
              <a:spcBef>
                <a:spcPts val="0"/>
              </a:spcBef>
              <a:spcAft>
                <a:spcPts val="0"/>
              </a:spcAft>
              <a:buNone/>
            </a:pPr>
            <a:r>
              <a:rPr lang="en-GB" sz="1000">
                <a:solidFill>
                  <a:schemeClr val="accent2"/>
                </a:solidFill>
              </a:rPr>
              <a:t>Monthly Fixed Expenses</a:t>
            </a:r>
            <a:endParaRPr sz="1000">
              <a:solidFill>
                <a:schemeClr val="accent2"/>
              </a:solidFill>
            </a:endParaRPr>
          </a:p>
          <a:p>
            <a:pPr marL="0" marR="0" lvl="0" indent="0" algn="l" rtl="0">
              <a:lnSpc>
                <a:spcPct val="100000"/>
              </a:lnSpc>
              <a:spcBef>
                <a:spcPts val="0"/>
              </a:spcBef>
              <a:spcAft>
                <a:spcPts val="0"/>
              </a:spcAft>
              <a:buNone/>
            </a:pPr>
            <a:r>
              <a:rPr lang="en-GB" sz="1000">
                <a:solidFill>
                  <a:schemeClr val="accent2"/>
                </a:solidFill>
              </a:rPr>
              <a:t>Monthly Variable Expenses</a:t>
            </a:r>
            <a:endParaRPr sz="1000">
              <a:solidFill>
                <a:schemeClr val="accent2"/>
              </a:solidFill>
            </a:endParaRPr>
          </a:p>
        </p:txBody>
      </p:sp>
      <p:sp>
        <p:nvSpPr>
          <p:cNvPr id="280" name="Google Shape;280;p45" descr="deliverable_2"/>
          <p:cNvSpPr txBox="1"/>
          <p:nvPr>
            <p:ph type="body" idx="4294967295"/>
          </p:nvPr>
        </p:nvSpPr>
        <p:spPr>
          <a:xfrm>
            <a:off x="4648668" y="3555400"/>
            <a:ext cx="1943400" cy="11328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1000">
                <a:solidFill>
                  <a:schemeClr val="accent2"/>
                </a:solidFill>
              </a:rPr>
              <a:t>Total Monthly Expenses Calculation</a:t>
            </a:r>
            <a:endParaRPr sz="1000">
              <a:solidFill>
                <a:schemeClr val="accent2"/>
              </a:solidFill>
            </a:endParaRPr>
          </a:p>
        </p:txBody>
      </p:sp>
      <p:sp>
        <p:nvSpPr>
          <p:cNvPr id="281" name="Google Shape;281;p45" descr="deliverable_3"/>
          <p:cNvSpPr txBox="1"/>
          <p:nvPr>
            <p:ph type="body" idx="4294967295"/>
          </p:nvPr>
        </p:nvSpPr>
        <p:spPr>
          <a:xfrm>
            <a:off x="6745437" y="3555400"/>
            <a:ext cx="1943400" cy="11328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1000">
                <a:solidFill>
                  <a:schemeClr val="accent2"/>
                </a:solidFill>
              </a:rPr>
              <a:t>Remaining Balance Calculation</a:t>
            </a:r>
            <a:endParaRPr sz="1000">
              <a:solidFill>
                <a:schemeClr val="accent2"/>
              </a:solidFill>
            </a:endParaRPr>
          </a:p>
        </p:txBody>
      </p:sp>
      <p:sp>
        <p:nvSpPr>
          <p:cNvPr id="282" name="Google Shape;282;p45"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dk1"/>
                </a:solidFill>
                <a:latin typeface="Imbue"/>
                <a:ea typeface="Imbue"/>
                <a:cs typeface="Imbue"/>
                <a:sym typeface="Imbue"/>
              </a:rPr>
              <a:t>Budgeting</a:t>
            </a:r>
            <a:endParaRPr sz="1200">
              <a:solidFill>
                <a:schemeClr val="dk1"/>
              </a:solidFill>
              <a:latin typeface="Imbue"/>
              <a:ea typeface="Imbue"/>
              <a:cs typeface="Imbue"/>
              <a:sym typeface="Imbue"/>
            </a:endParaRPr>
          </a:p>
        </p:txBody>
      </p:sp>
      <p:sp>
        <p:nvSpPr>
          <p:cNvPr id="283" name="Google Shape;283;p45" descr="title"/>
          <p:cNvSpPr txBox="1"/>
          <p:nvPr>
            <p:ph type="title"/>
          </p:nvPr>
        </p:nvSpPr>
        <p:spPr>
          <a:xfrm>
            <a:off x="457200" y="563800"/>
            <a:ext cx="8226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Creating a Sample Budget</a:t>
            </a:r>
            <a:endParaRPr lang="en-GB"/>
          </a:p>
        </p:txBody>
      </p:sp>
      <p:pic>
        <p:nvPicPr>
          <p:cNvPr id="284" name="Google Shape;284;p45"/>
          <p:cNvPicPr preferRelativeResize="0"/>
          <p:nvPr/>
        </p:nvPicPr>
        <p:blipFill rotWithShape="1">
          <a:blip r:embed="rId1">
            <a:alphaModFix amt="78000"/>
          </a:blip>
          <a:srcRect l="45059" t="41261" r="17325" b="21583"/>
          <a:stretch>
            <a:fillRect/>
          </a:stretch>
        </p:blipFill>
        <p:spPr>
          <a:xfrm>
            <a:off x="2551925" y="1396300"/>
            <a:ext cx="214500" cy="214800"/>
          </a:xfrm>
          <a:prstGeom prst="snip1Rect">
            <a:avLst>
              <a:gd name="adj" fmla="val 37331"/>
            </a:avLst>
          </a:prstGeom>
          <a:noFill/>
          <a:ln>
            <a:noFill/>
          </a:ln>
        </p:spPr>
      </p:pic>
      <p:grpSp>
        <p:nvGrpSpPr>
          <p:cNvPr id="285" name="Google Shape;285;p45"/>
          <p:cNvGrpSpPr/>
          <p:nvPr/>
        </p:nvGrpSpPr>
        <p:grpSpPr>
          <a:xfrm>
            <a:off x="6968200" y="111875"/>
            <a:ext cx="2057400" cy="1033200"/>
            <a:chOff x="6922975" y="1548525"/>
            <a:chExt cx="2057400" cy="1033200"/>
          </a:xfrm>
        </p:grpSpPr>
        <p:grpSp>
          <p:nvGrpSpPr>
            <p:cNvPr id="286" name="Google Shape;286;p45"/>
            <p:cNvGrpSpPr/>
            <p:nvPr/>
          </p:nvGrpSpPr>
          <p:grpSpPr>
            <a:xfrm>
              <a:off x="6922975" y="1548525"/>
              <a:ext cx="2057400" cy="1033200"/>
              <a:chOff x="6172200" y="152400"/>
              <a:chExt cx="2057400" cy="1033200"/>
            </a:xfrm>
          </p:grpSpPr>
          <p:sp>
            <p:nvSpPr>
              <p:cNvPr id="287" name="Google Shape;287;p45"/>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88" name="Google Shape;288;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89" name="Google Shape;289;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You can customize the budget examples to reflect specific scenarios relevant to your audience, such as different income levels or expense categories.</a:t>
              </a:r>
              <a:endParaRPr sz="700">
                <a:latin typeface="Inter" panose="02000503000000020004"/>
                <a:ea typeface="Inter" panose="02000503000000020004"/>
                <a:cs typeface="Inter" panose="02000503000000020004"/>
                <a:sym typeface="Inter" panose="02000503000000020004"/>
              </a:endParaRPr>
            </a:p>
          </p:txBody>
        </p:sp>
        <p:pic>
          <p:nvPicPr>
            <p:cNvPr id="290" name="Google Shape;290;p45"/>
            <p:cNvPicPr preferRelativeResize="0"/>
            <p:nvPr/>
          </p:nvPicPr>
          <p:blipFill>
            <a:blip r:embed="rId2"/>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94" name="Shape 294"/>
        <p:cNvGrpSpPr/>
        <p:nvPr/>
      </p:nvGrpSpPr>
      <p:grpSpPr>
        <a:xfrm>
          <a:off x="0" y="0"/>
          <a:ext cx="0" cy="0"/>
          <a:chOff x="0" y="0"/>
          <a:chExt cx="0" cy="0"/>
        </a:xfrm>
      </p:grpSpPr>
      <p:pic>
        <p:nvPicPr>
          <p:cNvPr id="295" name="Google Shape;295;p46"/>
          <p:cNvPicPr preferRelativeResize="0"/>
          <p:nvPr/>
        </p:nvPicPr>
        <p:blipFill rotWithShape="1">
          <a:blip r:embed="rId1"/>
          <a:srcRect/>
          <a:stretch>
            <a:fillRect/>
          </a:stretch>
        </p:blipFill>
        <p:spPr>
          <a:xfrm>
            <a:off x="457200" y="1435825"/>
            <a:ext cx="2743198" cy="2743200"/>
          </a:xfrm>
          <a:prstGeom prst="rect">
            <a:avLst/>
          </a:prstGeom>
          <a:noFill/>
          <a:ln>
            <a:noFill/>
          </a:ln>
        </p:spPr>
      </p:pic>
      <p:pic>
        <p:nvPicPr>
          <p:cNvPr id="296" name="Google Shape;296;p46"/>
          <p:cNvPicPr preferRelativeResize="0"/>
          <p:nvPr/>
        </p:nvPicPr>
        <p:blipFill rotWithShape="1">
          <a:blip r:embed="rId2">
            <a:alphaModFix amt="65000"/>
          </a:blip>
          <a:srcRect l="68880" t="55124" r="16715" b="18929"/>
          <a:stretch>
            <a:fillRect/>
          </a:stretch>
        </p:blipFill>
        <p:spPr>
          <a:xfrm rot="10800000">
            <a:off x="2689052" y="1270623"/>
            <a:ext cx="656700" cy="657900"/>
          </a:xfrm>
          <a:prstGeom prst="snip1Rect">
            <a:avLst>
              <a:gd name="adj" fmla="val 50000"/>
            </a:avLst>
          </a:prstGeom>
          <a:noFill/>
          <a:ln>
            <a:noFill/>
          </a:ln>
        </p:spPr>
      </p:pic>
      <p:sp>
        <p:nvSpPr>
          <p:cNvPr id="297" name="Google Shape;297;p46"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Budgeting</a:t>
            </a:r>
            <a:endParaRPr sz="1200">
              <a:solidFill>
                <a:schemeClr val="lt1"/>
              </a:solidFill>
              <a:latin typeface="Imbue"/>
              <a:ea typeface="Imbue"/>
              <a:cs typeface="Imbue"/>
              <a:sym typeface="Imbue"/>
            </a:endParaRPr>
          </a:p>
        </p:txBody>
      </p:sp>
      <p:sp>
        <p:nvSpPr>
          <p:cNvPr id="298" name="Google Shape;298;p46"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Tracking and Calculating Expenses</a:t>
            </a:r>
            <a:endParaRPr>
              <a:solidFill>
                <a:schemeClr val="lt1"/>
              </a:solidFill>
            </a:endParaRPr>
          </a:p>
        </p:txBody>
      </p:sp>
      <p:sp>
        <p:nvSpPr>
          <p:cNvPr id="299" name="Google Shape;299;p46" descr="detail_0"/>
          <p:cNvSpPr txBox="1"/>
          <p:nvPr>
            <p:ph type="body" idx="2"/>
          </p:nvPr>
        </p:nvSpPr>
        <p:spPr>
          <a:xfrm>
            <a:off x="3571875" y="2065741"/>
            <a:ext cx="5104800" cy="2963400"/>
          </a:xfrm>
          <a:prstGeom prst="rect">
            <a:avLst/>
          </a:prstGeom>
        </p:spPr>
        <p:txBody>
          <a:bodyPr spcFirstLastPara="1" wrap="square" lIns="91425" tIns="91425" rIns="91425" bIns="91425" anchor="t" anchorCtr="0">
            <a:noAutofit/>
          </a:bodyPr>
          <a:lstStyle/>
          <a:p>
            <a:pPr marL="400050" lvl="0" indent="-247650" algn="l" rtl="0">
              <a:lnSpc>
                <a:spcPct val="100000"/>
              </a:lnSpc>
              <a:spcBef>
                <a:spcPts val="0"/>
              </a:spcBef>
              <a:spcAft>
                <a:spcPts val="0"/>
              </a:spcAft>
              <a:buClr>
                <a:schemeClr val="lt1"/>
              </a:buClr>
              <a:buSzPts val="1200"/>
              <a:buChar char="•"/>
            </a:pPr>
            <a:r>
              <a:rPr lang="en-GB" sz="1200">
                <a:solidFill>
                  <a:schemeClr val="lt1"/>
                </a:solidFill>
              </a:rPr>
              <a:t>Choose a tracking method such as a paper notebook, spreadsheet, or budgeting app like Mint, YNAB, or PocketGuard.</a:t>
            </a:r>
            <a:endParaRPr sz="1200">
              <a:solidFill>
                <a:schemeClr val="lt1"/>
              </a:solidFill>
            </a:endParaRPr>
          </a:p>
          <a:p>
            <a:pPr marL="400050" lvl="0" indent="-247650" algn="l" rtl="0">
              <a:lnSpc>
                <a:spcPct val="100000"/>
              </a:lnSpc>
              <a:spcBef>
                <a:spcPts val="1000"/>
              </a:spcBef>
              <a:spcAft>
                <a:spcPts val="0"/>
              </a:spcAft>
              <a:buClr>
                <a:schemeClr val="lt1"/>
              </a:buClr>
              <a:buSzPts val="1200"/>
              <a:buChar char="•"/>
            </a:pPr>
            <a:r>
              <a:rPr lang="en-GB" sz="1200">
                <a:solidFill>
                  <a:schemeClr val="lt1"/>
                </a:solidFill>
              </a:rPr>
              <a:t>Log expenses as they occur to maintain an accurate record. For example, if using a spreadsheet, list the date, description, category, and amount for each expense.</a:t>
            </a:r>
            <a:endParaRPr sz="1200">
              <a:solidFill>
                <a:schemeClr val="lt1"/>
              </a:solidFill>
            </a:endParaRPr>
          </a:p>
          <a:p>
            <a:pPr marL="400050" lvl="0" indent="-247650" algn="l" rtl="0">
              <a:lnSpc>
                <a:spcPct val="100000"/>
              </a:lnSpc>
              <a:spcBef>
                <a:spcPts val="1000"/>
              </a:spcBef>
              <a:spcAft>
                <a:spcPts val="1000"/>
              </a:spcAft>
              <a:buClr>
                <a:schemeClr val="lt1"/>
              </a:buClr>
              <a:buSzPts val="1200"/>
              <a:buChar char="•"/>
            </a:pPr>
            <a:r>
              <a:rPr lang="en-GB" sz="1200">
                <a:solidFill>
                  <a:schemeClr val="lt1"/>
                </a:solidFill>
              </a:rPr>
              <a:t>Calculate total expenses for the week by summing all entries to evaluate your spending habits effectively.</a:t>
            </a:r>
            <a:endParaRPr sz="1200">
              <a:solidFill>
                <a:schemeClr val="lt1"/>
              </a:solidFill>
            </a:endParaRPr>
          </a:p>
        </p:txBody>
      </p:sp>
      <p:sp>
        <p:nvSpPr>
          <p:cNvPr id="300" name="Google Shape;300;p46" descr="header_0"/>
          <p:cNvSpPr txBox="1"/>
          <p:nvPr/>
        </p:nvSpPr>
        <p:spPr>
          <a:xfrm>
            <a:off x="3571875" y="1387775"/>
            <a:ext cx="5104800" cy="55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Methods of Tracking Expenses</a:t>
            </a:r>
            <a:endParaRPr>
              <a:solidFill>
                <a:schemeClr val="lt1"/>
              </a:solidFill>
              <a:latin typeface="Prata" panose="00000500000000000000"/>
              <a:ea typeface="Prata" panose="00000500000000000000"/>
              <a:cs typeface="Prata" panose="00000500000000000000"/>
              <a:sym typeface="Prata" panose="00000500000000000000"/>
            </a:endParaRPr>
          </a:p>
        </p:txBody>
      </p:sp>
      <p:pic>
        <p:nvPicPr>
          <p:cNvPr id="301" name="Google Shape;301;p46"/>
          <p:cNvPicPr preferRelativeResize="0"/>
          <p:nvPr/>
        </p:nvPicPr>
        <p:blipFill rotWithShape="1">
          <a:blip r:embed="rId3">
            <a:alphaModFix amt="65000"/>
          </a:blip>
          <a:srcRect t="9889" b="78362"/>
          <a:stretch>
            <a:fillRect/>
          </a:stretch>
        </p:blipFill>
        <p:spPr>
          <a:xfrm rot="812750">
            <a:off x="152100" y="3964625"/>
            <a:ext cx="2360627" cy="448130"/>
          </a:xfrm>
          <a:prstGeom prst="rect">
            <a:avLst/>
          </a:prstGeom>
          <a:noFill/>
          <a:ln>
            <a:noFill/>
          </a:ln>
        </p:spPr>
      </p:pic>
      <p:grpSp>
        <p:nvGrpSpPr>
          <p:cNvPr id="302" name="Google Shape;302;p46"/>
          <p:cNvGrpSpPr/>
          <p:nvPr/>
        </p:nvGrpSpPr>
        <p:grpSpPr>
          <a:xfrm>
            <a:off x="6968200" y="111875"/>
            <a:ext cx="2057400" cy="1033200"/>
            <a:chOff x="6922975" y="1548525"/>
            <a:chExt cx="2057400" cy="1033200"/>
          </a:xfrm>
        </p:grpSpPr>
        <p:grpSp>
          <p:nvGrpSpPr>
            <p:cNvPr id="303" name="Google Shape;303;p46"/>
            <p:cNvGrpSpPr/>
            <p:nvPr/>
          </p:nvGrpSpPr>
          <p:grpSpPr>
            <a:xfrm>
              <a:off x="6922975" y="1548525"/>
              <a:ext cx="2057400" cy="1033200"/>
              <a:chOff x="6172200" y="152400"/>
              <a:chExt cx="2057400" cy="1033200"/>
            </a:xfrm>
          </p:grpSpPr>
          <p:sp>
            <p:nvSpPr>
              <p:cNvPr id="304" name="Google Shape;304;p46"/>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05" name="Google Shape;305;p4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06" name="Google Shape;306;p4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tailoring the expense tracking method to your lifestyle, whether using a digital app for convenience or a paper method for a hands-on approach.</a:t>
              </a:r>
              <a:endParaRPr sz="700">
                <a:latin typeface="Inter" panose="02000503000000020004"/>
                <a:ea typeface="Inter" panose="02000503000000020004"/>
                <a:cs typeface="Inter" panose="02000503000000020004"/>
                <a:sym typeface="Inter" panose="02000503000000020004"/>
              </a:endParaRPr>
            </a:p>
          </p:txBody>
        </p:sp>
        <p:pic>
          <p:nvPicPr>
            <p:cNvPr id="307" name="Google Shape;307;p46"/>
            <p:cNvPicPr preferRelativeResize="0"/>
            <p:nvPr/>
          </p:nvPicPr>
          <p:blipFill>
            <a:blip r:embed="rId4"/>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5"/>
          <a:srcRect t="22967" b="48563"/>
          <a:stretch>
            <a:fillRect/>
          </a:stretch>
        </p:blipFill>
        <p:spPr>
          <a:xfrm>
            <a:off x="6649720" y="43522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11" name="Shape 311"/>
        <p:cNvGrpSpPr/>
        <p:nvPr/>
      </p:nvGrpSpPr>
      <p:grpSpPr>
        <a:xfrm>
          <a:off x="0" y="0"/>
          <a:ext cx="0" cy="0"/>
          <a:chOff x="0" y="0"/>
          <a:chExt cx="0" cy="0"/>
        </a:xfrm>
      </p:grpSpPr>
      <p:sp>
        <p:nvSpPr>
          <p:cNvPr id="312" name="Google Shape;312;p47" descr="header_0"/>
          <p:cNvSpPr txBox="1"/>
          <p:nvPr>
            <p:ph type="subTitle" idx="4"/>
          </p:nvPr>
        </p:nvSpPr>
        <p:spPr>
          <a:xfrm>
            <a:off x="457200" y="1369225"/>
            <a:ext cx="2547300" cy="70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300">
                <a:latin typeface="Prata" panose="00000500000000000000"/>
                <a:ea typeface="Prata" panose="00000500000000000000"/>
                <a:cs typeface="Prata" panose="00000500000000000000"/>
                <a:sym typeface="Prata" panose="00000500000000000000"/>
              </a:rPr>
              <a:t>Alerts and Notifications</a:t>
            </a:r>
            <a:endParaRPr sz="1300">
              <a:latin typeface="Prata" panose="00000500000000000000"/>
              <a:ea typeface="Prata" panose="00000500000000000000"/>
              <a:cs typeface="Prata" panose="00000500000000000000"/>
              <a:sym typeface="Prata" panose="00000500000000000000"/>
            </a:endParaRPr>
          </a:p>
        </p:txBody>
      </p:sp>
      <p:sp>
        <p:nvSpPr>
          <p:cNvPr id="313" name="Google Shape;313;p47" descr="header_1"/>
          <p:cNvSpPr txBox="1"/>
          <p:nvPr>
            <p:ph type="subTitle" idx="5"/>
          </p:nvPr>
        </p:nvSpPr>
        <p:spPr>
          <a:xfrm>
            <a:off x="3298910" y="1369225"/>
            <a:ext cx="2547300" cy="70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300">
                <a:latin typeface="Prata" panose="00000500000000000000"/>
                <a:ea typeface="Prata" panose="00000500000000000000"/>
                <a:cs typeface="Prata" panose="00000500000000000000"/>
                <a:sym typeface="Prata" panose="00000500000000000000"/>
              </a:rPr>
              <a:t>Budgeting Tools</a:t>
            </a:r>
            <a:endParaRPr sz="1300">
              <a:latin typeface="Prata" panose="00000500000000000000"/>
              <a:ea typeface="Prata" panose="00000500000000000000"/>
              <a:cs typeface="Prata" panose="00000500000000000000"/>
              <a:sym typeface="Prata" panose="00000500000000000000"/>
            </a:endParaRPr>
          </a:p>
        </p:txBody>
      </p:sp>
      <p:sp>
        <p:nvSpPr>
          <p:cNvPr id="314" name="Google Shape;314;p47" descr="header_2"/>
          <p:cNvSpPr txBox="1"/>
          <p:nvPr>
            <p:ph type="subTitle" idx="5"/>
          </p:nvPr>
        </p:nvSpPr>
        <p:spPr>
          <a:xfrm>
            <a:off x="6140625" y="1369225"/>
            <a:ext cx="2547300" cy="70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300">
                <a:latin typeface="Prata" panose="00000500000000000000"/>
                <a:ea typeface="Prata" panose="00000500000000000000"/>
                <a:cs typeface="Prata" panose="00000500000000000000"/>
                <a:sym typeface="Prata" panose="00000500000000000000"/>
              </a:rPr>
              <a:t>Spending Reports</a:t>
            </a:r>
            <a:endParaRPr sz="1300">
              <a:latin typeface="Prata" panose="00000500000000000000"/>
              <a:ea typeface="Prata" panose="00000500000000000000"/>
              <a:cs typeface="Prata" panose="00000500000000000000"/>
              <a:sym typeface="Prata" panose="00000500000000000000"/>
            </a:endParaRPr>
          </a:p>
        </p:txBody>
      </p:sp>
      <p:sp>
        <p:nvSpPr>
          <p:cNvPr id="315" name="Google Shape;315;p47" descr="detail_0"/>
          <p:cNvSpPr txBox="1"/>
          <p:nvPr>
            <p:ph type="body" idx="1"/>
          </p:nvPr>
        </p:nvSpPr>
        <p:spPr>
          <a:xfrm>
            <a:off x="457200" y="2076150"/>
            <a:ext cx="2547300" cy="24720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t>Many financial management tools offer features like spending alerts to notify users when they exceed their budget in specific categories, and bill reminders to prevent late payments and associated fees.</a:t>
            </a:r>
            <a:endParaRPr sz="1100"/>
          </a:p>
        </p:txBody>
      </p:sp>
      <p:sp>
        <p:nvSpPr>
          <p:cNvPr id="316" name="Google Shape;316;p47" descr="detail_1"/>
          <p:cNvSpPr txBox="1"/>
          <p:nvPr>
            <p:ph type="body" idx="1"/>
          </p:nvPr>
        </p:nvSpPr>
        <p:spPr>
          <a:xfrm>
            <a:off x="3298900" y="2076150"/>
            <a:ext cx="2547300" cy="24720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t>Customizable budgeting features allow users to create and adjust budgets for different spending categories. Some tools even provide goal setting options, enabling users to track progress towards financial goals.</a:t>
            </a:r>
            <a:endParaRPr sz="1100"/>
          </a:p>
        </p:txBody>
      </p:sp>
      <p:sp>
        <p:nvSpPr>
          <p:cNvPr id="317" name="Google Shape;317;p47" descr="detail_2"/>
          <p:cNvSpPr txBox="1"/>
          <p:nvPr>
            <p:ph type="body" idx="1"/>
          </p:nvPr>
        </p:nvSpPr>
        <p:spPr>
          <a:xfrm>
            <a:off x="6140600" y="2076150"/>
            <a:ext cx="2547300" cy="24720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t>Generating monthly or quarterly spending reports helps users visualize where their money goes, breaking down spending by category and aiding in better financial decision-making.</a:t>
            </a:r>
            <a:endParaRPr sz="1100"/>
          </a:p>
        </p:txBody>
      </p:sp>
      <p:sp>
        <p:nvSpPr>
          <p:cNvPr id="318" name="Google Shape;318;p47"/>
          <p:cNvSpPr/>
          <p:nvPr/>
        </p:nvSpPr>
        <p:spPr>
          <a:xfrm>
            <a:off x="0" y="5022950"/>
            <a:ext cx="9144000" cy="120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319" name="Google Shape;319;p47"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accent2"/>
                </a:solidFill>
                <a:latin typeface="Imbue"/>
                <a:ea typeface="Imbue"/>
                <a:cs typeface="Imbue"/>
                <a:sym typeface="Imbue"/>
              </a:rPr>
              <a:t>Tools</a:t>
            </a:r>
            <a:endParaRPr sz="1200">
              <a:solidFill>
                <a:schemeClr val="accent2"/>
              </a:solidFill>
              <a:latin typeface="Imbue"/>
              <a:ea typeface="Imbue"/>
              <a:cs typeface="Imbue"/>
              <a:sym typeface="Imbue"/>
            </a:endParaRPr>
          </a:p>
        </p:txBody>
      </p:sp>
      <p:sp>
        <p:nvSpPr>
          <p:cNvPr id="320" name="Google Shape;320;p47"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Financial Management Tools</a:t>
            </a:r>
            <a:endParaRPr>
              <a:solidFill>
                <a:schemeClr val="dk1"/>
              </a:solidFill>
            </a:endParaRPr>
          </a:p>
        </p:txBody>
      </p:sp>
      <p:grpSp>
        <p:nvGrpSpPr>
          <p:cNvPr id="321" name="Google Shape;321;p47"/>
          <p:cNvGrpSpPr/>
          <p:nvPr/>
        </p:nvGrpSpPr>
        <p:grpSpPr>
          <a:xfrm>
            <a:off x="6968200" y="111875"/>
            <a:ext cx="2057400" cy="1033200"/>
            <a:chOff x="6922975" y="1548525"/>
            <a:chExt cx="2057400" cy="1033200"/>
          </a:xfrm>
        </p:grpSpPr>
        <p:grpSp>
          <p:nvGrpSpPr>
            <p:cNvPr id="322" name="Google Shape;322;p47"/>
            <p:cNvGrpSpPr/>
            <p:nvPr/>
          </p:nvGrpSpPr>
          <p:grpSpPr>
            <a:xfrm>
              <a:off x="6922975" y="1548525"/>
              <a:ext cx="2057400" cy="1033200"/>
              <a:chOff x="6172200" y="152400"/>
              <a:chExt cx="2057400" cy="1033200"/>
            </a:xfrm>
          </p:grpSpPr>
          <p:sp>
            <p:nvSpPr>
              <p:cNvPr id="323" name="Google Shape;323;p47"/>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24" name="Google Shape;324;p4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25" name="Google Shape;325;p4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tools that offer these features, such as Mint for budgeting and alerts, or Expensify for expense tracking.</a:t>
              </a:r>
              <a:endParaRPr sz="800">
                <a:latin typeface="Inter" panose="02000503000000020004"/>
                <a:ea typeface="Inter" panose="02000503000000020004"/>
                <a:cs typeface="Inter" panose="02000503000000020004"/>
                <a:sym typeface="Inter" panose="02000503000000020004"/>
              </a:endParaRPr>
            </a:p>
          </p:txBody>
        </p:sp>
        <p:pic>
          <p:nvPicPr>
            <p:cNvPr id="326" name="Google Shape;326;p47"/>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522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30" name="Shape 330"/>
        <p:cNvGrpSpPr/>
        <p:nvPr/>
      </p:nvGrpSpPr>
      <p:grpSpPr>
        <a:xfrm>
          <a:off x="0" y="0"/>
          <a:ext cx="0" cy="0"/>
          <a:chOff x="0" y="0"/>
          <a:chExt cx="0" cy="0"/>
        </a:xfrm>
      </p:grpSpPr>
      <p:sp>
        <p:nvSpPr>
          <p:cNvPr id="331" name="Google Shape;331;p48"/>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32" name="Google Shape;332;p48"/>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333" name="Google Shape;333;p48"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Financial literacy equips students with the skills to make informed decisions about spending, saving, and investing, fostering critical thinking and responsible choices.</a:t>
            </a:r>
            <a:endParaRPr sz="1100"/>
          </a:p>
        </p:txBody>
      </p:sp>
      <p:sp>
        <p:nvSpPr>
          <p:cNvPr id="334" name="Google Shape;334;p48"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a:latin typeface="Prata" panose="00000500000000000000"/>
                <a:ea typeface="Prata" panose="00000500000000000000"/>
                <a:cs typeface="Prata" panose="00000500000000000000"/>
                <a:sym typeface="Prata" panose="00000500000000000000"/>
              </a:rPr>
              <a:t>Building Essential Life Skills</a:t>
            </a:r>
            <a:endParaRPr sz="1200">
              <a:latin typeface="Prata" panose="00000500000000000000"/>
              <a:ea typeface="Prata" panose="00000500000000000000"/>
              <a:cs typeface="Prata" panose="00000500000000000000"/>
              <a:sym typeface="Prata" panose="00000500000000000000"/>
            </a:endParaRPr>
          </a:p>
        </p:txBody>
      </p:sp>
      <p:sp>
        <p:nvSpPr>
          <p:cNvPr id="335" name="Google Shape;335;p48"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Financial literacy prepares students to navigate student loans, credit cards, and other financial responsibilities, helping them understand economic factors that affect their lives.</a:t>
            </a:r>
            <a:endParaRPr sz="1100"/>
          </a:p>
        </p:txBody>
      </p:sp>
      <p:sp>
        <p:nvSpPr>
          <p:cNvPr id="336" name="Google Shape;336;p48"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a:latin typeface="Prata" panose="00000500000000000000"/>
                <a:ea typeface="Prata" panose="00000500000000000000"/>
                <a:cs typeface="Prata" panose="00000500000000000000"/>
                <a:sym typeface="Prata" panose="00000500000000000000"/>
              </a:rPr>
              <a:t>Preparing for Future Challenges</a:t>
            </a:r>
            <a:endParaRPr sz="1200">
              <a:latin typeface="Prata" panose="00000500000000000000"/>
              <a:ea typeface="Prata" panose="00000500000000000000"/>
              <a:cs typeface="Prata" panose="00000500000000000000"/>
              <a:sym typeface="Prata" panose="00000500000000000000"/>
            </a:endParaRPr>
          </a:p>
        </p:txBody>
      </p:sp>
      <p:sp>
        <p:nvSpPr>
          <p:cNvPr id="337" name="Google Shape;337;p48"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Understanding personal finance empowers students to take charge of their financial futures, promoting independence and self-reliance.</a:t>
            </a:r>
            <a:endParaRPr sz="1100"/>
          </a:p>
        </p:txBody>
      </p:sp>
      <p:sp>
        <p:nvSpPr>
          <p:cNvPr id="338" name="Google Shape;338;p48"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100">
                <a:latin typeface="Prata" panose="00000500000000000000"/>
                <a:ea typeface="Prata" panose="00000500000000000000"/>
                <a:cs typeface="Prata" panose="00000500000000000000"/>
                <a:sym typeface="Prata" panose="00000500000000000000"/>
              </a:rPr>
              <a:t>Encouraging Responsibility and Independence</a:t>
            </a:r>
            <a:endParaRPr sz="1100">
              <a:latin typeface="Prata" panose="00000500000000000000"/>
              <a:ea typeface="Prata" panose="00000500000000000000"/>
              <a:cs typeface="Prata" panose="00000500000000000000"/>
              <a:sym typeface="Prata" panose="00000500000000000000"/>
            </a:endParaRPr>
          </a:p>
        </p:txBody>
      </p:sp>
      <p:sp>
        <p:nvSpPr>
          <p:cNvPr id="339" name="Google Shape;339;p48"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Early education in financial literacy encourages habits of saving and investing, laying the groundwork for a secure financial future.</a:t>
            </a:r>
            <a:endParaRPr sz="1100"/>
          </a:p>
        </p:txBody>
      </p:sp>
      <p:sp>
        <p:nvSpPr>
          <p:cNvPr id="340" name="Google Shape;340;p48"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a:latin typeface="Prata" panose="00000500000000000000"/>
                <a:ea typeface="Prata" panose="00000500000000000000"/>
                <a:cs typeface="Prata" panose="00000500000000000000"/>
                <a:sym typeface="Prata" panose="00000500000000000000"/>
              </a:rPr>
              <a:t>Fostering Long-Term Financial Health</a:t>
            </a:r>
            <a:endParaRPr sz="1200">
              <a:latin typeface="Prata" panose="00000500000000000000"/>
              <a:ea typeface="Prata" panose="00000500000000000000"/>
              <a:cs typeface="Prata" panose="00000500000000000000"/>
              <a:sym typeface="Prata" panose="00000500000000000000"/>
            </a:endParaRPr>
          </a:p>
        </p:txBody>
      </p:sp>
      <p:sp>
        <p:nvSpPr>
          <p:cNvPr id="341" name="Google Shape;341;p48"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Importance</a:t>
            </a:r>
            <a:endParaRPr sz="1200">
              <a:solidFill>
                <a:schemeClr val="lt1"/>
              </a:solidFill>
              <a:latin typeface="Imbue"/>
              <a:ea typeface="Imbue"/>
              <a:cs typeface="Imbue"/>
              <a:sym typeface="Imbue"/>
            </a:endParaRPr>
          </a:p>
        </p:txBody>
      </p:sp>
      <p:sp>
        <p:nvSpPr>
          <p:cNvPr id="342" name="Google Shape;342;p48"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Student Financial Literacy</a:t>
            </a:r>
            <a:endParaRPr>
              <a:solidFill>
                <a:schemeClr val="lt1"/>
              </a:solidFill>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46" name="Shape 346"/>
        <p:cNvGrpSpPr/>
        <p:nvPr/>
      </p:nvGrpSpPr>
      <p:grpSpPr>
        <a:xfrm>
          <a:off x="0" y="0"/>
          <a:ext cx="0" cy="0"/>
          <a:chOff x="0" y="0"/>
          <a:chExt cx="0" cy="0"/>
        </a:xfrm>
      </p:grpSpPr>
      <p:sp>
        <p:nvSpPr>
          <p:cNvPr id="347" name="Google Shape;347;p49" descr="detail_0"/>
          <p:cNvSpPr txBox="1"/>
          <p:nvPr>
            <p:ph type="body" idx="2"/>
          </p:nvPr>
        </p:nvSpPr>
        <p:spPr>
          <a:xfrm>
            <a:off x="3309950" y="1381600"/>
            <a:ext cx="5373600" cy="3310500"/>
          </a:xfrm>
          <a:prstGeom prst="rect">
            <a:avLst/>
          </a:prstGeom>
        </p:spPr>
        <p:txBody>
          <a:bodyPr spcFirstLastPara="1" wrap="square" lIns="91425" tIns="91425" rIns="91425" bIns="91425" anchor="t" anchorCtr="0">
            <a:noAutofit/>
          </a:bodyPr>
          <a:lstStyle/>
          <a:p>
            <a:pPr marL="457200" marR="0" lvl="0" indent="-285750" algn="l" rtl="0">
              <a:lnSpc>
                <a:spcPct val="115000"/>
              </a:lnSpc>
              <a:spcBef>
                <a:spcPts val="0"/>
              </a:spcBef>
              <a:spcAft>
                <a:spcPts val="0"/>
              </a:spcAft>
              <a:buClr>
                <a:schemeClr val="dk1"/>
              </a:buClr>
              <a:buSzPts val="900"/>
              <a:buChar char="•"/>
            </a:pPr>
            <a:r>
              <a:rPr lang="en-GB" sz="900"/>
              <a:t>Activity 1: Create sample budgets by gathering financial information, listing all sources of income and expenses, and calculating total monthly expenses. This hands-on approach helps students understand budgeting fundamentals.</a:t>
            </a:r>
            <a:endParaRPr sz="900"/>
          </a:p>
          <a:p>
            <a:pPr marL="457200" marR="0" lvl="0" indent="-285750" algn="l" rtl="0">
              <a:lnSpc>
                <a:spcPct val="115000"/>
              </a:lnSpc>
              <a:spcBef>
                <a:spcPts val="1000"/>
              </a:spcBef>
              <a:spcAft>
                <a:spcPts val="0"/>
              </a:spcAft>
              <a:buClr>
                <a:schemeClr val="dk1"/>
              </a:buClr>
              <a:buSzPts val="900"/>
              <a:buChar char="•"/>
            </a:pPr>
            <a:r>
              <a:rPr lang="en-GB" sz="900"/>
              <a:t>Activity 2: Create personal budgets that reflect students' own financial situations, encouraging them to identify their fixed and variable expenses and plan accordingly.</a:t>
            </a:r>
            <a:endParaRPr sz="900"/>
          </a:p>
          <a:p>
            <a:pPr marL="457200" marR="0" lvl="0" indent="-285750" algn="l" rtl="0">
              <a:lnSpc>
                <a:spcPct val="115000"/>
              </a:lnSpc>
              <a:spcBef>
                <a:spcPts val="1000"/>
              </a:spcBef>
              <a:spcAft>
                <a:spcPts val="0"/>
              </a:spcAft>
              <a:buClr>
                <a:schemeClr val="dk1"/>
              </a:buClr>
              <a:buSzPts val="900"/>
              <a:buChar char="•"/>
            </a:pPr>
            <a:r>
              <a:rPr lang="en-GB" sz="900"/>
              <a:t>Activity 3: Setting financial goals and tracking progress by having students outline their short-term and long-term financial objectives, such as saving for a specific item or building an emergency fund.</a:t>
            </a:r>
            <a:endParaRPr sz="900"/>
          </a:p>
          <a:p>
            <a:pPr marL="457200" marR="0" lvl="0" indent="-285750" algn="l" rtl="0">
              <a:lnSpc>
                <a:spcPct val="115000"/>
              </a:lnSpc>
              <a:spcBef>
                <a:spcPts val="1000"/>
              </a:spcBef>
              <a:spcAft>
                <a:spcPts val="0"/>
              </a:spcAft>
              <a:buClr>
                <a:schemeClr val="dk1"/>
              </a:buClr>
              <a:buSzPts val="900"/>
              <a:buChar char="•"/>
            </a:pPr>
            <a:r>
              <a:rPr lang="en-GB" sz="900"/>
              <a:t>Activity 4: Discuss experiences using financial management tools in class, allowing students to share insights and challenges they faced while utilizing budgeting apps and tools.</a:t>
            </a:r>
            <a:endParaRPr sz="900"/>
          </a:p>
          <a:p>
            <a:pPr marL="457200" marR="0" lvl="0" indent="-285750" algn="l" rtl="0">
              <a:lnSpc>
                <a:spcPct val="115000"/>
              </a:lnSpc>
              <a:spcBef>
                <a:spcPts val="1000"/>
              </a:spcBef>
              <a:spcAft>
                <a:spcPts val="1000"/>
              </a:spcAft>
              <a:buClr>
                <a:schemeClr val="dk1"/>
              </a:buClr>
              <a:buSzPts val="900"/>
              <a:buChar char="•"/>
            </a:pPr>
            <a:r>
              <a:rPr lang="en-GB" sz="900"/>
              <a:t>Activity 5: Share their learning experiences with peers, fostering a collaborative environment where students can learn from each other's successes and strategies in managing finances.</a:t>
            </a:r>
            <a:endParaRPr sz="900"/>
          </a:p>
        </p:txBody>
      </p:sp>
      <p:sp>
        <p:nvSpPr>
          <p:cNvPr id="348" name="Google Shape;348;p49" descr="title"/>
          <p:cNvSpPr txBox="1"/>
          <p:nvPr>
            <p:ph type="title"/>
          </p:nvPr>
        </p:nvSpPr>
        <p:spPr>
          <a:xfrm>
            <a:off x="457200" y="563800"/>
            <a:ext cx="7782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Activities for Financial Literacy</a:t>
            </a:r>
            <a:endParaRPr>
              <a:solidFill>
                <a:schemeClr val="dk1"/>
              </a:solidFill>
            </a:endParaRPr>
          </a:p>
        </p:txBody>
      </p:sp>
      <p:sp>
        <p:nvSpPr>
          <p:cNvPr id="349" name="Google Shape;349;p49"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accent1"/>
                </a:solidFill>
                <a:latin typeface="Imbue"/>
                <a:ea typeface="Imbue"/>
                <a:cs typeface="Imbue"/>
                <a:sym typeface="Imbue"/>
              </a:rPr>
              <a:t>Activities</a:t>
            </a:r>
            <a:endParaRPr sz="1200">
              <a:solidFill>
                <a:schemeClr val="accent1"/>
              </a:solidFill>
              <a:latin typeface="Imbue"/>
              <a:ea typeface="Imbue"/>
              <a:cs typeface="Imbue"/>
              <a:sym typeface="Imbue"/>
            </a:endParaRPr>
          </a:p>
        </p:txBody>
      </p:sp>
      <p:pic>
        <p:nvPicPr>
          <p:cNvPr id="350" name="Google Shape;350;p49"/>
          <p:cNvPicPr preferRelativeResize="0"/>
          <p:nvPr/>
        </p:nvPicPr>
        <p:blipFill rotWithShape="1">
          <a:blip r:embed="rId1">
            <a:alphaModFix amt="75000"/>
          </a:blip>
          <a:srcRect l="15665" r="15658"/>
          <a:stretch>
            <a:fillRect/>
          </a:stretch>
        </p:blipFill>
        <p:spPr>
          <a:xfrm rot="1361915">
            <a:off x="592461" y="1586790"/>
            <a:ext cx="2291127" cy="1855044"/>
          </a:xfrm>
          <a:prstGeom prst="flowChartPunchedCard">
            <a:avLst/>
          </a:prstGeom>
          <a:noFill/>
          <a:ln>
            <a:noFill/>
          </a:ln>
        </p:spPr>
      </p:pic>
      <p:pic>
        <p:nvPicPr>
          <p:cNvPr id="351" name="Google Shape;351;p49"/>
          <p:cNvPicPr preferRelativeResize="0"/>
          <p:nvPr/>
        </p:nvPicPr>
        <p:blipFill rotWithShape="1">
          <a:blip r:embed="rId2">
            <a:alphaModFix amt="80000"/>
          </a:blip>
          <a:srcRect t="22361" r="58945" b="35206"/>
          <a:stretch>
            <a:fillRect/>
          </a:stretch>
        </p:blipFill>
        <p:spPr>
          <a:xfrm>
            <a:off x="723400" y="2289350"/>
            <a:ext cx="1496674" cy="1568474"/>
          </a:xfrm>
          <a:prstGeom prst="rect">
            <a:avLst/>
          </a:prstGeom>
          <a:noFill/>
          <a:ln>
            <a:noFill/>
          </a:ln>
        </p:spPr>
      </p:pic>
      <p:grpSp>
        <p:nvGrpSpPr>
          <p:cNvPr id="352" name="Google Shape;352;p49"/>
          <p:cNvGrpSpPr/>
          <p:nvPr/>
        </p:nvGrpSpPr>
        <p:grpSpPr>
          <a:xfrm>
            <a:off x="6968200" y="111875"/>
            <a:ext cx="2057400" cy="1033200"/>
            <a:chOff x="6922975" y="1548525"/>
            <a:chExt cx="2057400" cy="1033200"/>
          </a:xfrm>
        </p:grpSpPr>
        <p:grpSp>
          <p:nvGrpSpPr>
            <p:cNvPr id="353" name="Google Shape;353;p49"/>
            <p:cNvGrpSpPr/>
            <p:nvPr/>
          </p:nvGrpSpPr>
          <p:grpSpPr>
            <a:xfrm>
              <a:off x="6922975" y="1548525"/>
              <a:ext cx="2057400" cy="1033200"/>
              <a:chOff x="6172200" y="152400"/>
              <a:chExt cx="2057400" cy="1033200"/>
            </a:xfrm>
          </p:grpSpPr>
          <p:sp>
            <p:nvSpPr>
              <p:cNvPr id="354" name="Google Shape;354;p49"/>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55" name="Google Shape;355;p4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56" name="Google Shape;356;p4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customizing the activities based on students' age groups and backgrounds to ensure they connect with the financial concepts being taught.</a:t>
              </a:r>
              <a:endParaRPr sz="800">
                <a:latin typeface="Inter" panose="02000503000000020004"/>
                <a:ea typeface="Inter" panose="02000503000000020004"/>
                <a:cs typeface="Inter" panose="02000503000000020004"/>
                <a:sym typeface="Inter" panose="02000503000000020004"/>
              </a:endParaRPr>
            </a:p>
          </p:txBody>
        </p:sp>
        <p:pic>
          <p:nvPicPr>
            <p:cNvPr id="357" name="Google Shape;357;p49"/>
            <p:cNvPicPr preferRelativeResize="0"/>
            <p:nvPr/>
          </p:nvPicPr>
          <p:blipFill>
            <a:blip r:embed="rId3"/>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4"/>
          <a:srcRect t="22967" b="48563"/>
          <a:stretch>
            <a:fillRect/>
          </a:stretch>
        </p:blipFill>
        <p:spPr>
          <a:xfrm>
            <a:off x="6649720" y="43649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61" name="Shape 361"/>
        <p:cNvGrpSpPr/>
        <p:nvPr/>
      </p:nvGrpSpPr>
      <p:grpSpPr>
        <a:xfrm>
          <a:off x="0" y="0"/>
          <a:ext cx="0" cy="0"/>
          <a:chOff x="0" y="0"/>
          <a:chExt cx="0" cy="0"/>
        </a:xfrm>
      </p:grpSpPr>
      <p:sp>
        <p:nvSpPr>
          <p:cNvPr id="362" name="Google Shape;362;p50" descr="title"/>
          <p:cNvSpPr txBox="1"/>
          <p:nvPr>
            <p:ph type="title"/>
          </p:nvPr>
        </p:nvSpPr>
        <p:spPr>
          <a:xfrm>
            <a:off x="457200" y="563800"/>
            <a:ext cx="7782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Conclusion and Next Steps</a:t>
            </a:r>
            <a:endParaRPr>
              <a:solidFill>
                <a:schemeClr val="dk1"/>
              </a:solidFill>
            </a:endParaRPr>
          </a:p>
        </p:txBody>
      </p:sp>
      <p:sp>
        <p:nvSpPr>
          <p:cNvPr id="363" name="Google Shape;363;p50" descr="detail_0"/>
          <p:cNvSpPr txBox="1"/>
          <p:nvPr>
            <p:ph type="body" idx="2"/>
          </p:nvPr>
        </p:nvSpPr>
        <p:spPr>
          <a:xfrm>
            <a:off x="457200" y="1828800"/>
            <a:ext cx="5709600" cy="2059800"/>
          </a:xfrm>
          <a:prstGeom prst="rect">
            <a:avLst/>
          </a:prstGeom>
        </p:spPr>
        <p:txBody>
          <a:bodyPr spcFirstLastPara="1" wrap="square" lIns="0" tIns="91425" rIns="91425" bIns="91425" anchor="t" anchorCtr="0">
            <a:noAutofit/>
          </a:bodyPr>
          <a:lstStyle/>
          <a:p>
            <a:pPr marL="0" lvl="0" indent="0" algn="l" rtl="0">
              <a:lnSpc>
                <a:spcPct val="150000"/>
              </a:lnSpc>
              <a:spcBef>
                <a:spcPts val="0"/>
              </a:spcBef>
              <a:spcAft>
                <a:spcPts val="2000"/>
              </a:spcAft>
              <a:buSzPts val="852"/>
              <a:buNone/>
            </a:pPr>
            <a:r>
              <a:rPr lang="en-GB" sz="1200"/>
              <a:t>Utilizing digital tools for financial management is essential for enhancing budgeting skills and fostering financial literacy. These tools empower users by providing real-time tracking and insights into their financial situations, enabling informed decision-making. To effectively implement financial literacy education, educators should integrate hands-on practice with digital apps, create engaging activities for students, and provide ongoing support to build financial confidence. This approach ensures that both teachers and students are well-equipped to navigate their financial futures.</a:t>
            </a:r>
            <a:endParaRPr sz="1200"/>
          </a:p>
        </p:txBody>
      </p:sp>
      <p:sp>
        <p:nvSpPr>
          <p:cNvPr id="364" name="Google Shape;364;p50"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accent1"/>
                </a:solidFill>
                <a:latin typeface="Imbue"/>
                <a:ea typeface="Imbue"/>
                <a:cs typeface="Imbue"/>
                <a:sym typeface="Imbue"/>
              </a:rPr>
              <a:t>Conclusion</a:t>
            </a:r>
            <a:endParaRPr sz="1200">
              <a:solidFill>
                <a:schemeClr val="accent1"/>
              </a:solidFill>
              <a:latin typeface="Imbue"/>
              <a:ea typeface="Imbue"/>
              <a:cs typeface="Imbue"/>
              <a:sym typeface="Imbue"/>
            </a:endParaRPr>
          </a:p>
        </p:txBody>
      </p:sp>
      <p:grpSp>
        <p:nvGrpSpPr>
          <p:cNvPr id="365" name="Google Shape;365;p50"/>
          <p:cNvGrpSpPr/>
          <p:nvPr/>
        </p:nvGrpSpPr>
        <p:grpSpPr>
          <a:xfrm>
            <a:off x="6968200" y="111875"/>
            <a:ext cx="2057400" cy="1033200"/>
            <a:chOff x="6922975" y="1548525"/>
            <a:chExt cx="2057400" cy="1033200"/>
          </a:xfrm>
        </p:grpSpPr>
        <p:grpSp>
          <p:nvGrpSpPr>
            <p:cNvPr id="366" name="Google Shape;366;p50"/>
            <p:cNvGrpSpPr/>
            <p:nvPr/>
          </p:nvGrpSpPr>
          <p:grpSpPr>
            <a:xfrm>
              <a:off x="6922975" y="1548525"/>
              <a:ext cx="2057400" cy="1033200"/>
              <a:chOff x="6172200" y="152400"/>
              <a:chExt cx="2057400" cy="1033200"/>
            </a:xfrm>
          </p:grpSpPr>
          <p:sp>
            <p:nvSpPr>
              <p:cNvPr id="367" name="Google Shape;367;p50"/>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68" name="Google Shape;368;p5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69" name="Google Shape;369;p5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Customize this slide by adding specific digital tools or apps that you plan to use in your educational approach and any unique next steps relevant to your audience.</a:t>
              </a:r>
              <a:endParaRPr sz="700">
                <a:latin typeface="Inter" panose="02000503000000020004"/>
                <a:ea typeface="Inter" panose="02000503000000020004"/>
                <a:cs typeface="Inter" panose="02000503000000020004"/>
                <a:sym typeface="Inter" panose="02000503000000020004"/>
              </a:endParaRPr>
            </a:p>
          </p:txBody>
        </p:sp>
        <p:pic>
          <p:nvPicPr>
            <p:cNvPr id="370" name="Google Shape;370;p50"/>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374" name="Shape 374"/>
        <p:cNvGrpSpPr/>
        <p:nvPr/>
      </p:nvGrpSpPr>
      <p:grpSpPr>
        <a:xfrm>
          <a:off x="0" y="0"/>
          <a:ext cx="0" cy="0"/>
          <a:chOff x="0" y="0"/>
          <a:chExt cx="0" cy="0"/>
        </a:xfrm>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tx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tx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ena">
  <a:themeElements>
    <a:clrScheme name="Custom">
      <a:dk1>
        <a:srgbClr val="F7DDB0"/>
      </a:dk1>
      <a:lt1>
        <a:srgbClr val="99221A"/>
      </a:lt1>
      <a:dk2>
        <a:srgbClr val="36261B"/>
      </a:dk2>
      <a:lt2>
        <a:srgbClr val="EFE5D6"/>
      </a:lt2>
      <a:accent1>
        <a:srgbClr val="CEAA2B"/>
      </a:accent1>
      <a:accent2>
        <a:srgbClr val="C2724F"/>
      </a:accent2>
      <a:accent3>
        <a:srgbClr val="746D53"/>
      </a:accent3>
      <a:accent4>
        <a:srgbClr val="AA8F7F"/>
      </a:accent4>
      <a:accent5>
        <a:srgbClr val="F7DDB0"/>
      </a:accent5>
      <a:accent6>
        <a:srgbClr val="99221A"/>
      </a:accent6>
      <a:hlink>
        <a:srgbClr val="3626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9686</Words>
  <Application>WPS Writer</Application>
  <PresentationFormat/>
  <Paragraphs>225</Paragraphs>
  <Slides>14</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14</vt:i4>
      </vt:variant>
    </vt:vector>
  </HeadingPairs>
  <TitlesOfParts>
    <vt:vector size="37" baseType="lpstr">
      <vt:lpstr>Arial</vt:lpstr>
      <vt:lpstr>SimSun</vt:lpstr>
      <vt:lpstr>Wingdings</vt:lpstr>
      <vt:lpstr>Arial</vt:lpstr>
      <vt:lpstr>Prata</vt:lpstr>
      <vt:lpstr>Schibsted Grotesk</vt:lpstr>
      <vt:lpstr>Hanken Grotesk</vt:lpstr>
      <vt:lpstr>Helvetica Neue</vt:lpstr>
      <vt:lpstr>Inter</vt:lpstr>
      <vt:lpstr>Inter Medium</vt:lpstr>
      <vt:lpstr>Hanken Grotesk SemiBold</vt:lpstr>
      <vt:lpstr>Imbue</vt:lpstr>
      <vt:lpstr>Hanken Grotesk Medium</vt:lpstr>
      <vt:lpstr>Microsoft YaHei</vt:lpstr>
      <vt:lpstr>汉仪旗黑</vt:lpstr>
      <vt:lpstr>Arial Unicode MS</vt:lpstr>
      <vt:lpstr>Heiti SC Medium</vt:lpstr>
      <vt:lpstr>Calibri</vt:lpstr>
      <vt:lpstr>Helvetica Neue</vt:lpstr>
      <vt:lpstr>Outfit</vt:lpstr>
      <vt:lpstr>苹方-简</vt:lpstr>
      <vt:lpstr>Simple Light</vt:lpstr>
      <vt:lpstr>Siena</vt:lpstr>
      <vt:lpstr>Budgeting and Financial Literacy</vt:lpstr>
      <vt:lpstr>PowerPoint 演示文稿</vt:lpstr>
      <vt:lpstr>Agenda</vt:lpstr>
      <vt:lpstr>Introduction to Budgeting Basics</vt:lpstr>
      <vt:lpstr>Understanding Financial Literacy</vt:lpstr>
      <vt:lpstr>Importance of Financial Literacy</vt:lpstr>
      <vt:lpstr>Budgeting Apps Overview</vt:lpstr>
      <vt:lpstr>Creating a Sample Budget</vt:lpstr>
      <vt:lpstr>Tracking and Calculating Expenses</vt:lpstr>
      <vt:lpstr>Financial Management Tools</vt:lpstr>
      <vt:lpstr>Student Financial Literacy</vt:lpstr>
      <vt:lpstr>Activities for Financial Literacy</vt:lpstr>
      <vt:lpstr>Conclusion and Next Steps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Budgeting and Financial Literacy</dc:title>
  <dc:creator/>
  <cp:lastModifiedBy>apple</cp:lastModifiedBy>
  <cp:revision>1</cp:revision>
  <dcterms:created xsi:type="dcterms:W3CDTF">2024-11-03T12:19:00Z</dcterms:created>
  <dcterms:modified xsi:type="dcterms:W3CDTF">2024-11-03T12:19:00Z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3CF39B1CFAD9E2F3306A27677C0A7F47_43</vt:lpwstr>
  </property>
  <property fmtid="{D5CDD505-2E9C-101B-9397-08002B2CF9AE}" pid="3" name="KSOProductBuildVer">
    <vt:lpwstr>1033-6.10.1.8203</vt:lpwstr>
  </property>
</Properties>
</file>